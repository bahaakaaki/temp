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custDataLst>
    <p:tags r:id="rId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gJT1fAi/xpfY6Dlf17GTjgnkqV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8"/>
  </p:normalViewPr>
  <p:slideViewPr>
    <p:cSldViewPr snapToGrid="0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tags" Target="tags/tag1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42911" y="6355080"/>
            <a:ext cx="239275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2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/>
        </p:nvSpPr>
        <p:spPr>
          <a:xfrm>
            <a:off x="5827940" y="0"/>
            <a:ext cx="6364060" cy="6858000"/>
          </a:xfrm>
          <a:custGeom>
            <a:avLst/>
            <a:gdLst/>
            <a:ahLst/>
            <a:cxnLst/>
            <a:rect l="l" t="t" r="r" b="b"/>
            <a:pathLst>
              <a:path w="6673" h="7190" extrusionOk="0">
                <a:moveTo>
                  <a:pt x="6670" y="5395"/>
                </a:moveTo>
                <a:lnTo>
                  <a:pt x="6670" y="5395"/>
                </a:lnTo>
                <a:lnTo>
                  <a:pt x="6670" y="5246"/>
                </a:lnTo>
                <a:lnTo>
                  <a:pt x="5899" y="5882"/>
                </a:lnTo>
                <a:lnTo>
                  <a:pt x="6669" y="6875"/>
                </a:lnTo>
                <a:lnTo>
                  <a:pt x="6669" y="6688"/>
                </a:lnTo>
                <a:lnTo>
                  <a:pt x="6057" y="5899"/>
                </a:lnTo>
                <a:lnTo>
                  <a:pt x="6670" y="5395"/>
                </a:lnTo>
                <a:close/>
                <a:moveTo>
                  <a:pt x="3741" y="5685"/>
                </a:moveTo>
                <a:lnTo>
                  <a:pt x="3741" y="5685"/>
                </a:lnTo>
                <a:lnTo>
                  <a:pt x="2504" y="4074"/>
                </a:lnTo>
                <a:cubicBezTo>
                  <a:pt x="1944" y="4452"/>
                  <a:pt x="1836" y="4750"/>
                  <a:pt x="1836" y="5161"/>
                </a:cubicBezTo>
                <a:cubicBezTo>
                  <a:pt x="1836" y="5432"/>
                  <a:pt x="1932" y="5664"/>
                  <a:pt x="2113" y="5830"/>
                </a:cubicBezTo>
                <a:cubicBezTo>
                  <a:pt x="2282" y="5986"/>
                  <a:pt x="2513" y="6071"/>
                  <a:pt x="2763" y="6071"/>
                </a:cubicBezTo>
                <a:cubicBezTo>
                  <a:pt x="3180" y="6071"/>
                  <a:pt x="3515" y="5861"/>
                  <a:pt x="3741" y="5685"/>
                </a:cubicBezTo>
                <a:close/>
                <a:moveTo>
                  <a:pt x="2530" y="3919"/>
                </a:moveTo>
                <a:lnTo>
                  <a:pt x="2530" y="3919"/>
                </a:lnTo>
                <a:lnTo>
                  <a:pt x="3901" y="5705"/>
                </a:lnTo>
                <a:lnTo>
                  <a:pt x="3857" y="5740"/>
                </a:lnTo>
                <a:cubicBezTo>
                  <a:pt x="3482" y="6040"/>
                  <a:pt x="3124" y="6186"/>
                  <a:pt x="2763" y="6186"/>
                </a:cubicBezTo>
                <a:cubicBezTo>
                  <a:pt x="2245" y="6186"/>
                  <a:pt x="1722" y="5834"/>
                  <a:pt x="1722" y="5161"/>
                </a:cubicBezTo>
                <a:cubicBezTo>
                  <a:pt x="1722" y="4566"/>
                  <a:pt x="2002" y="4266"/>
                  <a:pt x="2485" y="3948"/>
                </a:cubicBezTo>
                <a:lnTo>
                  <a:pt x="2530" y="3919"/>
                </a:lnTo>
                <a:close/>
                <a:moveTo>
                  <a:pt x="3206" y="429"/>
                </a:moveTo>
                <a:lnTo>
                  <a:pt x="3206" y="429"/>
                </a:lnTo>
                <a:cubicBezTo>
                  <a:pt x="2857" y="429"/>
                  <a:pt x="2623" y="690"/>
                  <a:pt x="2623" y="1077"/>
                </a:cubicBezTo>
                <a:cubicBezTo>
                  <a:pt x="2623" y="1448"/>
                  <a:pt x="2790" y="1701"/>
                  <a:pt x="3012" y="1983"/>
                </a:cubicBezTo>
                <a:cubicBezTo>
                  <a:pt x="3463" y="1713"/>
                  <a:pt x="3722" y="1464"/>
                  <a:pt x="3722" y="1028"/>
                </a:cubicBezTo>
                <a:cubicBezTo>
                  <a:pt x="3722" y="587"/>
                  <a:pt x="3456" y="429"/>
                  <a:pt x="3206" y="429"/>
                </a:cubicBezTo>
                <a:close/>
                <a:moveTo>
                  <a:pt x="3686" y="536"/>
                </a:moveTo>
                <a:lnTo>
                  <a:pt x="3686" y="536"/>
                </a:lnTo>
                <a:cubicBezTo>
                  <a:pt x="3783" y="661"/>
                  <a:pt x="3837" y="836"/>
                  <a:pt x="3837" y="1028"/>
                </a:cubicBezTo>
                <a:cubicBezTo>
                  <a:pt x="3837" y="1531"/>
                  <a:pt x="3527" y="1814"/>
                  <a:pt x="3027" y="2107"/>
                </a:cubicBezTo>
                <a:lnTo>
                  <a:pt x="2985" y="2132"/>
                </a:lnTo>
                <a:lnTo>
                  <a:pt x="2954" y="2094"/>
                </a:lnTo>
                <a:cubicBezTo>
                  <a:pt x="2710" y="1789"/>
                  <a:pt x="2509" y="1502"/>
                  <a:pt x="2509" y="1077"/>
                </a:cubicBezTo>
                <a:cubicBezTo>
                  <a:pt x="2509" y="854"/>
                  <a:pt x="2576" y="664"/>
                  <a:pt x="2702" y="526"/>
                </a:cubicBezTo>
                <a:cubicBezTo>
                  <a:pt x="2827" y="390"/>
                  <a:pt x="3006" y="315"/>
                  <a:pt x="3206" y="315"/>
                </a:cubicBezTo>
                <a:cubicBezTo>
                  <a:pt x="3407" y="315"/>
                  <a:pt x="3573" y="391"/>
                  <a:pt x="3686" y="536"/>
                </a:cubicBezTo>
                <a:close/>
                <a:moveTo>
                  <a:pt x="4739" y="6834"/>
                </a:moveTo>
                <a:lnTo>
                  <a:pt x="4739" y="6834"/>
                </a:lnTo>
                <a:lnTo>
                  <a:pt x="4694" y="6872"/>
                </a:lnTo>
                <a:cubicBezTo>
                  <a:pt x="4566" y="6981"/>
                  <a:pt x="4425" y="7090"/>
                  <a:pt x="4266" y="7190"/>
                </a:cubicBezTo>
                <a:lnTo>
                  <a:pt x="4471" y="7190"/>
                </a:lnTo>
                <a:cubicBezTo>
                  <a:pt x="4562" y="7127"/>
                  <a:pt x="4645" y="7062"/>
                  <a:pt x="4723" y="6998"/>
                </a:cubicBezTo>
                <a:lnTo>
                  <a:pt x="4875" y="7190"/>
                </a:lnTo>
                <a:lnTo>
                  <a:pt x="5021" y="7190"/>
                </a:lnTo>
                <a:lnTo>
                  <a:pt x="4739" y="6834"/>
                </a:lnTo>
                <a:close/>
                <a:moveTo>
                  <a:pt x="808" y="6922"/>
                </a:moveTo>
                <a:lnTo>
                  <a:pt x="808" y="6922"/>
                </a:lnTo>
                <a:cubicBezTo>
                  <a:pt x="361" y="6494"/>
                  <a:pt x="114" y="5887"/>
                  <a:pt x="114" y="5210"/>
                </a:cubicBezTo>
                <a:cubicBezTo>
                  <a:pt x="114" y="3993"/>
                  <a:pt x="907" y="3357"/>
                  <a:pt x="1682" y="2895"/>
                </a:cubicBezTo>
                <a:lnTo>
                  <a:pt x="1737" y="2862"/>
                </a:lnTo>
                <a:lnTo>
                  <a:pt x="1698" y="2811"/>
                </a:lnTo>
                <a:cubicBezTo>
                  <a:pt x="1361" y="2365"/>
                  <a:pt x="1033" y="1863"/>
                  <a:pt x="1033" y="1061"/>
                </a:cubicBezTo>
                <a:cubicBezTo>
                  <a:pt x="1033" y="673"/>
                  <a:pt x="1125" y="311"/>
                  <a:pt x="1298" y="0"/>
                </a:cubicBezTo>
                <a:lnTo>
                  <a:pt x="1168" y="0"/>
                </a:lnTo>
                <a:cubicBezTo>
                  <a:pt x="1005" y="315"/>
                  <a:pt x="918" y="676"/>
                  <a:pt x="918" y="1061"/>
                </a:cubicBezTo>
                <a:cubicBezTo>
                  <a:pt x="918" y="1866"/>
                  <a:pt x="1247" y="2397"/>
                  <a:pt x="1569" y="2829"/>
                </a:cubicBezTo>
                <a:cubicBezTo>
                  <a:pt x="783" y="3305"/>
                  <a:pt x="0" y="3965"/>
                  <a:pt x="0" y="5210"/>
                </a:cubicBezTo>
                <a:cubicBezTo>
                  <a:pt x="0" y="5918"/>
                  <a:pt x="258" y="6555"/>
                  <a:pt x="729" y="7005"/>
                </a:cubicBezTo>
                <a:cubicBezTo>
                  <a:pt x="798" y="7071"/>
                  <a:pt x="872" y="7133"/>
                  <a:pt x="949" y="7190"/>
                </a:cubicBezTo>
                <a:lnTo>
                  <a:pt x="1151" y="7190"/>
                </a:lnTo>
                <a:cubicBezTo>
                  <a:pt x="1027" y="7112"/>
                  <a:pt x="913" y="7022"/>
                  <a:pt x="808" y="6922"/>
                </a:cubicBezTo>
                <a:close/>
                <a:moveTo>
                  <a:pt x="5046" y="0"/>
                </a:moveTo>
                <a:lnTo>
                  <a:pt x="5046" y="0"/>
                </a:lnTo>
                <a:lnTo>
                  <a:pt x="5173" y="0"/>
                </a:lnTo>
                <a:cubicBezTo>
                  <a:pt x="5308" y="289"/>
                  <a:pt x="5379" y="616"/>
                  <a:pt x="5379" y="962"/>
                </a:cubicBezTo>
                <a:cubicBezTo>
                  <a:pt x="5379" y="2107"/>
                  <a:pt x="4671" y="2679"/>
                  <a:pt x="3930" y="3157"/>
                </a:cubicBezTo>
                <a:lnTo>
                  <a:pt x="5058" y="4611"/>
                </a:lnTo>
                <a:lnTo>
                  <a:pt x="6673" y="3291"/>
                </a:lnTo>
                <a:lnTo>
                  <a:pt x="6672" y="3439"/>
                </a:lnTo>
                <a:lnTo>
                  <a:pt x="5039" y="4774"/>
                </a:lnTo>
                <a:lnTo>
                  <a:pt x="3763" y="3128"/>
                </a:lnTo>
                <a:lnTo>
                  <a:pt x="3816" y="3095"/>
                </a:lnTo>
                <a:cubicBezTo>
                  <a:pt x="4181" y="2862"/>
                  <a:pt x="4556" y="2599"/>
                  <a:pt x="4828" y="2257"/>
                </a:cubicBezTo>
                <a:cubicBezTo>
                  <a:pt x="5122" y="1888"/>
                  <a:pt x="5264" y="1464"/>
                  <a:pt x="5264" y="962"/>
                </a:cubicBezTo>
                <a:cubicBezTo>
                  <a:pt x="5264" y="614"/>
                  <a:pt x="5189" y="285"/>
                  <a:pt x="50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80675" tIns="40325" rIns="80675" bIns="40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subTitle" idx="1"/>
          </p:nvPr>
        </p:nvSpPr>
        <p:spPr>
          <a:xfrm>
            <a:off x="442800" y="4480560"/>
            <a:ext cx="431228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/>
          <p:nvPr/>
        </p:nvSpPr>
        <p:spPr>
          <a:xfrm>
            <a:off x="442800" y="1504950"/>
            <a:ext cx="5473701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442800" y="4681037"/>
            <a:ext cx="431228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42800" y="1733550"/>
            <a:ext cx="54737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988" y="349250"/>
            <a:ext cx="1828800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Client">
  <p:cSld name="Title Slide - Cli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5827940" y="0"/>
            <a:ext cx="6364060" cy="6858000"/>
          </a:xfrm>
          <a:custGeom>
            <a:avLst/>
            <a:gdLst/>
            <a:ahLst/>
            <a:cxnLst/>
            <a:rect l="l" t="t" r="r" b="b"/>
            <a:pathLst>
              <a:path w="6673" h="7190" extrusionOk="0">
                <a:moveTo>
                  <a:pt x="6670" y="5395"/>
                </a:moveTo>
                <a:lnTo>
                  <a:pt x="6670" y="5395"/>
                </a:lnTo>
                <a:lnTo>
                  <a:pt x="6670" y="5246"/>
                </a:lnTo>
                <a:lnTo>
                  <a:pt x="5899" y="5882"/>
                </a:lnTo>
                <a:lnTo>
                  <a:pt x="6669" y="6875"/>
                </a:lnTo>
                <a:lnTo>
                  <a:pt x="6669" y="6688"/>
                </a:lnTo>
                <a:lnTo>
                  <a:pt x="6057" y="5899"/>
                </a:lnTo>
                <a:lnTo>
                  <a:pt x="6670" y="5395"/>
                </a:lnTo>
                <a:close/>
                <a:moveTo>
                  <a:pt x="3741" y="5685"/>
                </a:moveTo>
                <a:lnTo>
                  <a:pt x="3741" y="5685"/>
                </a:lnTo>
                <a:lnTo>
                  <a:pt x="2504" y="4074"/>
                </a:lnTo>
                <a:cubicBezTo>
                  <a:pt x="1944" y="4452"/>
                  <a:pt x="1836" y="4750"/>
                  <a:pt x="1836" y="5161"/>
                </a:cubicBezTo>
                <a:cubicBezTo>
                  <a:pt x="1836" y="5432"/>
                  <a:pt x="1932" y="5664"/>
                  <a:pt x="2113" y="5830"/>
                </a:cubicBezTo>
                <a:cubicBezTo>
                  <a:pt x="2282" y="5986"/>
                  <a:pt x="2513" y="6071"/>
                  <a:pt x="2763" y="6071"/>
                </a:cubicBezTo>
                <a:cubicBezTo>
                  <a:pt x="3180" y="6071"/>
                  <a:pt x="3515" y="5861"/>
                  <a:pt x="3741" y="5685"/>
                </a:cubicBezTo>
                <a:close/>
                <a:moveTo>
                  <a:pt x="2530" y="3919"/>
                </a:moveTo>
                <a:lnTo>
                  <a:pt x="2530" y="3919"/>
                </a:lnTo>
                <a:lnTo>
                  <a:pt x="3901" y="5705"/>
                </a:lnTo>
                <a:lnTo>
                  <a:pt x="3857" y="5740"/>
                </a:lnTo>
                <a:cubicBezTo>
                  <a:pt x="3482" y="6040"/>
                  <a:pt x="3124" y="6186"/>
                  <a:pt x="2763" y="6186"/>
                </a:cubicBezTo>
                <a:cubicBezTo>
                  <a:pt x="2245" y="6186"/>
                  <a:pt x="1722" y="5834"/>
                  <a:pt x="1722" y="5161"/>
                </a:cubicBezTo>
                <a:cubicBezTo>
                  <a:pt x="1722" y="4566"/>
                  <a:pt x="2002" y="4266"/>
                  <a:pt x="2485" y="3948"/>
                </a:cubicBezTo>
                <a:lnTo>
                  <a:pt x="2530" y="3919"/>
                </a:lnTo>
                <a:close/>
                <a:moveTo>
                  <a:pt x="3206" y="429"/>
                </a:moveTo>
                <a:lnTo>
                  <a:pt x="3206" y="429"/>
                </a:lnTo>
                <a:cubicBezTo>
                  <a:pt x="2857" y="429"/>
                  <a:pt x="2623" y="690"/>
                  <a:pt x="2623" y="1077"/>
                </a:cubicBezTo>
                <a:cubicBezTo>
                  <a:pt x="2623" y="1448"/>
                  <a:pt x="2790" y="1701"/>
                  <a:pt x="3012" y="1983"/>
                </a:cubicBezTo>
                <a:cubicBezTo>
                  <a:pt x="3463" y="1713"/>
                  <a:pt x="3722" y="1464"/>
                  <a:pt x="3722" y="1028"/>
                </a:cubicBezTo>
                <a:cubicBezTo>
                  <a:pt x="3722" y="587"/>
                  <a:pt x="3456" y="429"/>
                  <a:pt x="3206" y="429"/>
                </a:cubicBezTo>
                <a:close/>
                <a:moveTo>
                  <a:pt x="3686" y="536"/>
                </a:moveTo>
                <a:lnTo>
                  <a:pt x="3686" y="536"/>
                </a:lnTo>
                <a:cubicBezTo>
                  <a:pt x="3783" y="661"/>
                  <a:pt x="3837" y="836"/>
                  <a:pt x="3837" y="1028"/>
                </a:cubicBezTo>
                <a:cubicBezTo>
                  <a:pt x="3837" y="1531"/>
                  <a:pt x="3527" y="1814"/>
                  <a:pt x="3027" y="2107"/>
                </a:cubicBezTo>
                <a:lnTo>
                  <a:pt x="2985" y="2132"/>
                </a:lnTo>
                <a:lnTo>
                  <a:pt x="2954" y="2094"/>
                </a:lnTo>
                <a:cubicBezTo>
                  <a:pt x="2710" y="1789"/>
                  <a:pt x="2509" y="1502"/>
                  <a:pt x="2509" y="1077"/>
                </a:cubicBezTo>
                <a:cubicBezTo>
                  <a:pt x="2509" y="854"/>
                  <a:pt x="2576" y="664"/>
                  <a:pt x="2702" y="526"/>
                </a:cubicBezTo>
                <a:cubicBezTo>
                  <a:pt x="2827" y="390"/>
                  <a:pt x="3006" y="315"/>
                  <a:pt x="3206" y="315"/>
                </a:cubicBezTo>
                <a:cubicBezTo>
                  <a:pt x="3407" y="315"/>
                  <a:pt x="3573" y="391"/>
                  <a:pt x="3686" y="536"/>
                </a:cubicBezTo>
                <a:close/>
                <a:moveTo>
                  <a:pt x="4739" y="6834"/>
                </a:moveTo>
                <a:lnTo>
                  <a:pt x="4739" y="6834"/>
                </a:lnTo>
                <a:lnTo>
                  <a:pt x="4694" y="6872"/>
                </a:lnTo>
                <a:cubicBezTo>
                  <a:pt x="4566" y="6981"/>
                  <a:pt x="4425" y="7090"/>
                  <a:pt x="4266" y="7190"/>
                </a:cubicBezTo>
                <a:lnTo>
                  <a:pt x="4471" y="7190"/>
                </a:lnTo>
                <a:cubicBezTo>
                  <a:pt x="4562" y="7127"/>
                  <a:pt x="4645" y="7062"/>
                  <a:pt x="4723" y="6998"/>
                </a:cubicBezTo>
                <a:lnTo>
                  <a:pt x="4875" y="7190"/>
                </a:lnTo>
                <a:lnTo>
                  <a:pt x="5021" y="7190"/>
                </a:lnTo>
                <a:lnTo>
                  <a:pt x="4739" y="6834"/>
                </a:lnTo>
                <a:close/>
                <a:moveTo>
                  <a:pt x="808" y="6922"/>
                </a:moveTo>
                <a:lnTo>
                  <a:pt x="808" y="6922"/>
                </a:lnTo>
                <a:cubicBezTo>
                  <a:pt x="361" y="6494"/>
                  <a:pt x="114" y="5887"/>
                  <a:pt x="114" y="5210"/>
                </a:cubicBezTo>
                <a:cubicBezTo>
                  <a:pt x="114" y="3993"/>
                  <a:pt x="907" y="3357"/>
                  <a:pt x="1682" y="2895"/>
                </a:cubicBezTo>
                <a:lnTo>
                  <a:pt x="1737" y="2862"/>
                </a:lnTo>
                <a:lnTo>
                  <a:pt x="1698" y="2811"/>
                </a:lnTo>
                <a:cubicBezTo>
                  <a:pt x="1361" y="2365"/>
                  <a:pt x="1033" y="1863"/>
                  <a:pt x="1033" y="1061"/>
                </a:cubicBezTo>
                <a:cubicBezTo>
                  <a:pt x="1033" y="673"/>
                  <a:pt x="1125" y="311"/>
                  <a:pt x="1298" y="0"/>
                </a:cubicBezTo>
                <a:lnTo>
                  <a:pt x="1168" y="0"/>
                </a:lnTo>
                <a:cubicBezTo>
                  <a:pt x="1005" y="315"/>
                  <a:pt x="918" y="676"/>
                  <a:pt x="918" y="1061"/>
                </a:cubicBezTo>
                <a:cubicBezTo>
                  <a:pt x="918" y="1866"/>
                  <a:pt x="1247" y="2397"/>
                  <a:pt x="1569" y="2829"/>
                </a:cubicBezTo>
                <a:cubicBezTo>
                  <a:pt x="783" y="3305"/>
                  <a:pt x="0" y="3965"/>
                  <a:pt x="0" y="5210"/>
                </a:cubicBezTo>
                <a:cubicBezTo>
                  <a:pt x="0" y="5918"/>
                  <a:pt x="258" y="6555"/>
                  <a:pt x="729" y="7005"/>
                </a:cubicBezTo>
                <a:cubicBezTo>
                  <a:pt x="798" y="7071"/>
                  <a:pt x="872" y="7133"/>
                  <a:pt x="949" y="7190"/>
                </a:cubicBezTo>
                <a:lnTo>
                  <a:pt x="1151" y="7190"/>
                </a:lnTo>
                <a:cubicBezTo>
                  <a:pt x="1027" y="7112"/>
                  <a:pt x="913" y="7022"/>
                  <a:pt x="808" y="6922"/>
                </a:cubicBezTo>
                <a:close/>
                <a:moveTo>
                  <a:pt x="5046" y="0"/>
                </a:moveTo>
                <a:lnTo>
                  <a:pt x="5046" y="0"/>
                </a:lnTo>
                <a:lnTo>
                  <a:pt x="5173" y="0"/>
                </a:lnTo>
                <a:cubicBezTo>
                  <a:pt x="5308" y="289"/>
                  <a:pt x="5379" y="616"/>
                  <a:pt x="5379" y="962"/>
                </a:cubicBezTo>
                <a:cubicBezTo>
                  <a:pt x="5379" y="2107"/>
                  <a:pt x="4671" y="2679"/>
                  <a:pt x="3930" y="3157"/>
                </a:cubicBezTo>
                <a:lnTo>
                  <a:pt x="5058" y="4611"/>
                </a:lnTo>
                <a:lnTo>
                  <a:pt x="6673" y="3291"/>
                </a:lnTo>
                <a:lnTo>
                  <a:pt x="6672" y="3439"/>
                </a:lnTo>
                <a:lnTo>
                  <a:pt x="5039" y="4774"/>
                </a:lnTo>
                <a:lnTo>
                  <a:pt x="3763" y="3128"/>
                </a:lnTo>
                <a:lnTo>
                  <a:pt x="3816" y="3095"/>
                </a:lnTo>
                <a:cubicBezTo>
                  <a:pt x="4181" y="2862"/>
                  <a:pt x="4556" y="2599"/>
                  <a:pt x="4828" y="2257"/>
                </a:cubicBezTo>
                <a:cubicBezTo>
                  <a:pt x="5122" y="1888"/>
                  <a:pt x="5264" y="1464"/>
                  <a:pt x="5264" y="962"/>
                </a:cubicBezTo>
                <a:cubicBezTo>
                  <a:pt x="5264" y="614"/>
                  <a:pt x="5189" y="285"/>
                  <a:pt x="50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80675" tIns="40325" rIns="80675" bIns="40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442800" y="3657600"/>
            <a:ext cx="431228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/>
          <p:nvPr/>
        </p:nvSpPr>
        <p:spPr>
          <a:xfrm>
            <a:off x="442800" y="1504950"/>
            <a:ext cx="5473701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dt" idx="10"/>
          </p:nvPr>
        </p:nvSpPr>
        <p:spPr>
          <a:xfrm>
            <a:off x="442800" y="3864036"/>
            <a:ext cx="431228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ftr" idx="11"/>
          </p:nvPr>
        </p:nvSpPr>
        <p:spPr>
          <a:xfrm>
            <a:off x="442800" y="1733550"/>
            <a:ext cx="54737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988" y="349250"/>
            <a:ext cx="1828800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Photo Dark - Client">
  <p:cSld name="Title Slide - Photo Dark - Client">
    <p:bg>
      <p:bgPr>
        <a:solidFill>
          <a:schemeClr val="accent5">
            <a:alpha val="69803"/>
          </a:scheme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Google Shape;59;p1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25599" h="14399" extrusionOk="0">
                  <a:moveTo>
                    <a:pt x="22866" y="1924"/>
                  </a:moveTo>
                  <a:lnTo>
                    <a:pt x="22866" y="1924"/>
                  </a:lnTo>
                  <a:cubicBezTo>
                    <a:pt x="22866" y="4186"/>
                    <a:pt x="21457" y="5301"/>
                    <a:pt x="19917" y="6285"/>
                  </a:cubicBezTo>
                  <a:lnTo>
                    <a:pt x="22320" y="9383"/>
                  </a:lnTo>
                  <a:lnTo>
                    <a:pt x="25599" y="6702"/>
                  </a:lnTo>
                  <a:lnTo>
                    <a:pt x="25599" y="0"/>
                  </a:lnTo>
                  <a:lnTo>
                    <a:pt x="22444" y="0"/>
                  </a:lnTo>
                  <a:cubicBezTo>
                    <a:pt x="22718" y="570"/>
                    <a:pt x="22866" y="1223"/>
                    <a:pt x="22866" y="1924"/>
                  </a:cubicBezTo>
                  <a:close/>
                  <a:moveTo>
                    <a:pt x="22135" y="14399"/>
                  </a:moveTo>
                  <a:lnTo>
                    <a:pt x="22135" y="14399"/>
                  </a:lnTo>
                  <a:lnTo>
                    <a:pt x="21685" y="13829"/>
                  </a:lnTo>
                  <a:cubicBezTo>
                    <a:pt x="21459" y="14020"/>
                    <a:pt x="21210" y="14215"/>
                    <a:pt x="20931" y="14399"/>
                  </a:cubicBezTo>
                  <a:lnTo>
                    <a:pt x="22135" y="14399"/>
                  </a:lnTo>
                  <a:close/>
                  <a:moveTo>
                    <a:pt x="12339" y="10418"/>
                  </a:moveTo>
                  <a:lnTo>
                    <a:pt x="12339" y="10418"/>
                  </a:lnTo>
                  <a:cubicBezTo>
                    <a:pt x="12339" y="8024"/>
                    <a:pt x="13815" y="6712"/>
                    <a:pt x="15530" y="5690"/>
                  </a:cubicBezTo>
                  <a:cubicBezTo>
                    <a:pt x="14841" y="4779"/>
                    <a:pt x="14175" y="3740"/>
                    <a:pt x="14175" y="2121"/>
                  </a:cubicBezTo>
                  <a:cubicBezTo>
                    <a:pt x="14175" y="1324"/>
                    <a:pt x="14360" y="609"/>
                    <a:pt x="14687" y="0"/>
                  </a:cubicBezTo>
                  <a:lnTo>
                    <a:pt x="0" y="0"/>
                  </a:lnTo>
                  <a:lnTo>
                    <a:pt x="0" y="14399"/>
                  </a:lnTo>
                  <a:lnTo>
                    <a:pt x="14352" y="14399"/>
                  </a:lnTo>
                  <a:cubicBezTo>
                    <a:pt x="13055" y="13517"/>
                    <a:pt x="12339" y="12085"/>
                    <a:pt x="12339" y="10418"/>
                  </a:cubicBezTo>
                  <a:close/>
                  <a:moveTo>
                    <a:pt x="17356" y="2154"/>
                  </a:moveTo>
                  <a:lnTo>
                    <a:pt x="17356" y="2154"/>
                  </a:lnTo>
                  <a:cubicBezTo>
                    <a:pt x="17356" y="2957"/>
                    <a:pt x="17728" y="3498"/>
                    <a:pt x="18221" y="4115"/>
                  </a:cubicBezTo>
                  <a:cubicBezTo>
                    <a:pt x="19165" y="3560"/>
                    <a:pt x="19783" y="3036"/>
                    <a:pt x="19783" y="2056"/>
                  </a:cubicBezTo>
                  <a:cubicBezTo>
                    <a:pt x="19783" y="1367"/>
                    <a:pt x="19422" y="744"/>
                    <a:pt x="18635" y="744"/>
                  </a:cubicBezTo>
                  <a:cubicBezTo>
                    <a:pt x="17881" y="744"/>
                    <a:pt x="17356" y="1301"/>
                    <a:pt x="17356" y="2154"/>
                  </a:cubicBezTo>
                  <a:close/>
                  <a:moveTo>
                    <a:pt x="25599" y="13611"/>
                  </a:moveTo>
                  <a:lnTo>
                    <a:pt x="25599" y="13611"/>
                  </a:lnTo>
                  <a:lnTo>
                    <a:pt x="25599" y="10608"/>
                  </a:lnTo>
                  <a:lnTo>
                    <a:pt x="24178" y="11778"/>
                  </a:lnTo>
                  <a:lnTo>
                    <a:pt x="25599" y="13611"/>
                  </a:lnTo>
                  <a:close/>
                  <a:moveTo>
                    <a:pt x="15782" y="10320"/>
                  </a:moveTo>
                  <a:lnTo>
                    <a:pt x="15782" y="10320"/>
                  </a:lnTo>
                  <a:cubicBezTo>
                    <a:pt x="15782" y="9172"/>
                    <a:pt x="16307" y="8614"/>
                    <a:pt x="17258" y="7991"/>
                  </a:cubicBezTo>
                  <a:lnTo>
                    <a:pt x="19866" y="11388"/>
                  </a:lnTo>
                  <a:cubicBezTo>
                    <a:pt x="19357" y="11795"/>
                    <a:pt x="18635" y="12254"/>
                    <a:pt x="17750" y="12254"/>
                  </a:cubicBezTo>
                  <a:cubicBezTo>
                    <a:pt x="16700" y="12254"/>
                    <a:pt x="15782" y="11533"/>
                    <a:pt x="15782" y="10320"/>
                  </a:cubicBez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  <a:ln>
              <a:noFill/>
            </a:ln>
          </p:spPr>
          <p:txBody>
            <a:bodyPr spcFirstLastPara="1" wrap="square" lIns="80675" tIns="40325" rIns="80675" bIns="403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442800" y="1504950"/>
              <a:ext cx="5473701" cy="91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" name="Google Shape;61;p12"/>
            <p:cNvGrpSpPr/>
            <p:nvPr/>
          </p:nvGrpSpPr>
          <p:grpSpPr>
            <a:xfrm>
              <a:off x="457199" y="435353"/>
              <a:ext cx="1496699" cy="464131"/>
              <a:chOff x="3638550" y="5445125"/>
              <a:chExt cx="3849688" cy="1193801"/>
            </a:xfrm>
          </p:grpSpPr>
          <p:sp>
            <p:nvSpPr>
              <p:cNvPr id="62" name="Google Shape;62;p12"/>
              <p:cNvSpPr/>
              <p:nvPr/>
            </p:nvSpPr>
            <p:spPr>
              <a:xfrm>
                <a:off x="3638550" y="6369049"/>
                <a:ext cx="169863" cy="204787"/>
              </a:xfrm>
              <a:custGeom>
                <a:avLst/>
                <a:gdLst/>
                <a:ahLst/>
                <a:cxnLst/>
                <a:rect l="l" t="t" r="r" b="b"/>
                <a:pathLst>
                  <a:path w="50" h="60" extrusionOk="0">
                    <a:moveTo>
                      <a:pt x="29" y="0"/>
                    </a:moveTo>
                    <a:cubicBezTo>
                      <a:pt x="36" y="0"/>
                      <a:pt x="40" y="1"/>
                      <a:pt x="43" y="3"/>
                    </a:cubicBezTo>
                    <a:cubicBezTo>
                      <a:pt x="48" y="5"/>
                      <a:pt x="50" y="9"/>
                      <a:pt x="50" y="15"/>
                    </a:cubicBezTo>
                    <a:cubicBezTo>
                      <a:pt x="50" y="28"/>
                      <a:pt x="39" y="37"/>
                      <a:pt x="24" y="37"/>
                    </a:cubicBezTo>
                    <a:cubicBezTo>
                      <a:pt x="22" y="37"/>
                      <a:pt x="22" y="37"/>
                      <a:pt x="18" y="37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29" y="0"/>
                    </a:lnTo>
                    <a:close/>
                    <a:moveTo>
                      <a:pt x="19" y="33"/>
                    </a:moveTo>
                    <a:cubicBezTo>
                      <a:pt x="20" y="33"/>
                      <a:pt x="21" y="33"/>
                      <a:pt x="22" y="33"/>
                    </a:cubicBezTo>
                    <a:cubicBezTo>
                      <a:pt x="35" y="33"/>
                      <a:pt x="42" y="27"/>
                      <a:pt x="42" y="16"/>
                    </a:cubicBezTo>
                    <a:cubicBezTo>
                      <a:pt x="42" y="8"/>
                      <a:pt x="38" y="4"/>
                      <a:pt x="28" y="4"/>
                    </a:cubicBezTo>
                    <a:cubicBezTo>
                      <a:pt x="27" y="4"/>
                      <a:pt x="27" y="4"/>
                      <a:pt x="24" y="4"/>
                    </a:cubicBezTo>
                    <a:lnTo>
                      <a:pt x="19" y="3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2"/>
              <p:cNvSpPr/>
              <p:nvPr/>
            </p:nvSpPr>
            <p:spPr>
              <a:xfrm>
                <a:off x="3808413" y="6427788"/>
                <a:ext cx="13970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41" h="43" extrusionOk="0">
                    <a:moveTo>
                      <a:pt x="39" y="0"/>
                    </a:moveTo>
                    <a:cubicBezTo>
                      <a:pt x="38" y="2"/>
                      <a:pt x="37" y="6"/>
                      <a:pt x="36" y="13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32"/>
                      <a:pt x="32" y="33"/>
                      <a:pt x="32" y="35"/>
                    </a:cubicBezTo>
                    <a:cubicBezTo>
                      <a:pt x="32" y="37"/>
                      <a:pt x="33" y="38"/>
                      <a:pt x="36" y="38"/>
                    </a:cubicBezTo>
                    <a:cubicBezTo>
                      <a:pt x="37" y="38"/>
                      <a:pt x="38" y="38"/>
                      <a:pt x="41" y="38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35" y="43"/>
                      <a:pt x="33" y="43"/>
                      <a:pt x="30" y="43"/>
                    </a:cubicBezTo>
                    <a:cubicBezTo>
                      <a:pt x="27" y="43"/>
                      <a:pt x="25" y="41"/>
                      <a:pt x="25" y="36"/>
                    </a:cubicBezTo>
                    <a:cubicBezTo>
                      <a:pt x="20" y="41"/>
                      <a:pt x="16" y="43"/>
                      <a:pt x="12" y="43"/>
                    </a:cubicBezTo>
                    <a:cubicBezTo>
                      <a:pt x="4" y="43"/>
                      <a:pt x="0" y="37"/>
                      <a:pt x="0" y="28"/>
                    </a:cubicBezTo>
                    <a:cubicBezTo>
                      <a:pt x="0" y="12"/>
                      <a:pt x="11" y="0"/>
                      <a:pt x="24" y="0"/>
                    </a:cubicBezTo>
                    <a:cubicBezTo>
                      <a:pt x="27" y="0"/>
                      <a:pt x="30" y="1"/>
                      <a:pt x="33" y="2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39" y="0"/>
                    </a:lnTo>
                    <a:close/>
                    <a:moveTo>
                      <a:pt x="26" y="4"/>
                    </a:moveTo>
                    <a:cubicBezTo>
                      <a:pt x="26" y="3"/>
                      <a:pt x="25" y="3"/>
                      <a:pt x="25" y="3"/>
                    </a:cubicBezTo>
                    <a:cubicBezTo>
                      <a:pt x="15" y="3"/>
                      <a:pt x="7" y="14"/>
                      <a:pt x="7" y="27"/>
                    </a:cubicBezTo>
                    <a:cubicBezTo>
                      <a:pt x="7" y="34"/>
                      <a:pt x="10" y="38"/>
                      <a:pt x="15" y="38"/>
                    </a:cubicBezTo>
                    <a:cubicBezTo>
                      <a:pt x="18" y="38"/>
                      <a:pt x="21" y="37"/>
                      <a:pt x="25" y="32"/>
                    </a:cubicBezTo>
                    <a:cubicBezTo>
                      <a:pt x="30" y="9"/>
                      <a:pt x="30" y="9"/>
                      <a:pt x="30" y="9"/>
                    </a:cubicBezTo>
                    <a:lnTo>
                      <a:pt x="26" y="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2"/>
              <p:cNvSpPr/>
              <p:nvPr/>
            </p:nvSpPr>
            <p:spPr>
              <a:xfrm>
                <a:off x="3968751" y="6427788"/>
                <a:ext cx="111126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3" h="43" extrusionOk="0">
                    <a:moveTo>
                      <a:pt x="15" y="0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8" y="4"/>
                      <a:pt x="23" y="0"/>
                      <a:pt x="28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0" y="10"/>
                      <a:pt x="2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16" y="9"/>
                      <a:pt x="13" y="13"/>
                      <a:pt x="11" y="22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2"/>
              <p:cNvSpPr/>
              <p:nvPr/>
            </p:nvSpPr>
            <p:spPr>
              <a:xfrm>
                <a:off x="4094162" y="6399212"/>
                <a:ext cx="87313" cy="174624"/>
              </a:xfrm>
              <a:custGeom>
                <a:avLst/>
                <a:gdLst/>
                <a:ahLst/>
                <a:cxnLst/>
                <a:rect l="l" t="t" r="r" b="b"/>
                <a:pathLst>
                  <a:path w="26" h="51" extrusionOk="0">
                    <a:moveTo>
                      <a:pt x="15" y="0"/>
                    </a:moveTo>
                    <a:cubicBezTo>
                      <a:pt x="13" y="10"/>
                      <a:pt x="13" y="10"/>
                      <a:pt x="13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9"/>
                      <a:pt x="8" y="40"/>
                      <a:pt x="8" y="41"/>
                    </a:cubicBezTo>
                    <a:cubicBezTo>
                      <a:pt x="8" y="44"/>
                      <a:pt x="9" y="46"/>
                      <a:pt x="13" y="46"/>
                    </a:cubicBezTo>
                    <a:cubicBezTo>
                      <a:pt x="15" y="46"/>
                      <a:pt x="18" y="46"/>
                      <a:pt x="21" y="44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15" y="50"/>
                      <a:pt x="11" y="51"/>
                      <a:pt x="7" y="51"/>
                    </a:cubicBezTo>
                    <a:cubicBezTo>
                      <a:pt x="3" y="51"/>
                      <a:pt x="0" y="48"/>
                      <a:pt x="0" y="43"/>
                    </a:cubicBezTo>
                    <a:cubicBezTo>
                      <a:pt x="0" y="41"/>
                      <a:pt x="0" y="40"/>
                      <a:pt x="1" y="37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11" y="0"/>
                      <a:pt x="11" y="0"/>
                      <a:pt x="11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4246563" y="6427788"/>
                <a:ext cx="128588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8" h="43" extrusionOk="0">
                    <a:moveTo>
                      <a:pt x="38" y="17"/>
                    </a:moveTo>
                    <a:cubicBezTo>
                      <a:pt x="38" y="31"/>
                      <a:pt x="28" y="43"/>
                      <a:pt x="15" y="43"/>
                    </a:cubicBezTo>
                    <a:cubicBezTo>
                      <a:pt x="6" y="43"/>
                      <a:pt x="0" y="37"/>
                      <a:pt x="0" y="27"/>
                    </a:cubicBezTo>
                    <a:cubicBezTo>
                      <a:pt x="0" y="12"/>
                      <a:pt x="10" y="0"/>
                      <a:pt x="23" y="0"/>
                    </a:cubicBezTo>
                    <a:cubicBezTo>
                      <a:pt x="32" y="0"/>
                      <a:pt x="38" y="7"/>
                      <a:pt x="38" y="17"/>
                    </a:cubicBezTo>
                    <a:close/>
                    <a:moveTo>
                      <a:pt x="8" y="26"/>
                    </a:moveTo>
                    <a:cubicBezTo>
                      <a:pt x="8" y="35"/>
                      <a:pt x="11" y="40"/>
                      <a:pt x="16" y="40"/>
                    </a:cubicBezTo>
                    <a:cubicBezTo>
                      <a:pt x="24" y="40"/>
                      <a:pt x="30" y="30"/>
                      <a:pt x="30" y="17"/>
                    </a:cubicBezTo>
                    <a:cubicBezTo>
                      <a:pt x="30" y="8"/>
                      <a:pt x="27" y="4"/>
                      <a:pt x="21" y="4"/>
                    </a:cubicBezTo>
                    <a:cubicBezTo>
                      <a:pt x="14" y="4"/>
                      <a:pt x="8" y="14"/>
                      <a:pt x="8" y="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4344988" y="6351589"/>
                <a:ext cx="166689" cy="287337"/>
              </a:xfrm>
              <a:custGeom>
                <a:avLst/>
                <a:gdLst/>
                <a:ahLst/>
                <a:cxnLst/>
                <a:rect l="l" t="t" r="r" b="b"/>
                <a:pathLst>
                  <a:path w="49" h="84" extrusionOk="0">
                    <a:moveTo>
                      <a:pt x="37" y="4"/>
                    </a:moveTo>
                    <a:cubicBezTo>
                      <a:pt x="34" y="6"/>
                      <a:pt x="31" y="13"/>
                      <a:pt x="29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4" y="63"/>
                      <a:pt x="22" y="68"/>
                      <a:pt x="19" y="73"/>
                    </a:cubicBezTo>
                    <a:cubicBezTo>
                      <a:pt x="14" y="80"/>
                      <a:pt x="9" y="84"/>
                      <a:pt x="5" y="84"/>
                    </a:cubicBezTo>
                    <a:cubicBezTo>
                      <a:pt x="2" y="84"/>
                      <a:pt x="0" y="82"/>
                      <a:pt x="0" y="79"/>
                    </a:cubicBezTo>
                    <a:cubicBezTo>
                      <a:pt x="0" y="77"/>
                      <a:pt x="0" y="76"/>
                      <a:pt x="2" y="75"/>
                    </a:cubicBezTo>
                    <a:cubicBezTo>
                      <a:pt x="11" y="78"/>
                      <a:pt x="11" y="78"/>
                      <a:pt x="11" y="78"/>
                    </a:cubicBezTo>
                    <a:cubicBezTo>
                      <a:pt x="15" y="74"/>
                      <a:pt x="16" y="69"/>
                      <a:pt x="18" y="54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6" y="9"/>
                      <a:pt x="33" y="0"/>
                      <a:pt x="41" y="0"/>
                    </a:cubicBezTo>
                    <a:cubicBezTo>
                      <a:pt x="45" y="0"/>
                      <a:pt x="49" y="2"/>
                      <a:pt x="49" y="5"/>
                    </a:cubicBezTo>
                    <a:cubicBezTo>
                      <a:pt x="49" y="8"/>
                      <a:pt x="47" y="9"/>
                      <a:pt x="44" y="10"/>
                    </a:cubicBezTo>
                    <a:lnTo>
                      <a:pt x="37" y="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4551364" y="6399212"/>
                <a:ext cx="85726" cy="174624"/>
              </a:xfrm>
              <a:custGeom>
                <a:avLst/>
                <a:gdLst/>
                <a:ahLst/>
                <a:cxnLst/>
                <a:rect l="l" t="t" r="r" b="b"/>
                <a:pathLst>
                  <a:path w="25" h="51" extrusionOk="0">
                    <a:moveTo>
                      <a:pt x="14" y="0"/>
                    </a:moveTo>
                    <a:cubicBezTo>
                      <a:pt x="13" y="10"/>
                      <a:pt x="13" y="10"/>
                      <a:pt x="1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7" y="44"/>
                      <a:pt x="9" y="46"/>
                      <a:pt x="12" y="46"/>
                    </a:cubicBezTo>
                    <a:cubicBezTo>
                      <a:pt x="14" y="46"/>
                      <a:pt x="17" y="46"/>
                      <a:pt x="20" y="44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14" y="50"/>
                      <a:pt x="10" y="51"/>
                      <a:pt x="7" y="51"/>
                    </a:cubicBezTo>
                    <a:cubicBezTo>
                      <a:pt x="2" y="51"/>
                      <a:pt x="0" y="48"/>
                      <a:pt x="0" y="43"/>
                    </a:cubicBezTo>
                    <a:cubicBezTo>
                      <a:pt x="0" y="41"/>
                      <a:pt x="0" y="40"/>
                      <a:pt x="0" y="37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4640262" y="6351589"/>
                <a:ext cx="146050" cy="222249"/>
              </a:xfrm>
              <a:custGeom>
                <a:avLst/>
                <a:gdLst/>
                <a:ahLst/>
                <a:cxnLst/>
                <a:rect l="l" t="t" r="r" b="b"/>
                <a:pathLst>
                  <a:path w="43" h="65" extrusionOk="0">
                    <a:moveTo>
                      <a:pt x="21" y="0"/>
                    </a:moveTo>
                    <a:cubicBezTo>
                      <a:pt x="19" y="6"/>
                      <a:pt x="18" y="10"/>
                      <a:pt x="17" y="15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22" y="24"/>
                      <a:pt x="27" y="22"/>
                      <a:pt x="31" y="22"/>
                    </a:cubicBezTo>
                    <a:cubicBezTo>
                      <a:pt x="36" y="22"/>
                      <a:pt x="39" y="25"/>
                      <a:pt x="39" y="29"/>
                    </a:cubicBezTo>
                    <a:cubicBezTo>
                      <a:pt x="39" y="31"/>
                      <a:pt x="38" y="33"/>
                      <a:pt x="37" y="37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4" y="53"/>
                      <a:pt x="33" y="55"/>
                      <a:pt x="33" y="56"/>
                    </a:cubicBezTo>
                    <a:cubicBezTo>
                      <a:pt x="33" y="59"/>
                      <a:pt x="35" y="61"/>
                      <a:pt x="38" y="61"/>
                    </a:cubicBezTo>
                    <a:cubicBezTo>
                      <a:pt x="39" y="61"/>
                      <a:pt x="41" y="60"/>
                      <a:pt x="43" y="60"/>
                    </a:cubicBezTo>
                    <a:cubicBezTo>
                      <a:pt x="43" y="62"/>
                      <a:pt x="43" y="62"/>
                      <a:pt x="43" y="62"/>
                    </a:cubicBezTo>
                    <a:cubicBezTo>
                      <a:pt x="38" y="64"/>
                      <a:pt x="35" y="65"/>
                      <a:pt x="32" y="65"/>
                    </a:cubicBezTo>
                    <a:cubicBezTo>
                      <a:pt x="28" y="65"/>
                      <a:pt x="26" y="63"/>
                      <a:pt x="26" y="60"/>
                    </a:cubicBezTo>
                    <a:cubicBezTo>
                      <a:pt x="26" y="58"/>
                      <a:pt x="26" y="57"/>
                      <a:pt x="26" y="55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1" y="36"/>
                      <a:pt x="31" y="34"/>
                      <a:pt x="31" y="33"/>
                    </a:cubicBezTo>
                    <a:cubicBezTo>
                      <a:pt x="31" y="29"/>
                      <a:pt x="29" y="27"/>
                      <a:pt x="27" y="27"/>
                    </a:cubicBezTo>
                    <a:cubicBezTo>
                      <a:pt x="23" y="27"/>
                      <a:pt x="19" y="30"/>
                      <a:pt x="13" y="35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4803774" y="6427788"/>
                <a:ext cx="10477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1" h="43" extrusionOk="0">
                    <a:moveTo>
                      <a:pt x="30" y="35"/>
                    </a:moveTo>
                    <a:cubicBezTo>
                      <a:pt x="24" y="41"/>
                      <a:pt x="19" y="43"/>
                      <a:pt x="13" y="43"/>
                    </a:cubicBezTo>
                    <a:cubicBezTo>
                      <a:pt x="5" y="43"/>
                      <a:pt x="0" y="37"/>
                      <a:pt x="0" y="27"/>
                    </a:cubicBezTo>
                    <a:cubicBezTo>
                      <a:pt x="0" y="18"/>
                      <a:pt x="4" y="10"/>
                      <a:pt x="11" y="5"/>
                    </a:cubicBezTo>
                    <a:cubicBezTo>
                      <a:pt x="14" y="2"/>
                      <a:pt x="19" y="0"/>
                      <a:pt x="22" y="0"/>
                    </a:cubicBezTo>
                    <a:cubicBezTo>
                      <a:pt x="28" y="0"/>
                      <a:pt x="31" y="4"/>
                      <a:pt x="31" y="9"/>
                    </a:cubicBezTo>
                    <a:cubicBezTo>
                      <a:pt x="31" y="17"/>
                      <a:pt x="23" y="22"/>
                      <a:pt x="7" y="23"/>
                    </a:cubicBezTo>
                    <a:cubicBezTo>
                      <a:pt x="7" y="24"/>
                      <a:pt x="7" y="26"/>
                      <a:pt x="7" y="27"/>
                    </a:cubicBezTo>
                    <a:cubicBezTo>
                      <a:pt x="7" y="34"/>
                      <a:pt x="10" y="38"/>
                      <a:pt x="16" y="38"/>
                    </a:cubicBezTo>
                    <a:cubicBezTo>
                      <a:pt x="20" y="38"/>
                      <a:pt x="25" y="36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20" y="17"/>
                    </a:moveTo>
                    <a:cubicBezTo>
                      <a:pt x="23" y="14"/>
                      <a:pt x="25" y="12"/>
                      <a:pt x="25" y="9"/>
                    </a:cubicBezTo>
                    <a:cubicBezTo>
                      <a:pt x="25" y="6"/>
                      <a:pt x="23" y="4"/>
                      <a:pt x="20" y="4"/>
                    </a:cubicBezTo>
                    <a:cubicBezTo>
                      <a:pt x="15" y="4"/>
                      <a:pt x="10" y="10"/>
                      <a:pt x="8" y="20"/>
                    </a:cubicBezTo>
                    <a:cubicBezTo>
                      <a:pt x="13" y="20"/>
                      <a:pt x="17" y="19"/>
                      <a:pt x="20" y="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4976813" y="6369049"/>
                <a:ext cx="169863" cy="204787"/>
              </a:xfrm>
              <a:custGeom>
                <a:avLst/>
                <a:gdLst/>
                <a:ahLst/>
                <a:cxnLst/>
                <a:rect l="l" t="t" r="r" b="b"/>
                <a:pathLst>
                  <a:path w="50" h="60" extrusionOk="0">
                    <a:moveTo>
                      <a:pt x="28" y="0"/>
                    </a:moveTo>
                    <a:cubicBezTo>
                      <a:pt x="36" y="0"/>
                      <a:pt x="40" y="1"/>
                      <a:pt x="43" y="3"/>
                    </a:cubicBezTo>
                    <a:cubicBezTo>
                      <a:pt x="48" y="5"/>
                      <a:pt x="50" y="9"/>
                      <a:pt x="50" y="15"/>
                    </a:cubicBezTo>
                    <a:cubicBezTo>
                      <a:pt x="50" y="28"/>
                      <a:pt x="39" y="37"/>
                      <a:pt x="23" y="37"/>
                    </a:cubicBezTo>
                    <a:cubicBezTo>
                      <a:pt x="22" y="37"/>
                      <a:pt x="21" y="37"/>
                      <a:pt x="18" y="37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28" y="0"/>
                    </a:lnTo>
                    <a:close/>
                    <a:moveTo>
                      <a:pt x="18" y="33"/>
                    </a:moveTo>
                    <a:cubicBezTo>
                      <a:pt x="20" y="33"/>
                      <a:pt x="21" y="33"/>
                      <a:pt x="22" y="33"/>
                    </a:cubicBezTo>
                    <a:cubicBezTo>
                      <a:pt x="35" y="33"/>
                      <a:pt x="42" y="27"/>
                      <a:pt x="42" y="16"/>
                    </a:cubicBezTo>
                    <a:cubicBezTo>
                      <a:pt x="42" y="8"/>
                      <a:pt x="37" y="4"/>
                      <a:pt x="28" y="4"/>
                    </a:cubicBezTo>
                    <a:cubicBezTo>
                      <a:pt x="27" y="4"/>
                      <a:pt x="27" y="4"/>
                      <a:pt x="24" y="4"/>
                    </a:cubicBezTo>
                    <a:lnTo>
                      <a:pt x="18" y="3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5156201" y="6427788"/>
                <a:ext cx="20637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61" h="43" extrusionOk="0">
                    <a:moveTo>
                      <a:pt x="13" y="0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25" y="16"/>
                      <a:pt x="27" y="12"/>
                      <a:pt x="31" y="2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12"/>
                      <a:pt x="38" y="21"/>
                      <a:pt x="39" y="36"/>
                    </a:cubicBezTo>
                    <a:cubicBezTo>
                      <a:pt x="41" y="33"/>
                      <a:pt x="42" y="32"/>
                      <a:pt x="43" y="30"/>
                    </a:cubicBezTo>
                    <a:cubicBezTo>
                      <a:pt x="48" y="23"/>
                      <a:pt x="52" y="17"/>
                      <a:pt x="53" y="12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3" y="1"/>
                      <a:pt x="54" y="0"/>
                      <a:pt x="56" y="0"/>
                    </a:cubicBezTo>
                    <a:cubicBezTo>
                      <a:pt x="59" y="0"/>
                      <a:pt x="61" y="2"/>
                      <a:pt x="61" y="5"/>
                    </a:cubicBezTo>
                    <a:cubicBezTo>
                      <a:pt x="61" y="11"/>
                      <a:pt x="56" y="19"/>
                      <a:pt x="38" y="43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7" y="20"/>
                      <a:pt x="23" y="26"/>
                      <a:pt x="14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5373689" y="6365872"/>
                <a:ext cx="173037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51" h="62" extrusionOk="0">
                    <a:moveTo>
                      <a:pt x="49" y="17"/>
                    </a:move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1" y="5"/>
                      <a:pt x="39" y="5"/>
                      <a:pt x="35" y="5"/>
                    </a:cubicBezTo>
                    <a:cubicBezTo>
                      <a:pt x="20" y="5"/>
                      <a:pt x="9" y="19"/>
                      <a:pt x="9" y="38"/>
                    </a:cubicBezTo>
                    <a:cubicBezTo>
                      <a:pt x="9" y="50"/>
                      <a:pt x="15" y="57"/>
                      <a:pt x="27" y="57"/>
                    </a:cubicBezTo>
                    <a:cubicBezTo>
                      <a:pt x="29" y="57"/>
                      <a:pt x="31" y="57"/>
                      <a:pt x="34" y="56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40" y="45"/>
                      <a:pt x="40" y="45"/>
                      <a:pt x="40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4" y="61"/>
                      <a:pt x="29" y="62"/>
                      <a:pt x="24" y="62"/>
                    </a:cubicBezTo>
                    <a:cubicBezTo>
                      <a:pt x="9" y="62"/>
                      <a:pt x="0" y="52"/>
                      <a:pt x="0" y="37"/>
                    </a:cubicBezTo>
                    <a:cubicBezTo>
                      <a:pt x="0" y="17"/>
                      <a:pt x="16" y="0"/>
                      <a:pt x="35" y="0"/>
                    </a:cubicBezTo>
                    <a:cubicBezTo>
                      <a:pt x="40" y="0"/>
                      <a:pt x="45" y="1"/>
                      <a:pt x="51" y="3"/>
                    </a:cubicBezTo>
                    <a:lnTo>
                      <a:pt x="49" y="1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5611813" y="6427785"/>
                <a:ext cx="146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43" h="43" extrusionOk="0">
                    <a:moveTo>
                      <a:pt x="15" y="0"/>
                    </a:moveTo>
                    <a:cubicBezTo>
                      <a:pt x="14" y="9"/>
                      <a:pt x="14" y="9"/>
                      <a:pt x="14" y="9"/>
                    </a:cubicBezTo>
                    <a:cubicBezTo>
                      <a:pt x="22" y="2"/>
                      <a:pt x="26" y="0"/>
                      <a:pt x="31" y="0"/>
                    </a:cubicBezTo>
                    <a:cubicBezTo>
                      <a:pt x="35" y="0"/>
                      <a:pt x="38" y="3"/>
                      <a:pt x="38" y="7"/>
                    </a:cubicBezTo>
                    <a:cubicBezTo>
                      <a:pt x="38" y="9"/>
                      <a:pt x="38" y="10"/>
                      <a:pt x="37" y="15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32"/>
                      <a:pt x="33" y="33"/>
                      <a:pt x="33" y="34"/>
                    </a:cubicBezTo>
                    <a:cubicBezTo>
                      <a:pt x="33" y="37"/>
                      <a:pt x="35" y="39"/>
                      <a:pt x="38" y="39"/>
                    </a:cubicBezTo>
                    <a:cubicBezTo>
                      <a:pt x="39" y="39"/>
                      <a:pt x="40" y="38"/>
                      <a:pt x="43" y="38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37" y="43"/>
                      <a:pt x="35" y="43"/>
                      <a:pt x="32" y="43"/>
                    </a:cubicBezTo>
                    <a:cubicBezTo>
                      <a:pt x="28" y="43"/>
                      <a:pt x="26" y="41"/>
                      <a:pt x="26" y="38"/>
                    </a:cubicBezTo>
                    <a:cubicBezTo>
                      <a:pt x="26" y="37"/>
                      <a:pt x="26" y="35"/>
                      <a:pt x="26" y="33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1" y="15"/>
                      <a:pt x="31" y="12"/>
                      <a:pt x="31" y="11"/>
                    </a:cubicBezTo>
                    <a:cubicBezTo>
                      <a:pt x="31" y="7"/>
                      <a:pt x="29" y="5"/>
                      <a:pt x="26" y="5"/>
                    </a:cubicBezTo>
                    <a:cubicBezTo>
                      <a:pt x="23" y="5"/>
                      <a:pt x="19" y="8"/>
                      <a:pt x="13" y="1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5773738" y="6427785"/>
                <a:ext cx="106362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1" h="43" extrusionOk="0">
                    <a:moveTo>
                      <a:pt x="30" y="35"/>
                    </a:moveTo>
                    <a:cubicBezTo>
                      <a:pt x="24" y="41"/>
                      <a:pt x="19" y="43"/>
                      <a:pt x="13" y="43"/>
                    </a:cubicBezTo>
                    <a:cubicBezTo>
                      <a:pt x="5" y="43"/>
                      <a:pt x="0" y="37"/>
                      <a:pt x="0" y="27"/>
                    </a:cubicBezTo>
                    <a:cubicBezTo>
                      <a:pt x="0" y="18"/>
                      <a:pt x="4" y="10"/>
                      <a:pt x="10" y="5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7" y="0"/>
                      <a:pt x="31" y="4"/>
                      <a:pt x="31" y="9"/>
                    </a:cubicBezTo>
                    <a:cubicBezTo>
                      <a:pt x="31" y="17"/>
                      <a:pt x="22" y="22"/>
                      <a:pt x="7" y="23"/>
                    </a:cubicBezTo>
                    <a:cubicBezTo>
                      <a:pt x="7" y="24"/>
                      <a:pt x="7" y="26"/>
                      <a:pt x="7" y="27"/>
                    </a:cubicBezTo>
                    <a:cubicBezTo>
                      <a:pt x="7" y="34"/>
                      <a:pt x="10" y="38"/>
                      <a:pt x="16" y="38"/>
                    </a:cubicBezTo>
                    <a:cubicBezTo>
                      <a:pt x="20" y="38"/>
                      <a:pt x="24" y="36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19" y="17"/>
                    </a:moveTo>
                    <a:cubicBezTo>
                      <a:pt x="23" y="14"/>
                      <a:pt x="25" y="12"/>
                      <a:pt x="25" y="9"/>
                    </a:cubicBezTo>
                    <a:cubicBezTo>
                      <a:pt x="25" y="6"/>
                      <a:pt x="23" y="4"/>
                      <a:pt x="20" y="4"/>
                    </a:cubicBezTo>
                    <a:cubicBezTo>
                      <a:pt x="15" y="4"/>
                      <a:pt x="10" y="10"/>
                      <a:pt x="7" y="20"/>
                    </a:cubicBezTo>
                    <a:cubicBezTo>
                      <a:pt x="13" y="20"/>
                      <a:pt x="16" y="19"/>
                      <a:pt x="19" y="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5902326" y="6399209"/>
                <a:ext cx="88900" cy="174624"/>
              </a:xfrm>
              <a:custGeom>
                <a:avLst/>
                <a:gdLst/>
                <a:ahLst/>
                <a:cxnLst/>
                <a:rect l="l" t="t" r="r" b="b"/>
                <a:pathLst>
                  <a:path w="26" h="51" extrusionOk="0">
                    <a:moveTo>
                      <a:pt x="15" y="0"/>
                    </a:moveTo>
                    <a:cubicBezTo>
                      <a:pt x="13" y="10"/>
                      <a:pt x="13" y="10"/>
                      <a:pt x="13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9"/>
                      <a:pt x="8" y="40"/>
                      <a:pt x="8" y="41"/>
                    </a:cubicBezTo>
                    <a:cubicBezTo>
                      <a:pt x="8" y="44"/>
                      <a:pt x="9" y="46"/>
                      <a:pt x="13" y="46"/>
                    </a:cubicBezTo>
                    <a:cubicBezTo>
                      <a:pt x="15" y="46"/>
                      <a:pt x="18" y="46"/>
                      <a:pt x="21" y="44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15" y="50"/>
                      <a:pt x="11" y="51"/>
                      <a:pt x="7" y="51"/>
                    </a:cubicBezTo>
                    <a:cubicBezTo>
                      <a:pt x="3" y="51"/>
                      <a:pt x="0" y="48"/>
                      <a:pt x="0" y="43"/>
                    </a:cubicBezTo>
                    <a:cubicBezTo>
                      <a:pt x="0" y="41"/>
                      <a:pt x="1" y="40"/>
                      <a:pt x="1" y="37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11" y="0"/>
                      <a:pt x="11" y="0"/>
                      <a:pt x="11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6000751" y="6427785"/>
                <a:ext cx="204787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60" h="43" extrusionOk="0">
                    <a:moveTo>
                      <a:pt x="13" y="0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25" y="16"/>
                      <a:pt x="27" y="12"/>
                      <a:pt x="31" y="2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12"/>
                      <a:pt x="38" y="21"/>
                      <a:pt x="39" y="36"/>
                    </a:cubicBezTo>
                    <a:cubicBezTo>
                      <a:pt x="41" y="33"/>
                      <a:pt x="42" y="32"/>
                      <a:pt x="43" y="30"/>
                    </a:cubicBezTo>
                    <a:cubicBezTo>
                      <a:pt x="48" y="23"/>
                      <a:pt x="52" y="17"/>
                      <a:pt x="53" y="1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3" y="1"/>
                      <a:pt x="54" y="0"/>
                      <a:pt x="56" y="0"/>
                    </a:cubicBezTo>
                    <a:cubicBezTo>
                      <a:pt x="59" y="0"/>
                      <a:pt x="60" y="2"/>
                      <a:pt x="60" y="5"/>
                    </a:cubicBezTo>
                    <a:cubicBezTo>
                      <a:pt x="60" y="11"/>
                      <a:pt x="56" y="19"/>
                      <a:pt x="38" y="43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7" y="20"/>
                      <a:pt x="23" y="26"/>
                      <a:pt x="14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6208714" y="6427785"/>
                <a:ext cx="128588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8" h="43" extrusionOk="0">
                    <a:moveTo>
                      <a:pt x="38" y="17"/>
                    </a:moveTo>
                    <a:cubicBezTo>
                      <a:pt x="38" y="31"/>
                      <a:pt x="28" y="43"/>
                      <a:pt x="15" y="43"/>
                    </a:cubicBezTo>
                    <a:cubicBezTo>
                      <a:pt x="6" y="43"/>
                      <a:pt x="0" y="37"/>
                      <a:pt x="0" y="27"/>
                    </a:cubicBezTo>
                    <a:cubicBezTo>
                      <a:pt x="0" y="12"/>
                      <a:pt x="10" y="0"/>
                      <a:pt x="23" y="0"/>
                    </a:cubicBezTo>
                    <a:cubicBezTo>
                      <a:pt x="32" y="0"/>
                      <a:pt x="38" y="7"/>
                      <a:pt x="38" y="17"/>
                    </a:cubicBezTo>
                    <a:close/>
                    <a:moveTo>
                      <a:pt x="8" y="26"/>
                    </a:moveTo>
                    <a:cubicBezTo>
                      <a:pt x="8" y="35"/>
                      <a:pt x="11" y="40"/>
                      <a:pt x="16" y="40"/>
                    </a:cubicBezTo>
                    <a:cubicBezTo>
                      <a:pt x="24" y="40"/>
                      <a:pt x="30" y="30"/>
                      <a:pt x="30" y="17"/>
                    </a:cubicBezTo>
                    <a:cubicBezTo>
                      <a:pt x="30" y="8"/>
                      <a:pt x="27" y="4"/>
                      <a:pt x="22" y="4"/>
                    </a:cubicBezTo>
                    <a:cubicBezTo>
                      <a:pt x="14" y="4"/>
                      <a:pt x="8" y="14"/>
                      <a:pt x="8" y="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6354762" y="6427785"/>
                <a:ext cx="111126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33" h="43" extrusionOk="0">
                    <a:moveTo>
                      <a:pt x="15" y="0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9" y="4"/>
                      <a:pt x="23" y="0"/>
                      <a:pt x="28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0" y="10"/>
                      <a:pt x="2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16" y="9"/>
                      <a:pt x="13" y="13"/>
                      <a:pt x="11" y="22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6465888" y="6351589"/>
                <a:ext cx="139700" cy="222249"/>
              </a:xfrm>
              <a:custGeom>
                <a:avLst/>
                <a:gdLst/>
                <a:ahLst/>
                <a:cxnLst/>
                <a:rect l="l" t="t" r="r" b="b"/>
                <a:pathLst>
                  <a:path w="41" h="65" extrusionOk="0">
                    <a:moveTo>
                      <a:pt x="20" y="0"/>
                    </a:moveTo>
                    <a:cubicBezTo>
                      <a:pt x="11" y="44"/>
                      <a:pt x="11" y="44"/>
                      <a:pt x="11" y="44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30" y="24"/>
                      <a:pt x="33" y="22"/>
                      <a:pt x="35" y="22"/>
                    </a:cubicBezTo>
                    <a:cubicBezTo>
                      <a:pt x="38" y="22"/>
                      <a:pt x="40" y="24"/>
                      <a:pt x="40" y="27"/>
                    </a:cubicBezTo>
                    <a:cubicBezTo>
                      <a:pt x="40" y="29"/>
                      <a:pt x="39" y="30"/>
                      <a:pt x="35" y="32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28" y="31"/>
                      <a:pt x="26" y="33"/>
                      <a:pt x="21" y="38"/>
                    </a:cubicBezTo>
                    <a:cubicBezTo>
                      <a:pt x="25" y="49"/>
                      <a:pt x="26" y="51"/>
                      <a:pt x="29" y="55"/>
                    </a:cubicBezTo>
                    <a:cubicBezTo>
                      <a:pt x="31" y="59"/>
                      <a:pt x="34" y="61"/>
                      <a:pt x="37" y="61"/>
                    </a:cubicBezTo>
                    <a:cubicBezTo>
                      <a:pt x="38" y="61"/>
                      <a:pt x="40" y="61"/>
                      <a:pt x="41" y="60"/>
                    </a:cubicBezTo>
                    <a:cubicBezTo>
                      <a:pt x="41" y="63"/>
                      <a:pt x="41" y="63"/>
                      <a:pt x="41" y="63"/>
                    </a:cubicBezTo>
                    <a:cubicBezTo>
                      <a:pt x="36" y="64"/>
                      <a:pt x="33" y="65"/>
                      <a:pt x="31" y="65"/>
                    </a:cubicBezTo>
                    <a:cubicBezTo>
                      <a:pt x="28" y="65"/>
                      <a:pt x="25" y="63"/>
                      <a:pt x="23" y="58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3638550" y="5445125"/>
                <a:ext cx="3849688" cy="822325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241" extrusionOk="0">
                    <a:moveTo>
                      <a:pt x="750" y="182"/>
                    </a:moveTo>
                    <a:cubicBezTo>
                      <a:pt x="786" y="188"/>
                      <a:pt x="786" y="188"/>
                      <a:pt x="786" y="188"/>
                    </a:cubicBezTo>
                    <a:cubicBezTo>
                      <a:pt x="797" y="190"/>
                      <a:pt x="804" y="194"/>
                      <a:pt x="804" y="203"/>
                    </a:cubicBezTo>
                    <a:cubicBezTo>
                      <a:pt x="804" y="216"/>
                      <a:pt x="793" y="224"/>
                      <a:pt x="778" y="224"/>
                    </a:cubicBezTo>
                    <a:cubicBezTo>
                      <a:pt x="761" y="224"/>
                      <a:pt x="748" y="212"/>
                      <a:pt x="748" y="196"/>
                    </a:cubicBezTo>
                    <a:cubicBezTo>
                      <a:pt x="748" y="192"/>
                      <a:pt x="748" y="187"/>
                      <a:pt x="750" y="182"/>
                    </a:cubicBezTo>
                    <a:close/>
                    <a:moveTo>
                      <a:pt x="423" y="119"/>
                    </a:moveTo>
                    <a:cubicBezTo>
                      <a:pt x="423" y="157"/>
                      <a:pt x="423" y="157"/>
                      <a:pt x="423" y="157"/>
                    </a:cubicBezTo>
                    <a:cubicBezTo>
                      <a:pt x="413" y="161"/>
                      <a:pt x="409" y="162"/>
                      <a:pt x="403" y="162"/>
                    </a:cubicBezTo>
                    <a:cubicBezTo>
                      <a:pt x="392" y="162"/>
                      <a:pt x="385" y="155"/>
                      <a:pt x="385" y="144"/>
                    </a:cubicBezTo>
                    <a:cubicBezTo>
                      <a:pt x="385" y="135"/>
                      <a:pt x="389" y="129"/>
                      <a:pt x="399" y="125"/>
                    </a:cubicBezTo>
                    <a:cubicBezTo>
                      <a:pt x="405" y="122"/>
                      <a:pt x="408" y="122"/>
                      <a:pt x="423" y="119"/>
                    </a:cubicBezTo>
                    <a:close/>
                    <a:moveTo>
                      <a:pt x="1061" y="145"/>
                    </a:moveTo>
                    <a:cubicBezTo>
                      <a:pt x="1055" y="149"/>
                      <a:pt x="1048" y="154"/>
                      <a:pt x="1038" y="154"/>
                    </a:cubicBezTo>
                    <a:cubicBezTo>
                      <a:pt x="1027" y="154"/>
                      <a:pt x="1017" y="147"/>
                      <a:pt x="1017" y="134"/>
                    </a:cubicBezTo>
                    <a:cubicBezTo>
                      <a:pt x="1017" y="122"/>
                      <a:pt x="1023" y="116"/>
                      <a:pt x="1033" y="109"/>
                    </a:cubicBezTo>
                    <a:lnTo>
                      <a:pt x="1061" y="145"/>
                    </a:lnTo>
                    <a:close/>
                    <a:moveTo>
                      <a:pt x="659" y="105"/>
                    </a:moveTo>
                    <a:cubicBezTo>
                      <a:pt x="618" y="105"/>
                      <a:pt x="618" y="105"/>
                      <a:pt x="618" y="105"/>
                    </a:cubicBezTo>
                    <a:cubicBezTo>
                      <a:pt x="619" y="81"/>
                      <a:pt x="625" y="71"/>
                      <a:pt x="639" y="71"/>
                    </a:cubicBezTo>
                    <a:cubicBezTo>
                      <a:pt x="653" y="71"/>
                      <a:pt x="658" y="80"/>
                      <a:pt x="659" y="105"/>
                    </a:cubicBezTo>
                    <a:close/>
                    <a:moveTo>
                      <a:pt x="775" y="129"/>
                    </a:moveTo>
                    <a:cubicBezTo>
                      <a:pt x="764" y="129"/>
                      <a:pt x="757" y="117"/>
                      <a:pt x="757" y="99"/>
                    </a:cubicBezTo>
                    <a:cubicBezTo>
                      <a:pt x="757" y="81"/>
                      <a:pt x="764" y="70"/>
                      <a:pt x="775" y="70"/>
                    </a:cubicBezTo>
                    <a:cubicBezTo>
                      <a:pt x="786" y="70"/>
                      <a:pt x="793" y="80"/>
                      <a:pt x="793" y="97"/>
                    </a:cubicBezTo>
                    <a:cubicBezTo>
                      <a:pt x="793" y="117"/>
                      <a:pt x="786" y="129"/>
                      <a:pt x="775" y="129"/>
                    </a:cubicBezTo>
                    <a:close/>
                    <a:moveTo>
                      <a:pt x="991" y="74"/>
                    </a:moveTo>
                    <a:cubicBezTo>
                      <a:pt x="991" y="62"/>
                      <a:pt x="991" y="62"/>
                      <a:pt x="991" y="62"/>
                    </a:cubicBezTo>
                    <a:cubicBezTo>
                      <a:pt x="937" y="62"/>
                      <a:pt x="937" y="62"/>
                      <a:pt x="937" y="62"/>
                    </a:cubicBezTo>
                    <a:cubicBezTo>
                      <a:pt x="937" y="74"/>
                      <a:pt x="937" y="74"/>
                      <a:pt x="937" y="74"/>
                    </a:cubicBezTo>
                    <a:cubicBezTo>
                      <a:pt x="950" y="77"/>
                      <a:pt x="950" y="77"/>
                      <a:pt x="950" y="77"/>
                    </a:cubicBezTo>
                    <a:cubicBezTo>
                      <a:pt x="953" y="80"/>
                      <a:pt x="953" y="80"/>
                      <a:pt x="953" y="80"/>
                    </a:cubicBezTo>
                    <a:cubicBezTo>
                      <a:pt x="927" y="143"/>
                      <a:pt x="927" y="143"/>
                      <a:pt x="927" y="143"/>
                    </a:cubicBezTo>
                    <a:cubicBezTo>
                      <a:pt x="900" y="80"/>
                      <a:pt x="900" y="80"/>
                      <a:pt x="900" y="80"/>
                    </a:cubicBezTo>
                    <a:cubicBezTo>
                      <a:pt x="902" y="77"/>
                      <a:pt x="902" y="77"/>
                      <a:pt x="902" y="77"/>
                    </a:cubicBezTo>
                    <a:cubicBezTo>
                      <a:pt x="916" y="74"/>
                      <a:pt x="916" y="74"/>
                      <a:pt x="916" y="74"/>
                    </a:cubicBezTo>
                    <a:cubicBezTo>
                      <a:pt x="916" y="62"/>
                      <a:pt x="916" y="62"/>
                      <a:pt x="916" y="62"/>
                    </a:cubicBezTo>
                    <a:cubicBezTo>
                      <a:pt x="808" y="62"/>
                      <a:pt x="808" y="62"/>
                      <a:pt x="808" y="62"/>
                    </a:cubicBezTo>
                    <a:cubicBezTo>
                      <a:pt x="799" y="58"/>
                      <a:pt x="788" y="56"/>
                      <a:pt x="773" y="56"/>
                    </a:cubicBezTo>
                    <a:cubicBezTo>
                      <a:pt x="736" y="56"/>
                      <a:pt x="713" y="73"/>
                      <a:pt x="713" y="100"/>
                    </a:cubicBezTo>
                    <a:cubicBezTo>
                      <a:pt x="713" y="120"/>
                      <a:pt x="722" y="131"/>
                      <a:pt x="746" y="139"/>
                    </a:cubicBezTo>
                    <a:cubicBezTo>
                      <a:pt x="734" y="148"/>
                      <a:pt x="729" y="154"/>
                      <a:pt x="729" y="163"/>
                    </a:cubicBezTo>
                    <a:cubicBezTo>
                      <a:pt x="729" y="168"/>
                      <a:pt x="731" y="171"/>
                      <a:pt x="734" y="178"/>
                    </a:cubicBezTo>
                    <a:cubicBezTo>
                      <a:pt x="717" y="178"/>
                      <a:pt x="707" y="188"/>
                      <a:pt x="707" y="204"/>
                    </a:cubicBezTo>
                    <a:cubicBezTo>
                      <a:pt x="707" y="227"/>
                      <a:pt x="729" y="240"/>
                      <a:pt x="767" y="240"/>
                    </a:cubicBezTo>
                    <a:cubicBezTo>
                      <a:pt x="813" y="240"/>
                      <a:pt x="845" y="220"/>
                      <a:pt x="845" y="193"/>
                    </a:cubicBezTo>
                    <a:cubicBezTo>
                      <a:pt x="845" y="171"/>
                      <a:pt x="827" y="162"/>
                      <a:pt x="773" y="157"/>
                    </a:cubicBezTo>
                    <a:cubicBezTo>
                      <a:pt x="761" y="156"/>
                      <a:pt x="761" y="156"/>
                      <a:pt x="761" y="156"/>
                    </a:cubicBezTo>
                    <a:cubicBezTo>
                      <a:pt x="761" y="153"/>
                      <a:pt x="760" y="150"/>
                      <a:pt x="760" y="148"/>
                    </a:cubicBezTo>
                    <a:cubicBezTo>
                      <a:pt x="760" y="145"/>
                      <a:pt x="761" y="144"/>
                      <a:pt x="761" y="140"/>
                    </a:cubicBezTo>
                    <a:cubicBezTo>
                      <a:pt x="766" y="141"/>
                      <a:pt x="769" y="141"/>
                      <a:pt x="774" y="141"/>
                    </a:cubicBezTo>
                    <a:cubicBezTo>
                      <a:pt x="812" y="141"/>
                      <a:pt x="835" y="125"/>
                      <a:pt x="835" y="99"/>
                    </a:cubicBezTo>
                    <a:cubicBezTo>
                      <a:pt x="835" y="91"/>
                      <a:pt x="833" y="84"/>
                      <a:pt x="829" y="77"/>
                    </a:cubicBezTo>
                    <a:cubicBezTo>
                      <a:pt x="852" y="77"/>
                      <a:pt x="852" y="77"/>
                      <a:pt x="852" y="77"/>
                    </a:cubicBezTo>
                    <a:cubicBezTo>
                      <a:pt x="906" y="191"/>
                      <a:pt x="906" y="191"/>
                      <a:pt x="906" y="191"/>
                    </a:cubicBezTo>
                    <a:cubicBezTo>
                      <a:pt x="901" y="202"/>
                      <a:pt x="895" y="210"/>
                      <a:pt x="890" y="214"/>
                    </a:cubicBezTo>
                    <a:cubicBezTo>
                      <a:pt x="872" y="195"/>
                      <a:pt x="872" y="195"/>
                      <a:pt x="872" y="195"/>
                    </a:cubicBezTo>
                    <a:cubicBezTo>
                      <a:pt x="863" y="198"/>
                      <a:pt x="855" y="209"/>
                      <a:pt x="855" y="220"/>
                    </a:cubicBezTo>
                    <a:cubicBezTo>
                      <a:pt x="855" y="233"/>
                      <a:pt x="864" y="241"/>
                      <a:pt x="876" y="241"/>
                    </a:cubicBezTo>
                    <a:cubicBezTo>
                      <a:pt x="896" y="241"/>
                      <a:pt x="912" y="221"/>
                      <a:pt x="926" y="190"/>
                    </a:cubicBezTo>
                    <a:cubicBezTo>
                      <a:pt x="977" y="77"/>
                      <a:pt x="977" y="77"/>
                      <a:pt x="977" y="77"/>
                    </a:cubicBezTo>
                    <a:lnTo>
                      <a:pt x="991" y="74"/>
                    </a:lnTo>
                    <a:close/>
                    <a:moveTo>
                      <a:pt x="642" y="55"/>
                    </a:moveTo>
                    <a:cubicBezTo>
                      <a:pt x="599" y="55"/>
                      <a:pt x="574" y="81"/>
                      <a:pt x="574" y="122"/>
                    </a:cubicBezTo>
                    <a:cubicBezTo>
                      <a:pt x="574" y="161"/>
                      <a:pt x="598" y="186"/>
                      <a:pt x="642" y="186"/>
                    </a:cubicBezTo>
                    <a:cubicBezTo>
                      <a:pt x="664" y="186"/>
                      <a:pt x="679" y="182"/>
                      <a:pt x="701" y="172"/>
                    </a:cubicBezTo>
                    <a:cubicBezTo>
                      <a:pt x="701" y="148"/>
                      <a:pt x="701" y="148"/>
                      <a:pt x="701" y="148"/>
                    </a:cubicBezTo>
                    <a:cubicBezTo>
                      <a:pt x="683" y="158"/>
                      <a:pt x="671" y="162"/>
                      <a:pt x="655" y="162"/>
                    </a:cubicBezTo>
                    <a:cubicBezTo>
                      <a:pt x="631" y="162"/>
                      <a:pt x="619" y="149"/>
                      <a:pt x="617" y="121"/>
                    </a:cubicBezTo>
                    <a:cubicBezTo>
                      <a:pt x="702" y="121"/>
                      <a:pt x="702" y="121"/>
                      <a:pt x="702" y="121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02" y="78"/>
                      <a:pt x="681" y="55"/>
                      <a:pt x="642" y="55"/>
                    </a:cubicBezTo>
                    <a:close/>
                    <a:moveTo>
                      <a:pt x="468" y="170"/>
                    </a:moveTo>
                    <a:cubicBezTo>
                      <a:pt x="466" y="166"/>
                      <a:pt x="466" y="166"/>
                      <a:pt x="466" y="166"/>
                    </a:cubicBezTo>
                    <a:cubicBezTo>
                      <a:pt x="466" y="109"/>
                      <a:pt x="466" y="109"/>
                      <a:pt x="466" y="109"/>
                    </a:cubicBezTo>
                    <a:cubicBezTo>
                      <a:pt x="466" y="84"/>
                      <a:pt x="463" y="77"/>
                      <a:pt x="454" y="68"/>
                    </a:cubicBezTo>
                    <a:cubicBezTo>
                      <a:pt x="445" y="59"/>
                      <a:pt x="430" y="55"/>
                      <a:pt x="410" y="55"/>
                    </a:cubicBezTo>
                    <a:cubicBezTo>
                      <a:pt x="374" y="55"/>
                      <a:pt x="345" y="69"/>
                      <a:pt x="345" y="87"/>
                    </a:cubicBezTo>
                    <a:cubicBezTo>
                      <a:pt x="345" y="94"/>
                      <a:pt x="349" y="97"/>
                      <a:pt x="361" y="97"/>
                    </a:cubicBezTo>
                    <a:cubicBezTo>
                      <a:pt x="391" y="97"/>
                      <a:pt x="391" y="97"/>
                      <a:pt x="391" y="97"/>
                    </a:cubicBezTo>
                    <a:cubicBezTo>
                      <a:pt x="391" y="70"/>
                      <a:pt x="391" y="70"/>
                      <a:pt x="391" y="70"/>
                    </a:cubicBezTo>
                    <a:cubicBezTo>
                      <a:pt x="414" y="70"/>
                      <a:pt x="423" y="77"/>
                      <a:pt x="423" y="95"/>
                    </a:cubicBezTo>
                    <a:cubicBezTo>
                      <a:pt x="423" y="102"/>
                      <a:pt x="423" y="102"/>
                      <a:pt x="423" y="102"/>
                    </a:cubicBezTo>
                    <a:cubicBezTo>
                      <a:pt x="380" y="112"/>
                      <a:pt x="362" y="117"/>
                      <a:pt x="354" y="123"/>
                    </a:cubicBezTo>
                    <a:cubicBezTo>
                      <a:pt x="344" y="130"/>
                      <a:pt x="339" y="140"/>
                      <a:pt x="339" y="153"/>
                    </a:cubicBezTo>
                    <a:cubicBezTo>
                      <a:pt x="339" y="173"/>
                      <a:pt x="354" y="187"/>
                      <a:pt x="376" y="187"/>
                    </a:cubicBezTo>
                    <a:cubicBezTo>
                      <a:pt x="389" y="187"/>
                      <a:pt x="402" y="183"/>
                      <a:pt x="423" y="170"/>
                    </a:cubicBezTo>
                    <a:cubicBezTo>
                      <a:pt x="426" y="184"/>
                      <a:pt x="426" y="184"/>
                      <a:pt x="426" y="184"/>
                    </a:cubicBezTo>
                    <a:cubicBezTo>
                      <a:pt x="483" y="184"/>
                      <a:pt x="483" y="184"/>
                      <a:pt x="483" y="184"/>
                    </a:cubicBezTo>
                    <a:cubicBezTo>
                      <a:pt x="483" y="171"/>
                      <a:pt x="483" y="171"/>
                      <a:pt x="483" y="171"/>
                    </a:cubicBezTo>
                    <a:lnTo>
                      <a:pt x="468" y="170"/>
                    </a:lnTo>
                    <a:close/>
                    <a:moveTo>
                      <a:pt x="314" y="56"/>
                    </a:moveTo>
                    <a:cubicBezTo>
                      <a:pt x="300" y="64"/>
                      <a:pt x="292" y="71"/>
                      <a:pt x="280" y="84"/>
                    </a:cubicBezTo>
                    <a:cubicBezTo>
                      <a:pt x="282" y="55"/>
                      <a:pt x="282" y="55"/>
                      <a:pt x="282" y="55"/>
                    </a:cubicBezTo>
                    <a:cubicBezTo>
                      <a:pt x="267" y="55"/>
                      <a:pt x="267" y="55"/>
                      <a:pt x="267" y="55"/>
                    </a:cubicBezTo>
                    <a:cubicBezTo>
                      <a:pt x="221" y="70"/>
                      <a:pt x="221" y="70"/>
                      <a:pt x="221" y="70"/>
                    </a:cubicBezTo>
                    <a:cubicBezTo>
                      <a:pt x="221" y="82"/>
                      <a:pt x="221" y="82"/>
                      <a:pt x="221" y="82"/>
                    </a:cubicBezTo>
                    <a:cubicBezTo>
                      <a:pt x="239" y="82"/>
                      <a:pt x="239" y="82"/>
                      <a:pt x="239" y="82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37" y="170"/>
                      <a:pt x="237" y="170"/>
                      <a:pt x="237" y="170"/>
                    </a:cubicBezTo>
                    <a:cubicBezTo>
                      <a:pt x="223" y="171"/>
                      <a:pt x="223" y="171"/>
                      <a:pt x="223" y="171"/>
                    </a:cubicBezTo>
                    <a:cubicBezTo>
                      <a:pt x="223" y="184"/>
                      <a:pt x="223" y="184"/>
                      <a:pt x="223" y="184"/>
                    </a:cubicBezTo>
                    <a:cubicBezTo>
                      <a:pt x="304" y="184"/>
                      <a:pt x="304" y="184"/>
                      <a:pt x="304" y="184"/>
                    </a:cubicBezTo>
                    <a:cubicBezTo>
                      <a:pt x="304" y="171"/>
                      <a:pt x="304" y="171"/>
                      <a:pt x="304" y="171"/>
                    </a:cubicBezTo>
                    <a:cubicBezTo>
                      <a:pt x="285" y="170"/>
                      <a:pt x="285" y="170"/>
                      <a:pt x="285" y="170"/>
                    </a:cubicBezTo>
                    <a:cubicBezTo>
                      <a:pt x="282" y="166"/>
                      <a:pt x="282" y="166"/>
                      <a:pt x="282" y="166"/>
                    </a:cubicBezTo>
                    <a:cubicBezTo>
                      <a:pt x="282" y="93"/>
                      <a:pt x="282" y="93"/>
                      <a:pt x="282" y="93"/>
                    </a:cubicBezTo>
                    <a:cubicBezTo>
                      <a:pt x="285" y="93"/>
                      <a:pt x="287" y="93"/>
                      <a:pt x="288" y="93"/>
                    </a:cubicBezTo>
                    <a:cubicBezTo>
                      <a:pt x="301" y="93"/>
                      <a:pt x="307" y="97"/>
                      <a:pt x="312" y="110"/>
                    </a:cubicBezTo>
                    <a:cubicBezTo>
                      <a:pt x="331" y="110"/>
                      <a:pt x="331" y="110"/>
                      <a:pt x="331" y="110"/>
                    </a:cubicBezTo>
                    <a:cubicBezTo>
                      <a:pt x="338" y="60"/>
                      <a:pt x="338" y="60"/>
                      <a:pt x="338" y="60"/>
                    </a:cubicBezTo>
                    <a:cubicBezTo>
                      <a:pt x="332" y="56"/>
                      <a:pt x="328" y="56"/>
                      <a:pt x="318" y="56"/>
                    </a:cubicBezTo>
                    <a:cubicBezTo>
                      <a:pt x="317" y="56"/>
                      <a:pt x="316" y="56"/>
                      <a:pt x="314" y="56"/>
                    </a:cubicBezTo>
                    <a:close/>
                    <a:moveTo>
                      <a:pt x="62" y="103"/>
                    </a:moveTo>
                    <a:cubicBezTo>
                      <a:pt x="49" y="98"/>
                      <a:pt x="44" y="94"/>
                      <a:pt x="44" y="86"/>
                    </a:cubicBezTo>
                    <a:cubicBezTo>
                      <a:pt x="44" y="78"/>
                      <a:pt x="51" y="72"/>
                      <a:pt x="63" y="72"/>
                    </a:cubicBezTo>
                    <a:cubicBezTo>
                      <a:pt x="70" y="72"/>
                      <a:pt x="74" y="73"/>
                      <a:pt x="82" y="77"/>
                    </a:cubicBezTo>
                    <a:cubicBezTo>
                      <a:pt x="86" y="80"/>
                      <a:pt x="86" y="80"/>
                      <a:pt x="86" y="80"/>
                    </a:cubicBezTo>
                    <a:cubicBezTo>
                      <a:pt x="89" y="100"/>
                      <a:pt x="89" y="100"/>
                      <a:pt x="89" y="100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7" y="62"/>
                      <a:pt x="107" y="62"/>
                      <a:pt x="107" y="62"/>
                    </a:cubicBezTo>
                    <a:cubicBezTo>
                      <a:pt x="83" y="56"/>
                      <a:pt x="72" y="55"/>
                      <a:pt x="58" y="55"/>
                    </a:cubicBezTo>
                    <a:cubicBezTo>
                      <a:pt x="24" y="55"/>
                      <a:pt x="2" y="71"/>
                      <a:pt x="2" y="95"/>
                    </a:cubicBezTo>
                    <a:cubicBezTo>
                      <a:pt x="2" y="112"/>
                      <a:pt x="13" y="122"/>
                      <a:pt x="54" y="139"/>
                    </a:cubicBezTo>
                    <a:cubicBezTo>
                      <a:pt x="66" y="144"/>
                      <a:pt x="70" y="148"/>
                      <a:pt x="70" y="155"/>
                    </a:cubicBezTo>
                    <a:cubicBezTo>
                      <a:pt x="70" y="165"/>
                      <a:pt x="63" y="170"/>
                      <a:pt x="50" y="170"/>
                    </a:cubicBezTo>
                    <a:cubicBezTo>
                      <a:pt x="42" y="170"/>
                      <a:pt x="35" y="169"/>
                      <a:pt x="24" y="164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19" y="138"/>
                      <a:pt x="19" y="138"/>
                      <a:pt x="19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80"/>
                      <a:pt x="0" y="180"/>
                      <a:pt x="0" y="180"/>
                    </a:cubicBezTo>
                    <a:cubicBezTo>
                      <a:pt x="26" y="186"/>
                      <a:pt x="37" y="187"/>
                      <a:pt x="55" y="187"/>
                    </a:cubicBezTo>
                    <a:cubicBezTo>
                      <a:pt x="88" y="187"/>
                      <a:pt x="113" y="170"/>
                      <a:pt x="113" y="145"/>
                    </a:cubicBezTo>
                    <a:cubicBezTo>
                      <a:pt x="113" y="126"/>
                      <a:pt x="103" y="118"/>
                      <a:pt x="62" y="103"/>
                    </a:cubicBezTo>
                    <a:close/>
                    <a:moveTo>
                      <a:pt x="1048" y="32"/>
                    </a:moveTo>
                    <a:cubicBezTo>
                      <a:pt x="1056" y="32"/>
                      <a:pt x="1060" y="39"/>
                      <a:pt x="1060" y="46"/>
                    </a:cubicBezTo>
                    <a:cubicBezTo>
                      <a:pt x="1060" y="56"/>
                      <a:pt x="1053" y="62"/>
                      <a:pt x="1043" y="68"/>
                    </a:cubicBezTo>
                    <a:cubicBezTo>
                      <a:pt x="1038" y="61"/>
                      <a:pt x="1034" y="55"/>
                      <a:pt x="1034" y="47"/>
                    </a:cubicBezTo>
                    <a:cubicBezTo>
                      <a:pt x="1034" y="38"/>
                      <a:pt x="1040" y="32"/>
                      <a:pt x="1048" y="32"/>
                    </a:cubicBezTo>
                    <a:close/>
                    <a:moveTo>
                      <a:pt x="536" y="62"/>
                    </a:moveTo>
                    <a:cubicBezTo>
                      <a:pt x="536" y="26"/>
                      <a:pt x="536" y="26"/>
                      <a:pt x="536" y="26"/>
                    </a:cubicBezTo>
                    <a:cubicBezTo>
                      <a:pt x="513" y="26"/>
                      <a:pt x="513" y="26"/>
                      <a:pt x="513" y="26"/>
                    </a:cubicBezTo>
                    <a:cubicBezTo>
                      <a:pt x="497" y="55"/>
                      <a:pt x="497" y="55"/>
                      <a:pt x="497" y="55"/>
                    </a:cubicBezTo>
                    <a:cubicBezTo>
                      <a:pt x="476" y="69"/>
                      <a:pt x="476" y="69"/>
                      <a:pt x="476" y="69"/>
                    </a:cubicBezTo>
                    <a:cubicBezTo>
                      <a:pt x="476" y="80"/>
                      <a:pt x="476" y="80"/>
                      <a:pt x="476" y="80"/>
                    </a:cubicBezTo>
                    <a:cubicBezTo>
                      <a:pt x="494" y="80"/>
                      <a:pt x="494" y="80"/>
                      <a:pt x="494" y="80"/>
                    </a:cubicBezTo>
                    <a:cubicBezTo>
                      <a:pt x="494" y="156"/>
                      <a:pt x="494" y="156"/>
                      <a:pt x="494" y="156"/>
                    </a:cubicBezTo>
                    <a:cubicBezTo>
                      <a:pt x="494" y="176"/>
                      <a:pt x="505" y="186"/>
                      <a:pt x="528" y="186"/>
                    </a:cubicBezTo>
                    <a:cubicBezTo>
                      <a:pt x="541" y="186"/>
                      <a:pt x="552" y="184"/>
                      <a:pt x="572" y="175"/>
                    </a:cubicBezTo>
                    <a:cubicBezTo>
                      <a:pt x="572" y="161"/>
                      <a:pt x="572" y="161"/>
                      <a:pt x="572" y="161"/>
                    </a:cubicBezTo>
                    <a:cubicBezTo>
                      <a:pt x="572" y="161"/>
                      <a:pt x="565" y="162"/>
                      <a:pt x="559" y="162"/>
                    </a:cubicBezTo>
                    <a:cubicBezTo>
                      <a:pt x="542" y="162"/>
                      <a:pt x="536" y="157"/>
                      <a:pt x="536" y="140"/>
                    </a:cubicBezTo>
                    <a:cubicBezTo>
                      <a:pt x="536" y="80"/>
                      <a:pt x="536" y="80"/>
                      <a:pt x="536" y="80"/>
                    </a:cubicBezTo>
                    <a:cubicBezTo>
                      <a:pt x="572" y="80"/>
                      <a:pt x="572" y="80"/>
                      <a:pt x="572" y="80"/>
                    </a:cubicBezTo>
                    <a:cubicBezTo>
                      <a:pt x="572" y="62"/>
                      <a:pt x="572" y="62"/>
                      <a:pt x="572" y="62"/>
                    </a:cubicBezTo>
                    <a:lnTo>
                      <a:pt x="536" y="62"/>
                    </a:lnTo>
                    <a:close/>
                    <a:moveTo>
                      <a:pt x="178" y="62"/>
                    </a:moveTo>
                    <a:cubicBezTo>
                      <a:pt x="178" y="26"/>
                      <a:pt x="178" y="26"/>
                      <a:pt x="178" y="26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39" y="55"/>
                      <a:pt x="139" y="55"/>
                      <a:pt x="139" y="55"/>
                    </a:cubicBezTo>
                    <a:cubicBezTo>
                      <a:pt x="117" y="69"/>
                      <a:pt x="117" y="69"/>
                      <a:pt x="117" y="69"/>
                    </a:cubicBezTo>
                    <a:cubicBezTo>
                      <a:pt x="117" y="80"/>
                      <a:pt x="117" y="80"/>
                      <a:pt x="117" y="80"/>
                    </a:cubicBezTo>
                    <a:cubicBezTo>
                      <a:pt x="135" y="80"/>
                      <a:pt x="135" y="80"/>
                      <a:pt x="135" y="80"/>
                    </a:cubicBezTo>
                    <a:cubicBezTo>
                      <a:pt x="135" y="156"/>
                      <a:pt x="135" y="156"/>
                      <a:pt x="135" y="156"/>
                    </a:cubicBezTo>
                    <a:cubicBezTo>
                      <a:pt x="135" y="176"/>
                      <a:pt x="147" y="186"/>
                      <a:pt x="169" y="186"/>
                    </a:cubicBezTo>
                    <a:cubicBezTo>
                      <a:pt x="183" y="186"/>
                      <a:pt x="194" y="184"/>
                      <a:pt x="213" y="175"/>
                    </a:cubicBezTo>
                    <a:cubicBezTo>
                      <a:pt x="213" y="161"/>
                      <a:pt x="213" y="161"/>
                      <a:pt x="213" y="161"/>
                    </a:cubicBezTo>
                    <a:cubicBezTo>
                      <a:pt x="213" y="161"/>
                      <a:pt x="207" y="162"/>
                      <a:pt x="201" y="162"/>
                    </a:cubicBezTo>
                    <a:cubicBezTo>
                      <a:pt x="184" y="162"/>
                      <a:pt x="178" y="157"/>
                      <a:pt x="178" y="140"/>
                    </a:cubicBezTo>
                    <a:cubicBezTo>
                      <a:pt x="178" y="80"/>
                      <a:pt x="178" y="80"/>
                      <a:pt x="178" y="80"/>
                    </a:cubicBezTo>
                    <a:cubicBezTo>
                      <a:pt x="213" y="80"/>
                      <a:pt x="213" y="80"/>
                      <a:pt x="213" y="80"/>
                    </a:cubicBezTo>
                    <a:cubicBezTo>
                      <a:pt x="213" y="62"/>
                      <a:pt x="213" y="62"/>
                      <a:pt x="213" y="62"/>
                    </a:cubicBezTo>
                    <a:lnTo>
                      <a:pt x="178" y="62"/>
                    </a:lnTo>
                    <a:close/>
                    <a:moveTo>
                      <a:pt x="1107" y="149"/>
                    </a:moveTo>
                    <a:cubicBezTo>
                      <a:pt x="1129" y="131"/>
                      <a:pt x="1129" y="131"/>
                      <a:pt x="1129" y="131"/>
                    </a:cubicBezTo>
                    <a:cubicBezTo>
                      <a:pt x="1129" y="89"/>
                      <a:pt x="1129" y="89"/>
                      <a:pt x="1129" y="89"/>
                    </a:cubicBezTo>
                    <a:cubicBezTo>
                      <a:pt x="1087" y="124"/>
                      <a:pt x="1087" y="124"/>
                      <a:pt x="1087" y="124"/>
                    </a:cubicBezTo>
                    <a:cubicBezTo>
                      <a:pt x="1061" y="91"/>
                      <a:pt x="1061" y="91"/>
                      <a:pt x="1061" y="91"/>
                    </a:cubicBezTo>
                    <a:cubicBezTo>
                      <a:pt x="1078" y="80"/>
                      <a:pt x="1093" y="68"/>
                      <a:pt x="1093" y="44"/>
                    </a:cubicBezTo>
                    <a:cubicBezTo>
                      <a:pt x="1093" y="19"/>
                      <a:pt x="1075" y="0"/>
                      <a:pt x="1048" y="0"/>
                    </a:cubicBezTo>
                    <a:cubicBezTo>
                      <a:pt x="1022" y="0"/>
                      <a:pt x="1000" y="19"/>
                      <a:pt x="1000" y="47"/>
                    </a:cubicBezTo>
                    <a:cubicBezTo>
                      <a:pt x="1000" y="64"/>
                      <a:pt x="1007" y="75"/>
                      <a:pt x="1015" y="84"/>
                    </a:cubicBezTo>
                    <a:cubicBezTo>
                      <a:pt x="997" y="95"/>
                      <a:pt x="981" y="109"/>
                      <a:pt x="981" y="135"/>
                    </a:cubicBezTo>
                    <a:cubicBezTo>
                      <a:pt x="981" y="164"/>
                      <a:pt x="1002" y="187"/>
                      <a:pt x="1038" y="187"/>
                    </a:cubicBezTo>
                    <a:cubicBezTo>
                      <a:pt x="1059" y="187"/>
                      <a:pt x="1071" y="179"/>
                      <a:pt x="1080" y="171"/>
                    </a:cubicBezTo>
                    <a:cubicBezTo>
                      <a:pt x="1091" y="184"/>
                      <a:pt x="1091" y="184"/>
                      <a:pt x="1091" y="184"/>
                    </a:cubicBezTo>
                    <a:cubicBezTo>
                      <a:pt x="1134" y="184"/>
                      <a:pt x="1134" y="184"/>
                      <a:pt x="1134" y="184"/>
                    </a:cubicBezTo>
                    <a:lnTo>
                      <a:pt x="1107" y="14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12"/>
          <p:cNvSpPr>
            <a:spLocks noGrp="1"/>
          </p:cNvSpPr>
          <p:nvPr>
            <p:ph type="pic" idx="2"/>
          </p:nvPr>
        </p:nvSpPr>
        <p:spPr>
          <a:xfrm>
            <a:off x="0" y="9"/>
            <a:ext cx="12192000" cy="6860801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42800" y="1733550"/>
            <a:ext cx="54737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ubTitle" idx="1"/>
          </p:nvPr>
        </p:nvSpPr>
        <p:spPr>
          <a:xfrm>
            <a:off x="442800" y="4480560"/>
            <a:ext cx="431228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442800" y="4681037"/>
            <a:ext cx="431228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lack - Client">
  <p:cSld name="Title Slide - Black - Client"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5827940" y="0"/>
            <a:ext cx="6364060" cy="6858000"/>
          </a:xfrm>
          <a:custGeom>
            <a:avLst/>
            <a:gdLst/>
            <a:ahLst/>
            <a:cxnLst/>
            <a:rect l="l" t="t" r="r" b="b"/>
            <a:pathLst>
              <a:path w="6673" h="7190" extrusionOk="0">
                <a:moveTo>
                  <a:pt x="6670" y="5395"/>
                </a:moveTo>
                <a:lnTo>
                  <a:pt x="6670" y="5395"/>
                </a:lnTo>
                <a:lnTo>
                  <a:pt x="6670" y="5246"/>
                </a:lnTo>
                <a:lnTo>
                  <a:pt x="5899" y="5882"/>
                </a:lnTo>
                <a:lnTo>
                  <a:pt x="6669" y="6875"/>
                </a:lnTo>
                <a:lnTo>
                  <a:pt x="6669" y="6688"/>
                </a:lnTo>
                <a:lnTo>
                  <a:pt x="6057" y="5899"/>
                </a:lnTo>
                <a:lnTo>
                  <a:pt x="6670" y="5395"/>
                </a:lnTo>
                <a:close/>
                <a:moveTo>
                  <a:pt x="3741" y="5685"/>
                </a:moveTo>
                <a:lnTo>
                  <a:pt x="3741" y="5685"/>
                </a:lnTo>
                <a:lnTo>
                  <a:pt x="2504" y="4074"/>
                </a:lnTo>
                <a:cubicBezTo>
                  <a:pt x="1944" y="4452"/>
                  <a:pt x="1836" y="4750"/>
                  <a:pt x="1836" y="5161"/>
                </a:cubicBezTo>
                <a:cubicBezTo>
                  <a:pt x="1836" y="5432"/>
                  <a:pt x="1932" y="5664"/>
                  <a:pt x="2113" y="5830"/>
                </a:cubicBezTo>
                <a:cubicBezTo>
                  <a:pt x="2282" y="5986"/>
                  <a:pt x="2513" y="6071"/>
                  <a:pt x="2763" y="6071"/>
                </a:cubicBezTo>
                <a:cubicBezTo>
                  <a:pt x="3180" y="6071"/>
                  <a:pt x="3515" y="5861"/>
                  <a:pt x="3741" y="5685"/>
                </a:cubicBezTo>
                <a:close/>
                <a:moveTo>
                  <a:pt x="2530" y="3919"/>
                </a:moveTo>
                <a:lnTo>
                  <a:pt x="2530" y="3919"/>
                </a:lnTo>
                <a:lnTo>
                  <a:pt x="3901" y="5705"/>
                </a:lnTo>
                <a:lnTo>
                  <a:pt x="3857" y="5740"/>
                </a:lnTo>
                <a:cubicBezTo>
                  <a:pt x="3482" y="6040"/>
                  <a:pt x="3124" y="6186"/>
                  <a:pt x="2763" y="6186"/>
                </a:cubicBezTo>
                <a:cubicBezTo>
                  <a:pt x="2245" y="6186"/>
                  <a:pt x="1722" y="5834"/>
                  <a:pt x="1722" y="5161"/>
                </a:cubicBezTo>
                <a:cubicBezTo>
                  <a:pt x="1722" y="4566"/>
                  <a:pt x="2002" y="4266"/>
                  <a:pt x="2485" y="3948"/>
                </a:cubicBezTo>
                <a:lnTo>
                  <a:pt x="2530" y="3919"/>
                </a:lnTo>
                <a:close/>
                <a:moveTo>
                  <a:pt x="3206" y="429"/>
                </a:moveTo>
                <a:lnTo>
                  <a:pt x="3206" y="429"/>
                </a:lnTo>
                <a:cubicBezTo>
                  <a:pt x="2857" y="429"/>
                  <a:pt x="2623" y="690"/>
                  <a:pt x="2623" y="1077"/>
                </a:cubicBezTo>
                <a:cubicBezTo>
                  <a:pt x="2623" y="1448"/>
                  <a:pt x="2790" y="1701"/>
                  <a:pt x="3012" y="1983"/>
                </a:cubicBezTo>
                <a:cubicBezTo>
                  <a:pt x="3463" y="1713"/>
                  <a:pt x="3722" y="1464"/>
                  <a:pt x="3722" y="1028"/>
                </a:cubicBezTo>
                <a:cubicBezTo>
                  <a:pt x="3722" y="587"/>
                  <a:pt x="3456" y="429"/>
                  <a:pt x="3206" y="429"/>
                </a:cubicBezTo>
                <a:close/>
                <a:moveTo>
                  <a:pt x="3686" y="536"/>
                </a:moveTo>
                <a:lnTo>
                  <a:pt x="3686" y="536"/>
                </a:lnTo>
                <a:cubicBezTo>
                  <a:pt x="3783" y="661"/>
                  <a:pt x="3837" y="836"/>
                  <a:pt x="3837" y="1028"/>
                </a:cubicBezTo>
                <a:cubicBezTo>
                  <a:pt x="3837" y="1531"/>
                  <a:pt x="3527" y="1814"/>
                  <a:pt x="3027" y="2107"/>
                </a:cubicBezTo>
                <a:lnTo>
                  <a:pt x="2985" y="2132"/>
                </a:lnTo>
                <a:lnTo>
                  <a:pt x="2954" y="2094"/>
                </a:lnTo>
                <a:cubicBezTo>
                  <a:pt x="2710" y="1789"/>
                  <a:pt x="2509" y="1502"/>
                  <a:pt x="2509" y="1077"/>
                </a:cubicBezTo>
                <a:cubicBezTo>
                  <a:pt x="2509" y="854"/>
                  <a:pt x="2576" y="664"/>
                  <a:pt x="2702" y="526"/>
                </a:cubicBezTo>
                <a:cubicBezTo>
                  <a:pt x="2827" y="390"/>
                  <a:pt x="3006" y="315"/>
                  <a:pt x="3206" y="315"/>
                </a:cubicBezTo>
                <a:cubicBezTo>
                  <a:pt x="3407" y="315"/>
                  <a:pt x="3573" y="391"/>
                  <a:pt x="3686" y="536"/>
                </a:cubicBezTo>
                <a:close/>
                <a:moveTo>
                  <a:pt x="4739" y="6834"/>
                </a:moveTo>
                <a:lnTo>
                  <a:pt x="4739" y="6834"/>
                </a:lnTo>
                <a:lnTo>
                  <a:pt x="4694" y="6872"/>
                </a:lnTo>
                <a:cubicBezTo>
                  <a:pt x="4566" y="6981"/>
                  <a:pt x="4425" y="7090"/>
                  <a:pt x="4266" y="7190"/>
                </a:cubicBezTo>
                <a:lnTo>
                  <a:pt x="4471" y="7190"/>
                </a:lnTo>
                <a:cubicBezTo>
                  <a:pt x="4562" y="7127"/>
                  <a:pt x="4645" y="7062"/>
                  <a:pt x="4723" y="6998"/>
                </a:cubicBezTo>
                <a:lnTo>
                  <a:pt x="4875" y="7190"/>
                </a:lnTo>
                <a:lnTo>
                  <a:pt x="5021" y="7190"/>
                </a:lnTo>
                <a:lnTo>
                  <a:pt x="4739" y="6834"/>
                </a:lnTo>
                <a:close/>
                <a:moveTo>
                  <a:pt x="808" y="6922"/>
                </a:moveTo>
                <a:lnTo>
                  <a:pt x="808" y="6922"/>
                </a:lnTo>
                <a:cubicBezTo>
                  <a:pt x="361" y="6494"/>
                  <a:pt x="114" y="5887"/>
                  <a:pt x="114" y="5210"/>
                </a:cubicBezTo>
                <a:cubicBezTo>
                  <a:pt x="114" y="3993"/>
                  <a:pt x="907" y="3357"/>
                  <a:pt x="1682" y="2895"/>
                </a:cubicBezTo>
                <a:lnTo>
                  <a:pt x="1737" y="2862"/>
                </a:lnTo>
                <a:lnTo>
                  <a:pt x="1698" y="2811"/>
                </a:lnTo>
                <a:cubicBezTo>
                  <a:pt x="1361" y="2365"/>
                  <a:pt x="1033" y="1863"/>
                  <a:pt x="1033" y="1061"/>
                </a:cubicBezTo>
                <a:cubicBezTo>
                  <a:pt x="1033" y="673"/>
                  <a:pt x="1125" y="311"/>
                  <a:pt x="1298" y="0"/>
                </a:cubicBezTo>
                <a:lnTo>
                  <a:pt x="1168" y="0"/>
                </a:lnTo>
                <a:cubicBezTo>
                  <a:pt x="1005" y="315"/>
                  <a:pt x="918" y="676"/>
                  <a:pt x="918" y="1061"/>
                </a:cubicBezTo>
                <a:cubicBezTo>
                  <a:pt x="918" y="1866"/>
                  <a:pt x="1247" y="2397"/>
                  <a:pt x="1569" y="2829"/>
                </a:cubicBezTo>
                <a:cubicBezTo>
                  <a:pt x="783" y="3305"/>
                  <a:pt x="0" y="3965"/>
                  <a:pt x="0" y="5210"/>
                </a:cubicBezTo>
                <a:cubicBezTo>
                  <a:pt x="0" y="5918"/>
                  <a:pt x="258" y="6555"/>
                  <a:pt x="729" y="7005"/>
                </a:cubicBezTo>
                <a:cubicBezTo>
                  <a:pt x="798" y="7071"/>
                  <a:pt x="872" y="7133"/>
                  <a:pt x="949" y="7190"/>
                </a:cubicBezTo>
                <a:lnTo>
                  <a:pt x="1151" y="7190"/>
                </a:lnTo>
                <a:cubicBezTo>
                  <a:pt x="1027" y="7112"/>
                  <a:pt x="913" y="7022"/>
                  <a:pt x="808" y="6922"/>
                </a:cubicBezTo>
                <a:close/>
                <a:moveTo>
                  <a:pt x="5046" y="0"/>
                </a:moveTo>
                <a:lnTo>
                  <a:pt x="5046" y="0"/>
                </a:lnTo>
                <a:lnTo>
                  <a:pt x="5173" y="0"/>
                </a:lnTo>
                <a:cubicBezTo>
                  <a:pt x="5308" y="289"/>
                  <a:pt x="5379" y="616"/>
                  <a:pt x="5379" y="962"/>
                </a:cubicBezTo>
                <a:cubicBezTo>
                  <a:pt x="5379" y="2107"/>
                  <a:pt x="4671" y="2679"/>
                  <a:pt x="3930" y="3157"/>
                </a:cubicBezTo>
                <a:lnTo>
                  <a:pt x="5058" y="4611"/>
                </a:lnTo>
                <a:lnTo>
                  <a:pt x="6673" y="3291"/>
                </a:lnTo>
                <a:lnTo>
                  <a:pt x="6672" y="3439"/>
                </a:lnTo>
                <a:lnTo>
                  <a:pt x="5039" y="4774"/>
                </a:lnTo>
                <a:lnTo>
                  <a:pt x="3763" y="3128"/>
                </a:lnTo>
                <a:lnTo>
                  <a:pt x="3816" y="3095"/>
                </a:lnTo>
                <a:cubicBezTo>
                  <a:pt x="4181" y="2862"/>
                  <a:pt x="4556" y="2599"/>
                  <a:pt x="4828" y="2257"/>
                </a:cubicBezTo>
                <a:cubicBezTo>
                  <a:pt x="5122" y="1888"/>
                  <a:pt x="5264" y="1464"/>
                  <a:pt x="5264" y="962"/>
                </a:cubicBezTo>
                <a:cubicBezTo>
                  <a:pt x="5264" y="614"/>
                  <a:pt x="5189" y="285"/>
                  <a:pt x="50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80675" tIns="40325" rIns="80675" bIns="40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42800" y="1504950"/>
            <a:ext cx="5473701" cy="91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442800" y="1733550"/>
            <a:ext cx="54737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442800" y="4480560"/>
            <a:ext cx="431228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442800" y="4681037"/>
            <a:ext cx="431228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457199" y="435353"/>
            <a:ext cx="1496699" cy="464131"/>
            <a:chOff x="3638550" y="5445125"/>
            <a:chExt cx="3849688" cy="1193801"/>
          </a:xfrm>
        </p:grpSpPr>
        <p:sp>
          <p:nvSpPr>
            <p:cNvPr id="93" name="Google Shape;93;p13"/>
            <p:cNvSpPr/>
            <p:nvPr/>
          </p:nvSpPr>
          <p:spPr>
            <a:xfrm>
              <a:off x="3638550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9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4" y="37"/>
                  </a:cubicBezTo>
                  <a:cubicBezTo>
                    <a:pt x="22" y="37"/>
                    <a:pt x="22" y="37"/>
                    <a:pt x="18" y="37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9" y="0"/>
                  </a:lnTo>
                  <a:close/>
                  <a:moveTo>
                    <a:pt x="19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8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808413" y="6427788"/>
              <a:ext cx="139700" cy="146050"/>
            </a:xfrm>
            <a:custGeom>
              <a:avLst/>
              <a:gdLst/>
              <a:ahLst/>
              <a:cxnLst/>
              <a:rect l="l" t="t" r="r" b="b"/>
              <a:pathLst>
                <a:path w="41" h="43" extrusionOk="0">
                  <a:moveTo>
                    <a:pt x="39" y="0"/>
                  </a:moveTo>
                  <a:cubicBezTo>
                    <a:pt x="38" y="2"/>
                    <a:pt x="37" y="6"/>
                    <a:pt x="36" y="13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2"/>
                    <a:pt x="32" y="33"/>
                    <a:pt x="32" y="35"/>
                  </a:cubicBezTo>
                  <a:cubicBezTo>
                    <a:pt x="32" y="37"/>
                    <a:pt x="33" y="38"/>
                    <a:pt x="36" y="38"/>
                  </a:cubicBezTo>
                  <a:cubicBezTo>
                    <a:pt x="37" y="38"/>
                    <a:pt x="38" y="38"/>
                    <a:pt x="41" y="38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5" y="43"/>
                    <a:pt x="33" y="43"/>
                    <a:pt x="30" y="43"/>
                  </a:cubicBezTo>
                  <a:cubicBezTo>
                    <a:pt x="27" y="43"/>
                    <a:pt x="25" y="41"/>
                    <a:pt x="25" y="36"/>
                  </a:cubicBezTo>
                  <a:cubicBezTo>
                    <a:pt x="20" y="41"/>
                    <a:pt x="16" y="43"/>
                    <a:pt x="12" y="43"/>
                  </a:cubicBezTo>
                  <a:cubicBezTo>
                    <a:pt x="4" y="43"/>
                    <a:pt x="0" y="37"/>
                    <a:pt x="0" y="28"/>
                  </a:cubicBezTo>
                  <a:cubicBezTo>
                    <a:pt x="0" y="12"/>
                    <a:pt x="11" y="0"/>
                    <a:pt x="24" y="0"/>
                  </a:cubicBezTo>
                  <a:cubicBezTo>
                    <a:pt x="27" y="0"/>
                    <a:pt x="30" y="1"/>
                    <a:pt x="33" y="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9" y="0"/>
                  </a:lnTo>
                  <a:close/>
                  <a:moveTo>
                    <a:pt x="26" y="4"/>
                  </a:moveTo>
                  <a:cubicBezTo>
                    <a:pt x="26" y="3"/>
                    <a:pt x="25" y="3"/>
                    <a:pt x="25" y="3"/>
                  </a:cubicBezTo>
                  <a:cubicBezTo>
                    <a:pt x="15" y="3"/>
                    <a:pt x="7" y="14"/>
                    <a:pt x="7" y="27"/>
                  </a:cubicBezTo>
                  <a:cubicBezTo>
                    <a:pt x="7" y="34"/>
                    <a:pt x="10" y="38"/>
                    <a:pt x="15" y="38"/>
                  </a:cubicBezTo>
                  <a:cubicBezTo>
                    <a:pt x="18" y="38"/>
                    <a:pt x="21" y="37"/>
                    <a:pt x="25" y="32"/>
                  </a:cubicBezTo>
                  <a:cubicBezTo>
                    <a:pt x="30" y="9"/>
                    <a:pt x="30" y="9"/>
                    <a:pt x="30" y="9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968750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8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4094163" y="6399213"/>
              <a:ext cx="87313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0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424656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1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4344988" y="6351588"/>
              <a:ext cx="166688" cy="287338"/>
            </a:xfrm>
            <a:custGeom>
              <a:avLst/>
              <a:gdLst/>
              <a:ahLst/>
              <a:cxnLst/>
              <a:rect l="l" t="t" r="r" b="b"/>
              <a:pathLst>
                <a:path w="49" h="84" extrusionOk="0">
                  <a:moveTo>
                    <a:pt x="37" y="4"/>
                  </a:moveTo>
                  <a:cubicBezTo>
                    <a:pt x="34" y="6"/>
                    <a:pt x="31" y="13"/>
                    <a:pt x="29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4" y="63"/>
                    <a:pt x="22" y="68"/>
                    <a:pt x="19" y="73"/>
                  </a:cubicBezTo>
                  <a:cubicBezTo>
                    <a:pt x="14" y="80"/>
                    <a:pt x="9" y="84"/>
                    <a:pt x="5" y="84"/>
                  </a:cubicBezTo>
                  <a:cubicBezTo>
                    <a:pt x="2" y="84"/>
                    <a:pt x="0" y="82"/>
                    <a:pt x="0" y="79"/>
                  </a:cubicBezTo>
                  <a:cubicBezTo>
                    <a:pt x="0" y="77"/>
                    <a:pt x="0" y="76"/>
                    <a:pt x="2" y="75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5" y="74"/>
                    <a:pt x="16" y="69"/>
                    <a:pt x="18" y="54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6" y="9"/>
                    <a:pt x="33" y="0"/>
                    <a:pt x="41" y="0"/>
                  </a:cubicBezTo>
                  <a:cubicBezTo>
                    <a:pt x="45" y="0"/>
                    <a:pt x="49" y="2"/>
                    <a:pt x="49" y="5"/>
                  </a:cubicBezTo>
                  <a:cubicBezTo>
                    <a:pt x="49" y="8"/>
                    <a:pt x="47" y="9"/>
                    <a:pt x="44" y="10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4551363" y="6399213"/>
              <a:ext cx="85725" cy="174625"/>
            </a:xfrm>
            <a:custGeom>
              <a:avLst/>
              <a:gdLst/>
              <a:ahLst/>
              <a:cxnLst/>
              <a:rect l="l" t="t" r="r" b="b"/>
              <a:pathLst>
                <a:path w="25" h="51" extrusionOk="0">
                  <a:moveTo>
                    <a:pt x="14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9"/>
                    <a:pt x="7" y="40"/>
                    <a:pt x="7" y="41"/>
                  </a:cubicBezTo>
                  <a:cubicBezTo>
                    <a:pt x="7" y="44"/>
                    <a:pt x="9" y="46"/>
                    <a:pt x="12" y="46"/>
                  </a:cubicBezTo>
                  <a:cubicBezTo>
                    <a:pt x="14" y="46"/>
                    <a:pt x="17" y="46"/>
                    <a:pt x="20" y="4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4" y="50"/>
                    <a:pt x="10" y="51"/>
                    <a:pt x="7" y="51"/>
                  </a:cubicBezTo>
                  <a:cubicBezTo>
                    <a:pt x="2" y="51"/>
                    <a:pt x="0" y="48"/>
                    <a:pt x="0" y="43"/>
                  </a:cubicBezTo>
                  <a:cubicBezTo>
                    <a:pt x="0" y="41"/>
                    <a:pt x="0" y="40"/>
                    <a:pt x="0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640263" y="6351588"/>
              <a:ext cx="146050" cy="222250"/>
            </a:xfrm>
            <a:custGeom>
              <a:avLst/>
              <a:gdLst/>
              <a:ahLst/>
              <a:cxnLst/>
              <a:rect l="l" t="t" r="r" b="b"/>
              <a:pathLst>
                <a:path w="43" h="65" extrusionOk="0">
                  <a:moveTo>
                    <a:pt x="21" y="0"/>
                  </a:moveTo>
                  <a:cubicBezTo>
                    <a:pt x="19" y="6"/>
                    <a:pt x="18" y="10"/>
                    <a:pt x="17" y="15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22" y="24"/>
                    <a:pt x="27" y="22"/>
                    <a:pt x="31" y="22"/>
                  </a:cubicBezTo>
                  <a:cubicBezTo>
                    <a:pt x="36" y="22"/>
                    <a:pt x="39" y="25"/>
                    <a:pt x="39" y="29"/>
                  </a:cubicBezTo>
                  <a:cubicBezTo>
                    <a:pt x="39" y="31"/>
                    <a:pt x="38" y="33"/>
                    <a:pt x="37" y="37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3" y="59"/>
                    <a:pt x="35" y="61"/>
                    <a:pt x="38" y="61"/>
                  </a:cubicBezTo>
                  <a:cubicBezTo>
                    <a:pt x="39" y="61"/>
                    <a:pt x="41" y="60"/>
                    <a:pt x="43" y="60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38" y="64"/>
                    <a:pt x="35" y="65"/>
                    <a:pt x="32" y="65"/>
                  </a:cubicBezTo>
                  <a:cubicBezTo>
                    <a:pt x="28" y="65"/>
                    <a:pt x="26" y="63"/>
                    <a:pt x="26" y="60"/>
                  </a:cubicBezTo>
                  <a:cubicBezTo>
                    <a:pt x="26" y="58"/>
                    <a:pt x="26" y="57"/>
                    <a:pt x="26" y="55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6"/>
                    <a:pt x="31" y="34"/>
                    <a:pt x="31" y="33"/>
                  </a:cubicBezTo>
                  <a:cubicBezTo>
                    <a:pt x="31" y="29"/>
                    <a:pt x="29" y="27"/>
                    <a:pt x="27" y="27"/>
                  </a:cubicBezTo>
                  <a:cubicBezTo>
                    <a:pt x="23" y="27"/>
                    <a:pt x="19" y="30"/>
                    <a:pt x="13" y="3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803775" y="6427788"/>
              <a:ext cx="104775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1" y="5"/>
                  </a:cubicBezTo>
                  <a:cubicBezTo>
                    <a:pt x="14" y="2"/>
                    <a:pt x="19" y="0"/>
                    <a:pt x="22" y="0"/>
                  </a:cubicBezTo>
                  <a:cubicBezTo>
                    <a:pt x="28" y="0"/>
                    <a:pt x="31" y="4"/>
                    <a:pt x="31" y="9"/>
                  </a:cubicBezTo>
                  <a:cubicBezTo>
                    <a:pt x="31" y="17"/>
                    <a:pt x="23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5" y="36"/>
                    <a:pt x="30" y="31"/>
                  </a:cubicBezTo>
                  <a:lnTo>
                    <a:pt x="30" y="35"/>
                  </a:lnTo>
                  <a:close/>
                  <a:moveTo>
                    <a:pt x="20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8" y="20"/>
                  </a:cubicBezTo>
                  <a:cubicBezTo>
                    <a:pt x="13" y="20"/>
                    <a:pt x="17" y="19"/>
                    <a:pt x="20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976813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8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3" y="37"/>
                  </a:cubicBezTo>
                  <a:cubicBezTo>
                    <a:pt x="22" y="37"/>
                    <a:pt x="21" y="37"/>
                    <a:pt x="18" y="37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8" y="0"/>
                  </a:lnTo>
                  <a:close/>
                  <a:moveTo>
                    <a:pt x="18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7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8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156200" y="6427788"/>
              <a:ext cx="206375" cy="146050"/>
            </a:xfrm>
            <a:custGeom>
              <a:avLst/>
              <a:gdLst/>
              <a:ahLst/>
              <a:cxnLst/>
              <a:rect l="l" t="t" r="r" b="b"/>
              <a:pathLst>
                <a:path w="61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1" y="2"/>
                    <a:pt x="61" y="5"/>
                  </a:cubicBezTo>
                  <a:cubicBezTo>
                    <a:pt x="61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373688" y="6365875"/>
              <a:ext cx="173038" cy="211138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49" y="17"/>
                  </a:moveTo>
                  <a:cubicBezTo>
                    <a:pt x="45" y="17"/>
                    <a:pt x="45" y="17"/>
                    <a:pt x="45" y="17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5"/>
                    <a:pt x="39" y="5"/>
                    <a:pt x="35" y="5"/>
                  </a:cubicBezTo>
                  <a:cubicBezTo>
                    <a:pt x="20" y="5"/>
                    <a:pt x="9" y="19"/>
                    <a:pt x="9" y="38"/>
                  </a:cubicBezTo>
                  <a:cubicBezTo>
                    <a:pt x="9" y="50"/>
                    <a:pt x="15" y="57"/>
                    <a:pt x="27" y="57"/>
                  </a:cubicBezTo>
                  <a:cubicBezTo>
                    <a:pt x="29" y="57"/>
                    <a:pt x="31" y="57"/>
                    <a:pt x="34" y="56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1" y="59"/>
                    <a:pt x="41" y="59"/>
                    <a:pt x="41" y="59"/>
                  </a:cubicBezTo>
                  <a:cubicBezTo>
                    <a:pt x="34" y="61"/>
                    <a:pt x="29" y="62"/>
                    <a:pt x="24" y="62"/>
                  </a:cubicBezTo>
                  <a:cubicBezTo>
                    <a:pt x="9" y="62"/>
                    <a:pt x="0" y="52"/>
                    <a:pt x="0" y="37"/>
                  </a:cubicBezTo>
                  <a:cubicBezTo>
                    <a:pt x="0" y="17"/>
                    <a:pt x="16" y="0"/>
                    <a:pt x="35" y="0"/>
                  </a:cubicBezTo>
                  <a:cubicBezTo>
                    <a:pt x="40" y="0"/>
                    <a:pt x="45" y="1"/>
                    <a:pt x="51" y="3"/>
                  </a:cubicBezTo>
                  <a:lnTo>
                    <a:pt x="49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611813" y="6427788"/>
              <a:ext cx="146050" cy="146050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15" y="0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2" y="2"/>
                    <a:pt x="26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9"/>
                    <a:pt x="38" y="10"/>
                    <a:pt x="37" y="1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2"/>
                    <a:pt x="33" y="33"/>
                    <a:pt x="33" y="34"/>
                  </a:cubicBezTo>
                  <a:cubicBezTo>
                    <a:pt x="33" y="37"/>
                    <a:pt x="35" y="39"/>
                    <a:pt x="38" y="39"/>
                  </a:cubicBezTo>
                  <a:cubicBezTo>
                    <a:pt x="39" y="39"/>
                    <a:pt x="40" y="38"/>
                    <a:pt x="43" y="38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37" y="43"/>
                    <a:pt x="35" y="43"/>
                    <a:pt x="32" y="43"/>
                  </a:cubicBezTo>
                  <a:cubicBezTo>
                    <a:pt x="28" y="43"/>
                    <a:pt x="26" y="41"/>
                    <a:pt x="26" y="38"/>
                  </a:cubicBezTo>
                  <a:cubicBezTo>
                    <a:pt x="26" y="37"/>
                    <a:pt x="26" y="35"/>
                    <a:pt x="26" y="3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5"/>
                    <a:pt x="31" y="12"/>
                    <a:pt x="31" y="11"/>
                  </a:cubicBezTo>
                  <a:cubicBezTo>
                    <a:pt x="31" y="7"/>
                    <a:pt x="29" y="5"/>
                    <a:pt x="26" y="5"/>
                  </a:cubicBezTo>
                  <a:cubicBezTo>
                    <a:pt x="23" y="5"/>
                    <a:pt x="19" y="8"/>
                    <a:pt x="13" y="1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773738" y="6427788"/>
              <a:ext cx="106363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0" y="5"/>
                  </a:cubicBezTo>
                  <a:cubicBezTo>
                    <a:pt x="14" y="2"/>
                    <a:pt x="18" y="0"/>
                    <a:pt x="22" y="0"/>
                  </a:cubicBezTo>
                  <a:cubicBezTo>
                    <a:pt x="27" y="0"/>
                    <a:pt x="31" y="4"/>
                    <a:pt x="31" y="9"/>
                  </a:cubicBezTo>
                  <a:cubicBezTo>
                    <a:pt x="31" y="17"/>
                    <a:pt x="22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4" y="36"/>
                    <a:pt x="30" y="31"/>
                  </a:cubicBezTo>
                  <a:lnTo>
                    <a:pt x="30" y="35"/>
                  </a:lnTo>
                  <a:close/>
                  <a:moveTo>
                    <a:pt x="19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7" y="20"/>
                  </a:cubicBezTo>
                  <a:cubicBezTo>
                    <a:pt x="13" y="20"/>
                    <a:pt x="16" y="19"/>
                    <a:pt x="19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902325" y="6399213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1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6000750" y="6427788"/>
              <a:ext cx="204788" cy="146050"/>
            </a:xfrm>
            <a:custGeom>
              <a:avLst/>
              <a:gdLst/>
              <a:ahLst/>
              <a:cxnLst/>
              <a:rect l="l" t="t" r="r" b="b"/>
              <a:pathLst>
                <a:path w="60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0" y="2"/>
                    <a:pt x="60" y="5"/>
                  </a:cubicBezTo>
                  <a:cubicBezTo>
                    <a:pt x="60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20871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2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6354763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9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465888" y="6351588"/>
              <a:ext cx="139700" cy="222250"/>
            </a:xfrm>
            <a:custGeom>
              <a:avLst/>
              <a:gdLst/>
              <a:ahLst/>
              <a:cxnLst/>
              <a:rect l="l" t="t" r="r" b="b"/>
              <a:pathLst>
                <a:path w="41" h="65" extrusionOk="0">
                  <a:moveTo>
                    <a:pt x="20" y="0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0" y="24"/>
                    <a:pt x="33" y="22"/>
                    <a:pt x="35" y="22"/>
                  </a:cubicBezTo>
                  <a:cubicBezTo>
                    <a:pt x="38" y="22"/>
                    <a:pt x="40" y="24"/>
                    <a:pt x="40" y="27"/>
                  </a:cubicBezTo>
                  <a:cubicBezTo>
                    <a:pt x="40" y="29"/>
                    <a:pt x="39" y="30"/>
                    <a:pt x="35" y="32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28" y="31"/>
                    <a:pt x="26" y="33"/>
                    <a:pt x="21" y="38"/>
                  </a:cubicBezTo>
                  <a:cubicBezTo>
                    <a:pt x="25" y="49"/>
                    <a:pt x="26" y="51"/>
                    <a:pt x="29" y="55"/>
                  </a:cubicBezTo>
                  <a:cubicBezTo>
                    <a:pt x="31" y="59"/>
                    <a:pt x="34" y="61"/>
                    <a:pt x="37" y="61"/>
                  </a:cubicBezTo>
                  <a:cubicBezTo>
                    <a:pt x="38" y="61"/>
                    <a:pt x="40" y="61"/>
                    <a:pt x="41" y="60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36" y="64"/>
                    <a:pt x="33" y="65"/>
                    <a:pt x="31" y="65"/>
                  </a:cubicBezTo>
                  <a:cubicBezTo>
                    <a:pt x="28" y="65"/>
                    <a:pt x="25" y="63"/>
                    <a:pt x="23" y="58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638550" y="5445125"/>
              <a:ext cx="3849688" cy="822325"/>
            </a:xfrm>
            <a:custGeom>
              <a:avLst/>
              <a:gdLst/>
              <a:ahLst/>
              <a:cxnLst/>
              <a:rect l="l" t="t" r="r" b="b"/>
              <a:pathLst>
                <a:path w="1134" h="241" extrusionOk="0">
                  <a:moveTo>
                    <a:pt x="750" y="182"/>
                  </a:moveTo>
                  <a:cubicBezTo>
                    <a:pt x="786" y="188"/>
                    <a:pt x="786" y="188"/>
                    <a:pt x="786" y="188"/>
                  </a:cubicBezTo>
                  <a:cubicBezTo>
                    <a:pt x="797" y="190"/>
                    <a:pt x="804" y="194"/>
                    <a:pt x="804" y="203"/>
                  </a:cubicBezTo>
                  <a:cubicBezTo>
                    <a:pt x="804" y="216"/>
                    <a:pt x="793" y="224"/>
                    <a:pt x="778" y="224"/>
                  </a:cubicBezTo>
                  <a:cubicBezTo>
                    <a:pt x="761" y="224"/>
                    <a:pt x="748" y="212"/>
                    <a:pt x="748" y="196"/>
                  </a:cubicBezTo>
                  <a:cubicBezTo>
                    <a:pt x="748" y="192"/>
                    <a:pt x="748" y="187"/>
                    <a:pt x="750" y="182"/>
                  </a:cubicBezTo>
                  <a:close/>
                  <a:moveTo>
                    <a:pt x="423" y="119"/>
                  </a:moveTo>
                  <a:cubicBezTo>
                    <a:pt x="423" y="157"/>
                    <a:pt x="423" y="157"/>
                    <a:pt x="423" y="157"/>
                  </a:cubicBezTo>
                  <a:cubicBezTo>
                    <a:pt x="413" y="161"/>
                    <a:pt x="409" y="162"/>
                    <a:pt x="403" y="162"/>
                  </a:cubicBezTo>
                  <a:cubicBezTo>
                    <a:pt x="392" y="162"/>
                    <a:pt x="385" y="155"/>
                    <a:pt x="385" y="144"/>
                  </a:cubicBezTo>
                  <a:cubicBezTo>
                    <a:pt x="385" y="135"/>
                    <a:pt x="389" y="129"/>
                    <a:pt x="399" y="125"/>
                  </a:cubicBezTo>
                  <a:cubicBezTo>
                    <a:pt x="405" y="122"/>
                    <a:pt x="408" y="122"/>
                    <a:pt x="423" y="119"/>
                  </a:cubicBezTo>
                  <a:close/>
                  <a:moveTo>
                    <a:pt x="1061" y="145"/>
                  </a:moveTo>
                  <a:cubicBezTo>
                    <a:pt x="1055" y="149"/>
                    <a:pt x="1048" y="154"/>
                    <a:pt x="1038" y="154"/>
                  </a:cubicBezTo>
                  <a:cubicBezTo>
                    <a:pt x="1027" y="154"/>
                    <a:pt x="1017" y="147"/>
                    <a:pt x="1017" y="134"/>
                  </a:cubicBezTo>
                  <a:cubicBezTo>
                    <a:pt x="1017" y="122"/>
                    <a:pt x="1023" y="116"/>
                    <a:pt x="1033" y="109"/>
                  </a:cubicBezTo>
                  <a:lnTo>
                    <a:pt x="1061" y="145"/>
                  </a:lnTo>
                  <a:close/>
                  <a:moveTo>
                    <a:pt x="659" y="105"/>
                  </a:moveTo>
                  <a:cubicBezTo>
                    <a:pt x="618" y="105"/>
                    <a:pt x="618" y="105"/>
                    <a:pt x="618" y="105"/>
                  </a:cubicBezTo>
                  <a:cubicBezTo>
                    <a:pt x="619" y="81"/>
                    <a:pt x="625" y="71"/>
                    <a:pt x="639" y="71"/>
                  </a:cubicBezTo>
                  <a:cubicBezTo>
                    <a:pt x="653" y="71"/>
                    <a:pt x="658" y="80"/>
                    <a:pt x="659" y="105"/>
                  </a:cubicBezTo>
                  <a:close/>
                  <a:moveTo>
                    <a:pt x="775" y="129"/>
                  </a:moveTo>
                  <a:cubicBezTo>
                    <a:pt x="764" y="129"/>
                    <a:pt x="757" y="117"/>
                    <a:pt x="757" y="99"/>
                  </a:cubicBezTo>
                  <a:cubicBezTo>
                    <a:pt x="757" y="81"/>
                    <a:pt x="764" y="70"/>
                    <a:pt x="775" y="70"/>
                  </a:cubicBezTo>
                  <a:cubicBezTo>
                    <a:pt x="786" y="70"/>
                    <a:pt x="793" y="80"/>
                    <a:pt x="793" y="97"/>
                  </a:cubicBezTo>
                  <a:cubicBezTo>
                    <a:pt x="793" y="117"/>
                    <a:pt x="786" y="129"/>
                    <a:pt x="775" y="129"/>
                  </a:cubicBezTo>
                  <a:close/>
                  <a:moveTo>
                    <a:pt x="991" y="74"/>
                  </a:moveTo>
                  <a:cubicBezTo>
                    <a:pt x="991" y="62"/>
                    <a:pt x="991" y="62"/>
                    <a:pt x="991" y="62"/>
                  </a:cubicBezTo>
                  <a:cubicBezTo>
                    <a:pt x="937" y="62"/>
                    <a:pt x="937" y="62"/>
                    <a:pt x="937" y="62"/>
                  </a:cubicBezTo>
                  <a:cubicBezTo>
                    <a:pt x="937" y="74"/>
                    <a:pt x="937" y="74"/>
                    <a:pt x="937" y="74"/>
                  </a:cubicBezTo>
                  <a:cubicBezTo>
                    <a:pt x="950" y="77"/>
                    <a:pt x="950" y="77"/>
                    <a:pt x="950" y="77"/>
                  </a:cubicBezTo>
                  <a:cubicBezTo>
                    <a:pt x="953" y="80"/>
                    <a:pt x="953" y="80"/>
                    <a:pt x="953" y="80"/>
                  </a:cubicBezTo>
                  <a:cubicBezTo>
                    <a:pt x="927" y="143"/>
                    <a:pt x="927" y="143"/>
                    <a:pt x="927" y="143"/>
                  </a:cubicBezTo>
                  <a:cubicBezTo>
                    <a:pt x="900" y="80"/>
                    <a:pt x="900" y="80"/>
                    <a:pt x="900" y="80"/>
                  </a:cubicBezTo>
                  <a:cubicBezTo>
                    <a:pt x="902" y="77"/>
                    <a:pt x="902" y="77"/>
                    <a:pt x="902" y="77"/>
                  </a:cubicBezTo>
                  <a:cubicBezTo>
                    <a:pt x="916" y="74"/>
                    <a:pt x="916" y="74"/>
                    <a:pt x="916" y="74"/>
                  </a:cubicBezTo>
                  <a:cubicBezTo>
                    <a:pt x="916" y="62"/>
                    <a:pt x="916" y="62"/>
                    <a:pt x="916" y="62"/>
                  </a:cubicBezTo>
                  <a:cubicBezTo>
                    <a:pt x="808" y="62"/>
                    <a:pt x="808" y="62"/>
                    <a:pt x="808" y="62"/>
                  </a:cubicBezTo>
                  <a:cubicBezTo>
                    <a:pt x="799" y="58"/>
                    <a:pt x="788" y="56"/>
                    <a:pt x="773" y="56"/>
                  </a:cubicBezTo>
                  <a:cubicBezTo>
                    <a:pt x="736" y="56"/>
                    <a:pt x="713" y="73"/>
                    <a:pt x="713" y="100"/>
                  </a:cubicBezTo>
                  <a:cubicBezTo>
                    <a:pt x="713" y="120"/>
                    <a:pt x="722" y="131"/>
                    <a:pt x="746" y="139"/>
                  </a:cubicBezTo>
                  <a:cubicBezTo>
                    <a:pt x="734" y="148"/>
                    <a:pt x="729" y="154"/>
                    <a:pt x="729" y="163"/>
                  </a:cubicBezTo>
                  <a:cubicBezTo>
                    <a:pt x="729" y="168"/>
                    <a:pt x="731" y="171"/>
                    <a:pt x="734" y="178"/>
                  </a:cubicBezTo>
                  <a:cubicBezTo>
                    <a:pt x="717" y="178"/>
                    <a:pt x="707" y="188"/>
                    <a:pt x="707" y="204"/>
                  </a:cubicBezTo>
                  <a:cubicBezTo>
                    <a:pt x="707" y="227"/>
                    <a:pt x="729" y="240"/>
                    <a:pt x="767" y="240"/>
                  </a:cubicBezTo>
                  <a:cubicBezTo>
                    <a:pt x="813" y="240"/>
                    <a:pt x="845" y="220"/>
                    <a:pt x="845" y="193"/>
                  </a:cubicBezTo>
                  <a:cubicBezTo>
                    <a:pt x="845" y="171"/>
                    <a:pt x="827" y="162"/>
                    <a:pt x="773" y="157"/>
                  </a:cubicBezTo>
                  <a:cubicBezTo>
                    <a:pt x="761" y="156"/>
                    <a:pt x="761" y="156"/>
                    <a:pt x="761" y="156"/>
                  </a:cubicBezTo>
                  <a:cubicBezTo>
                    <a:pt x="761" y="153"/>
                    <a:pt x="760" y="150"/>
                    <a:pt x="760" y="148"/>
                  </a:cubicBezTo>
                  <a:cubicBezTo>
                    <a:pt x="760" y="145"/>
                    <a:pt x="761" y="144"/>
                    <a:pt x="761" y="140"/>
                  </a:cubicBezTo>
                  <a:cubicBezTo>
                    <a:pt x="766" y="141"/>
                    <a:pt x="769" y="141"/>
                    <a:pt x="774" y="141"/>
                  </a:cubicBezTo>
                  <a:cubicBezTo>
                    <a:pt x="812" y="141"/>
                    <a:pt x="835" y="125"/>
                    <a:pt x="835" y="99"/>
                  </a:cubicBezTo>
                  <a:cubicBezTo>
                    <a:pt x="835" y="91"/>
                    <a:pt x="833" y="84"/>
                    <a:pt x="829" y="77"/>
                  </a:cubicBezTo>
                  <a:cubicBezTo>
                    <a:pt x="852" y="77"/>
                    <a:pt x="852" y="77"/>
                    <a:pt x="852" y="77"/>
                  </a:cubicBezTo>
                  <a:cubicBezTo>
                    <a:pt x="906" y="191"/>
                    <a:pt x="906" y="191"/>
                    <a:pt x="906" y="191"/>
                  </a:cubicBezTo>
                  <a:cubicBezTo>
                    <a:pt x="901" y="202"/>
                    <a:pt x="895" y="210"/>
                    <a:pt x="890" y="214"/>
                  </a:cubicBezTo>
                  <a:cubicBezTo>
                    <a:pt x="872" y="195"/>
                    <a:pt x="872" y="195"/>
                    <a:pt x="872" y="195"/>
                  </a:cubicBezTo>
                  <a:cubicBezTo>
                    <a:pt x="863" y="198"/>
                    <a:pt x="855" y="209"/>
                    <a:pt x="855" y="220"/>
                  </a:cubicBezTo>
                  <a:cubicBezTo>
                    <a:pt x="855" y="233"/>
                    <a:pt x="864" y="241"/>
                    <a:pt x="876" y="241"/>
                  </a:cubicBezTo>
                  <a:cubicBezTo>
                    <a:pt x="896" y="241"/>
                    <a:pt x="912" y="221"/>
                    <a:pt x="926" y="190"/>
                  </a:cubicBezTo>
                  <a:cubicBezTo>
                    <a:pt x="977" y="77"/>
                    <a:pt x="977" y="77"/>
                    <a:pt x="977" y="77"/>
                  </a:cubicBezTo>
                  <a:lnTo>
                    <a:pt x="991" y="74"/>
                  </a:lnTo>
                  <a:close/>
                  <a:moveTo>
                    <a:pt x="642" y="55"/>
                  </a:moveTo>
                  <a:cubicBezTo>
                    <a:pt x="599" y="55"/>
                    <a:pt x="574" y="81"/>
                    <a:pt x="574" y="122"/>
                  </a:cubicBezTo>
                  <a:cubicBezTo>
                    <a:pt x="574" y="161"/>
                    <a:pt x="598" y="186"/>
                    <a:pt x="642" y="186"/>
                  </a:cubicBezTo>
                  <a:cubicBezTo>
                    <a:pt x="664" y="186"/>
                    <a:pt x="679" y="182"/>
                    <a:pt x="701" y="172"/>
                  </a:cubicBezTo>
                  <a:cubicBezTo>
                    <a:pt x="701" y="148"/>
                    <a:pt x="701" y="148"/>
                    <a:pt x="701" y="148"/>
                  </a:cubicBezTo>
                  <a:cubicBezTo>
                    <a:pt x="683" y="158"/>
                    <a:pt x="671" y="162"/>
                    <a:pt x="655" y="162"/>
                  </a:cubicBezTo>
                  <a:cubicBezTo>
                    <a:pt x="631" y="162"/>
                    <a:pt x="619" y="149"/>
                    <a:pt x="617" y="121"/>
                  </a:cubicBezTo>
                  <a:cubicBezTo>
                    <a:pt x="702" y="121"/>
                    <a:pt x="702" y="121"/>
                    <a:pt x="702" y="121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02" y="78"/>
                    <a:pt x="681" y="55"/>
                    <a:pt x="642" y="55"/>
                  </a:cubicBezTo>
                  <a:close/>
                  <a:moveTo>
                    <a:pt x="468" y="170"/>
                  </a:moveTo>
                  <a:cubicBezTo>
                    <a:pt x="466" y="166"/>
                    <a:pt x="466" y="166"/>
                    <a:pt x="466" y="166"/>
                  </a:cubicBezTo>
                  <a:cubicBezTo>
                    <a:pt x="466" y="109"/>
                    <a:pt x="466" y="109"/>
                    <a:pt x="466" y="109"/>
                  </a:cubicBezTo>
                  <a:cubicBezTo>
                    <a:pt x="466" y="84"/>
                    <a:pt x="463" y="77"/>
                    <a:pt x="454" y="68"/>
                  </a:cubicBezTo>
                  <a:cubicBezTo>
                    <a:pt x="445" y="59"/>
                    <a:pt x="430" y="55"/>
                    <a:pt x="410" y="55"/>
                  </a:cubicBezTo>
                  <a:cubicBezTo>
                    <a:pt x="374" y="55"/>
                    <a:pt x="345" y="69"/>
                    <a:pt x="345" y="87"/>
                  </a:cubicBezTo>
                  <a:cubicBezTo>
                    <a:pt x="345" y="94"/>
                    <a:pt x="349" y="97"/>
                    <a:pt x="361" y="97"/>
                  </a:cubicBezTo>
                  <a:cubicBezTo>
                    <a:pt x="391" y="97"/>
                    <a:pt x="391" y="97"/>
                    <a:pt x="391" y="97"/>
                  </a:cubicBezTo>
                  <a:cubicBezTo>
                    <a:pt x="391" y="70"/>
                    <a:pt x="391" y="70"/>
                    <a:pt x="391" y="70"/>
                  </a:cubicBezTo>
                  <a:cubicBezTo>
                    <a:pt x="414" y="70"/>
                    <a:pt x="423" y="77"/>
                    <a:pt x="423" y="95"/>
                  </a:cubicBezTo>
                  <a:cubicBezTo>
                    <a:pt x="423" y="102"/>
                    <a:pt x="423" y="102"/>
                    <a:pt x="423" y="102"/>
                  </a:cubicBezTo>
                  <a:cubicBezTo>
                    <a:pt x="380" y="112"/>
                    <a:pt x="362" y="117"/>
                    <a:pt x="354" y="123"/>
                  </a:cubicBezTo>
                  <a:cubicBezTo>
                    <a:pt x="344" y="130"/>
                    <a:pt x="339" y="140"/>
                    <a:pt x="339" y="153"/>
                  </a:cubicBezTo>
                  <a:cubicBezTo>
                    <a:pt x="339" y="173"/>
                    <a:pt x="354" y="187"/>
                    <a:pt x="376" y="187"/>
                  </a:cubicBezTo>
                  <a:cubicBezTo>
                    <a:pt x="389" y="187"/>
                    <a:pt x="402" y="183"/>
                    <a:pt x="423" y="170"/>
                  </a:cubicBezTo>
                  <a:cubicBezTo>
                    <a:pt x="426" y="184"/>
                    <a:pt x="426" y="184"/>
                    <a:pt x="426" y="184"/>
                  </a:cubicBezTo>
                  <a:cubicBezTo>
                    <a:pt x="483" y="184"/>
                    <a:pt x="483" y="184"/>
                    <a:pt x="483" y="184"/>
                  </a:cubicBezTo>
                  <a:cubicBezTo>
                    <a:pt x="483" y="171"/>
                    <a:pt x="483" y="171"/>
                    <a:pt x="483" y="171"/>
                  </a:cubicBezTo>
                  <a:lnTo>
                    <a:pt x="468" y="170"/>
                  </a:lnTo>
                  <a:close/>
                  <a:moveTo>
                    <a:pt x="314" y="56"/>
                  </a:moveTo>
                  <a:cubicBezTo>
                    <a:pt x="300" y="64"/>
                    <a:pt x="292" y="71"/>
                    <a:pt x="280" y="84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67" y="55"/>
                    <a:pt x="267" y="55"/>
                    <a:pt x="267" y="55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82"/>
                    <a:pt x="221" y="82"/>
                    <a:pt x="221" y="82"/>
                  </a:cubicBezTo>
                  <a:cubicBezTo>
                    <a:pt x="239" y="82"/>
                    <a:pt x="239" y="82"/>
                    <a:pt x="239" y="82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23" y="171"/>
                    <a:pt x="223" y="171"/>
                    <a:pt x="223" y="171"/>
                  </a:cubicBezTo>
                  <a:cubicBezTo>
                    <a:pt x="223" y="184"/>
                    <a:pt x="223" y="184"/>
                    <a:pt x="223" y="184"/>
                  </a:cubicBezTo>
                  <a:cubicBezTo>
                    <a:pt x="304" y="184"/>
                    <a:pt x="304" y="184"/>
                    <a:pt x="304" y="184"/>
                  </a:cubicBezTo>
                  <a:cubicBezTo>
                    <a:pt x="304" y="171"/>
                    <a:pt x="304" y="171"/>
                    <a:pt x="304" y="171"/>
                  </a:cubicBezTo>
                  <a:cubicBezTo>
                    <a:pt x="285" y="170"/>
                    <a:pt x="285" y="170"/>
                    <a:pt x="285" y="170"/>
                  </a:cubicBezTo>
                  <a:cubicBezTo>
                    <a:pt x="282" y="166"/>
                    <a:pt x="282" y="166"/>
                    <a:pt x="282" y="166"/>
                  </a:cubicBezTo>
                  <a:cubicBezTo>
                    <a:pt x="282" y="93"/>
                    <a:pt x="282" y="93"/>
                    <a:pt x="282" y="93"/>
                  </a:cubicBezTo>
                  <a:cubicBezTo>
                    <a:pt x="285" y="93"/>
                    <a:pt x="287" y="93"/>
                    <a:pt x="288" y="93"/>
                  </a:cubicBezTo>
                  <a:cubicBezTo>
                    <a:pt x="301" y="93"/>
                    <a:pt x="307" y="97"/>
                    <a:pt x="312" y="110"/>
                  </a:cubicBezTo>
                  <a:cubicBezTo>
                    <a:pt x="331" y="110"/>
                    <a:pt x="331" y="110"/>
                    <a:pt x="331" y="110"/>
                  </a:cubicBezTo>
                  <a:cubicBezTo>
                    <a:pt x="338" y="60"/>
                    <a:pt x="338" y="60"/>
                    <a:pt x="338" y="60"/>
                  </a:cubicBezTo>
                  <a:cubicBezTo>
                    <a:pt x="332" y="56"/>
                    <a:pt x="328" y="56"/>
                    <a:pt x="318" y="56"/>
                  </a:cubicBezTo>
                  <a:cubicBezTo>
                    <a:pt x="317" y="56"/>
                    <a:pt x="316" y="56"/>
                    <a:pt x="314" y="56"/>
                  </a:cubicBezTo>
                  <a:close/>
                  <a:moveTo>
                    <a:pt x="62" y="103"/>
                  </a:moveTo>
                  <a:cubicBezTo>
                    <a:pt x="49" y="98"/>
                    <a:pt x="44" y="94"/>
                    <a:pt x="44" y="86"/>
                  </a:cubicBezTo>
                  <a:cubicBezTo>
                    <a:pt x="44" y="78"/>
                    <a:pt x="51" y="72"/>
                    <a:pt x="63" y="72"/>
                  </a:cubicBezTo>
                  <a:cubicBezTo>
                    <a:pt x="70" y="72"/>
                    <a:pt x="74" y="73"/>
                    <a:pt x="82" y="77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7" y="62"/>
                    <a:pt x="107" y="62"/>
                    <a:pt x="107" y="62"/>
                  </a:cubicBezTo>
                  <a:cubicBezTo>
                    <a:pt x="83" y="56"/>
                    <a:pt x="72" y="55"/>
                    <a:pt x="58" y="55"/>
                  </a:cubicBezTo>
                  <a:cubicBezTo>
                    <a:pt x="24" y="55"/>
                    <a:pt x="2" y="71"/>
                    <a:pt x="2" y="95"/>
                  </a:cubicBezTo>
                  <a:cubicBezTo>
                    <a:pt x="2" y="112"/>
                    <a:pt x="13" y="122"/>
                    <a:pt x="54" y="139"/>
                  </a:cubicBezTo>
                  <a:cubicBezTo>
                    <a:pt x="66" y="144"/>
                    <a:pt x="70" y="148"/>
                    <a:pt x="70" y="155"/>
                  </a:cubicBezTo>
                  <a:cubicBezTo>
                    <a:pt x="70" y="165"/>
                    <a:pt x="63" y="170"/>
                    <a:pt x="50" y="170"/>
                  </a:cubicBezTo>
                  <a:cubicBezTo>
                    <a:pt x="42" y="170"/>
                    <a:pt x="35" y="169"/>
                    <a:pt x="24" y="164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26" y="186"/>
                    <a:pt x="37" y="187"/>
                    <a:pt x="55" y="187"/>
                  </a:cubicBezTo>
                  <a:cubicBezTo>
                    <a:pt x="88" y="187"/>
                    <a:pt x="113" y="170"/>
                    <a:pt x="113" y="145"/>
                  </a:cubicBezTo>
                  <a:cubicBezTo>
                    <a:pt x="113" y="126"/>
                    <a:pt x="103" y="118"/>
                    <a:pt x="62" y="103"/>
                  </a:cubicBezTo>
                  <a:close/>
                  <a:moveTo>
                    <a:pt x="1048" y="32"/>
                  </a:moveTo>
                  <a:cubicBezTo>
                    <a:pt x="1056" y="32"/>
                    <a:pt x="1060" y="39"/>
                    <a:pt x="1060" y="46"/>
                  </a:cubicBezTo>
                  <a:cubicBezTo>
                    <a:pt x="1060" y="56"/>
                    <a:pt x="1053" y="62"/>
                    <a:pt x="1043" y="68"/>
                  </a:cubicBezTo>
                  <a:cubicBezTo>
                    <a:pt x="1038" y="61"/>
                    <a:pt x="1034" y="55"/>
                    <a:pt x="1034" y="47"/>
                  </a:cubicBezTo>
                  <a:cubicBezTo>
                    <a:pt x="1034" y="38"/>
                    <a:pt x="1040" y="32"/>
                    <a:pt x="1048" y="32"/>
                  </a:cubicBezTo>
                  <a:close/>
                  <a:moveTo>
                    <a:pt x="536" y="62"/>
                  </a:moveTo>
                  <a:cubicBezTo>
                    <a:pt x="536" y="26"/>
                    <a:pt x="536" y="26"/>
                    <a:pt x="536" y="26"/>
                  </a:cubicBezTo>
                  <a:cubicBezTo>
                    <a:pt x="513" y="26"/>
                    <a:pt x="513" y="26"/>
                    <a:pt x="513" y="26"/>
                  </a:cubicBezTo>
                  <a:cubicBezTo>
                    <a:pt x="497" y="55"/>
                    <a:pt x="497" y="55"/>
                    <a:pt x="497" y="55"/>
                  </a:cubicBezTo>
                  <a:cubicBezTo>
                    <a:pt x="476" y="69"/>
                    <a:pt x="476" y="69"/>
                    <a:pt x="476" y="69"/>
                  </a:cubicBezTo>
                  <a:cubicBezTo>
                    <a:pt x="476" y="80"/>
                    <a:pt x="476" y="80"/>
                    <a:pt x="476" y="80"/>
                  </a:cubicBezTo>
                  <a:cubicBezTo>
                    <a:pt x="494" y="80"/>
                    <a:pt x="494" y="80"/>
                    <a:pt x="494" y="80"/>
                  </a:cubicBezTo>
                  <a:cubicBezTo>
                    <a:pt x="494" y="156"/>
                    <a:pt x="494" y="156"/>
                    <a:pt x="494" y="156"/>
                  </a:cubicBezTo>
                  <a:cubicBezTo>
                    <a:pt x="494" y="176"/>
                    <a:pt x="505" y="186"/>
                    <a:pt x="528" y="186"/>
                  </a:cubicBezTo>
                  <a:cubicBezTo>
                    <a:pt x="541" y="186"/>
                    <a:pt x="552" y="184"/>
                    <a:pt x="572" y="175"/>
                  </a:cubicBezTo>
                  <a:cubicBezTo>
                    <a:pt x="572" y="161"/>
                    <a:pt x="572" y="161"/>
                    <a:pt x="572" y="161"/>
                  </a:cubicBezTo>
                  <a:cubicBezTo>
                    <a:pt x="572" y="161"/>
                    <a:pt x="565" y="162"/>
                    <a:pt x="559" y="162"/>
                  </a:cubicBezTo>
                  <a:cubicBezTo>
                    <a:pt x="542" y="162"/>
                    <a:pt x="536" y="157"/>
                    <a:pt x="536" y="140"/>
                  </a:cubicBezTo>
                  <a:cubicBezTo>
                    <a:pt x="536" y="80"/>
                    <a:pt x="536" y="80"/>
                    <a:pt x="536" y="80"/>
                  </a:cubicBezTo>
                  <a:cubicBezTo>
                    <a:pt x="572" y="80"/>
                    <a:pt x="572" y="80"/>
                    <a:pt x="572" y="80"/>
                  </a:cubicBezTo>
                  <a:cubicBezTo>
                    <a:pt x="572" y="62"/>
                    <a:pt x="572" y="62"/>
                    <a:pt x="572" y="62"/>
                  </a:cubicBezTo>
                  <a:lnTo>
                    <a:pt x="536" y="62"/>
                  </a:lnTo>
                  <a:close/>
                  <a:moveTo>
                    <a:pt x="178" y="62"/>
                  </a:moveTo>
                  <a:cubicBezTo>
                    <a:pt x="178" y="26"/>
                    <a:pt x="178" y="26"/>
                    <a:pt x="178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7" y="80"/>
                    <a:pt x="117" y="80"/>
                    <a:pt x="117" y="80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156"/>
                    <a:pt x="135" y="156"/>
                    <a:pt x="135" y="156"/>
                  </a:cubicBezTo>
                  <a:cubicBezTo>
                    <a:pt x="135" y="176"/>
                    <a:pt x="147" y="186"/>
                    <a:pt x="169" y="186"/>
                  </a:cubicBezTo>
                  <a:cubicBezTo>
                    <a:pt x="183" y="186"/>
                    <a:pt x="194" y="184"/>
                    <a:pt x="213" y="175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07" y="162"/>
                    <a:pt x="201" y="162"/>
                  </a:cubicBezTo>
                  <a:cubicBezTo>
                    <a:pt x="184" y="162"/>
                    <a:pt x="178" y="157"/>
                    <a:pt x="178" y="14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3" y="62"/>
                    <a:pt x="213" y="62"/>
                    <a:pt x="213" y="62"/>
                  </a:cubicBezTo>
                  <a:lnTo>
                    <a:pt x="178" y="62"/>
                  </a:lnTo>
                  <a:close/>
                  <a:moveTo>
                    <a:pt x="1107" y="149"/>
                  </a:moveTo>
                  <a:cubicBezTo>
                    <a:pt x="1129" y="131"/>
                    <a:pt x="1129" y="131"/>
                    <a:pt x="1129" y="131"/>
                  </a:cubicBezTo>
                  <a:cubicBezTo>
                    <a:pt x="1129" y="89"/>
                    <a:pt x="1129" y="89"/>
                    <a:pt x="1129" y="89"/>
                  </a:cubicBezTo>
                  <a:cubicBezTo>
                    <a:pt x="1087" y="124"/>
                    <a:pt x="1087" y="124"/>
                    <a:pt x="1087" y="124"/>
                  </a:cubicBezTo>
                  <a:cubicBezTo>
                    <a:pt x="1061" y="91"/>
                    <a:pt x="1061" y="91"/>
                    <a:pt x="1061" y="91"/>
                  </a:cubicBezTo>
                  <a:cubicBezTo>
                    <a:pt x="1078" y="80"/>
                    <a:pt x="1093" y="68"/>
                    <a:pt x="1093" y="44"/>
                  </a:cubicBezTo>
                  <a:cubicBezTo>
                    <a:pt x="1093" y="19"/>
                    <a:pt x="1075" y="0"/>
                    <a:pt x="1048" y="0"/>
                  </a:cubicBezTo>
                  <a:cubicBezTo>
                    <a:pt x="1022" y="0"/>
                    <a:pt x="1000" y="19"/>
                    <a:pt x="1000" y="47"/>
                  </a:cubicBezTo>
                  <a:cubicBezTo>
                    <a:pt x="1000" y="64"/>
                    <a:pt x="1007" y="75"/>
                    <a:pt x="1015" y="84"/>
                  </a:cubicBezTo>
                  <a:cubicBezTo>
                    <a:pt x="997" y="95"/>
                    <a:pt x="981" y="109"/>
                    <a:pt x="981" y="135"/>
                  </a:cubicBezTo>
                  <a:cubicBezTo>
                    <a:pt x="981" y="164"/>
                    <a:pt x="1002" y="187"/>
                    <a:pt x="1038" y="187"/>
                  </a:cubicBezTo>
                  <a:cubicBezTo>
                    <a:pt x="1059" y="187"/>
                    <a:pt x="1071" y="179"/>
                    <a:pt x="1080" y="171"/>
                  </a:cubicBezTo>
                  <a:cubicBezTo>
                    <a:pt x="1091" y="184"/>
                    <a:pt x="1091" y="184"/>
                    <a:pt x="1091" y="184"/>
                  </a:cubicBezTo>
                  <a:cubicBezTo>
                    <a:pt x="1134" y="184"/>
                    <a:pt x="1134" y="184"/>
                    <a:pt x="1134" y="184"/>
                  </a:cubicBezTo>
                  <a:lnTo>
                    <a:pt x="1107" y="1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Solid Black - Client">
  <p:cSld name="Title Slide - Solid Black - Client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5871788" y="-1"/>
            <a:ext cx="6320212" cy="6858001"/>
          </a:xfrm>
          <a:custGeom>
            <a:avLst/>
            <a:gdLst/>
            <a:ahLst/>
            <a:cxnLst/>
            <a:rect l="l" t="t" r="r" b="b"/>
            <a:pathLst>
              <a:path w="13260" h="14399" extrusionOk="0">
                <a:moveTo>
                  <a:pt x="5410" y="12253"/>
                </a:moveTo>
                <a:lnTo>
                  <a:pt x="5410" y="12253"/>
                </a:lnTo>
                <a:cubicBezTo>
                  <a:pt x="4361" y="12253"/>
                  <a:pt x="3443" y="11532"/>
                  <a:pt x="3443" y="10319"/>
                </a:cubicBezTo>
                <a:cubicBezTo>
                  <a:pt x="3443" y="9171"/>
                  <a:pt x="3967" y="8613"/>
                  <a:pt x="4918" y="7990"/>
                </a:cubicBezTo>
                <a:lnTo>
                  <a:pt x="7526" y="11387"/>
                </a:lnTo>
                <a:cubicBezTo>
                  <a:pt x="7017" y="11794"/>
                  <a:pt x="6295" y="12253"/>
                  <a:pt x="5410" y="12253"/>
                </a:cubicBezTo>
                <a:close/>
                <a:moveTo>
                  <a:pt x="6295" y="743"/>
                </a:moveTo>
                <a:lnTo>
                  <a:pt x="6295" y="743"/>
                </a:lnTo>
                <a:cubicBezTo>
                  <a:pt x="7083" y="743"/>
                  <a:pt x="7443" y="1366"/>
                  <a:pt x="7443" y="2055"/>
                </a:cubicBezTo>
                <a:cubicBezTo>
                  <a:pt x="7443" y="3035"/>
                  <a:pt x="6825" y="3559"/>
                  <a:pt x="5881" y="4114"/>
                </a:cubicBezTo>
                <a:cubicBezTo>
                  <a:pt x="5388" y="3497"/>
                  <a:pt x="5017" y="2956"/>
                  <a:pt x="5017" y="2153"/>
                </a:cubicBezTo>
                <a:cubicBezTo>
                  <a:pt x="5017" y="1300"/>
                  <a:pt x="5541" y="743"/>
                  <a:pt x="6295" y="743"/>
                </a:cubicBezTo>
                <a:close/>
                <a:moveTo>
                  <a:pt x="13260" y="13610"/>
                </a:moveTo>
                <a:lnTo>
                  <a:pt x="13260" y="13610"/>
                </a:lnTo>
                <a:lnTo>
                  <a:pt x="11838" y="11777"/>
                </a:lnTo>
                <a:lnTo>
                  <a:pt x="13260" y="10607"/>
                </a:lnTo>
                <a:lnTo>
                  <a:pt x="13260" y="6701"/>
                </a:lnTo>
                <a:lnTo>
                  <a:pt x="9980" y="9382"/>
                </a:lnTo>
                <a:lnTo>
                  <a:pt x="7577" y="6284"/>
                </a:lnTo>
                <a:cubicBezTo>
                  <a:pt x="9117" y="5300"/>
                  <a:pt x="10526" y="4185"/>
                  <a:pt x="10526" y="1923"/>
                </a:cubicBezTo>
                <a:cubicBezTo>
                  <a:pt x="10526" y="1222"/>
                  <a:pt x="10378" y="569"/>
                  <a:pt x="10104" y="0"/>
                </a:cubicBezTo>
                <a:lnTo>
                  <a:pt x="2348" y="0"/>
                </a:lnTo>
                <a:cubicBezTo>
                  <a:pt x="2021" y="608"/>
                  <a:pt x="1836" y="1323"/>
                  <a:pt x="1836" y="2120"/>
                </a:cubicBezTo>
                <a:cubicBezTo>
                  <a:pt x="1836" y="3739"/>
                  <a:pt x="2501" y="4778"/>
                  <a:pt x="3190" y="5689"/>
                </a:cubicBezTo>
                <a:cubicBezTo>
                  <a:pt x="1475" y="6711"/>
                  <a:pt x="0" y="8023"/>
                  <a:pt x="0" y="10417"/>
                </a:cubicBezTo>
                <a:cubicBezTo>
                  <a:pt x="0" y="12084"/>
                  <a:pt x="715" y="13516"/>
                  <a:pt x="2013" y="14399"/>
                </a:cubicBezTo>
                <a:lnTo>
                  <a:pt x="8591" y="14399"/>
                </a:lnTo>
                <a:cubicBezTo>
                  <a:pt x="8871" y="14214"/>
                  <a:pt x="9119" y="14019"/>
                  <a:pt x="9345" y="13828"/>
                </a:cubicBezTo>
                <a:lnTo>
                  <a:pt x="9796" y="14399"/>
                </a:lnTo>
                <a:lnTo>
                  <a:pt x="13260" y="14399"/>
                </a:lnTo>
                <a:lnTo>
                  <a:pt x="13260" y="1361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80675" tIns="40325" rIns="80675" bIns="40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42800" y="1504950"/>
            <a:ext cx="5473701" cy="91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442800" y="1733550"/>
            <a:ext cx="54737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442800" y="4480560"/>
            <a:ext cx="431228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dt" idx="10"/>
          </p:nvPr>
        </p:nvSpPr>
        <p:spPr>
          <a:xfrm>
            <a:off x="442800" y="4681037"/>
            <a:ext cx="431228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457199" y="435353"/>
            <a:ext cx="1496699" cy="464131"/>
            <a:chOff x="3638550" y="5445125"/>
            <a:chExt cx="3849688" cy="1193801"/>
          </a:xfrm>
        </p:grpSpPr>
        <p:sp>
          <p:nvSpPr>
            <p:cNvPr id="120" name="Google Shape;120;p14"/>
            <p:cNvSpPr/>
            <p:nvPr/>
          </p:nvSpPr>
          <p:spPr>
            <a:xfrm>
              <a:off x="3638550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9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4" y="37"/>
                  </a:cubicBezTo>
                  <a:cubicBezTo>
                    <a:pt x="22" y="37"/>
                    <a:pt x="22" y="37"/>
                    <a:pt x="18" y="37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9" y="0"/>
                  </a:lnTo>
                  <a:close/>
                  <a:moveTo>
                    <a:pt x="19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8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3808413" y="6427788"/>
              <a:ext cx="139700" cy="146050"/>
            </a:xfrm>
            <a:custGeom>
              <a:avLst/>
              <a:gdLst/>
              <a:ahLst/>
              <a:cxnLst/>
              <a:rect l="l" t="t" r="r" b="b"/>
              <a:pathLst>
                <a:path w="41" h="43" extrusionOk="0">
                  <a:moveTo>
                    <a:pt x="39" y="0"/>
                  </a:moveTo>
                  <a:cubicBezTo>
                    <a:pt x="38" y="2"/>
                    <a:pt x="37" y="6"/>
                    <a:pt x="36" y="13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2"/>
                    <a:pt x="32" y="33"/>
                    <a:pt x="32" y="35"/>
                  </a:cubicBezTo>
                  <a:cubicBezTo>
                    <a:pt x="32" y="37"/>
                    <a:pt x="33" y="38"/>
                    <a:pt x="36" y="38"/>
                  </a:cubicBezTo>
                  <a:cubicBezTo>
                    <a:pt x="37" y="38"/>
                    <a:pt x="38" y="38"/>
                    <a:pt x="41" y="38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5" y="43"/>
                    <a:pt x="33" y="43"/>
                    <a:pt x="30" y="43"/>
                  </a:cubicBezTo>
                  <a:cubicBezTo>
                    <a:pt x="27" y="43"/>
                    <a:pt x="25" y="41"/>
                    <a:pt x="25" y="36"/>
                  </a:cubicBezTo>
                  <a:cubicBezTo>
                    <a:pt x="20" y="41"/>
                    <a:pt x="16" y="43"/>
                    <a:pt x="12" y="43"/>
                  </a:cubicBezTo>
                  <a:cubicBezTo>
                    <a:pt x="4" y="43"/>
                    <a:pt x="0" y="37"/>
                    <a:pt x="0" y="28"/>
                  </a:cubicBezTo>
                  <a:cubicBezTo>
                    <a:pt x="0" y="12"/>
                    <a:pt x="11" y="0"/>
                    <a:pt x="24" y="0"/>
                  </a:cubicBezTo>
                  <a:cubicBezTo>
                    <a:pt x="27" y="0"/>
                    <a:pt x="30" y="1"/>
                    <a:pt x="33" y="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9" y="0"/>
                  </a:lnTo>
                  <a:close/>
                  <a:moveTo>
                    <a:pt x="26" y="4"/>
                  </a:moveTo>
                  <a:cubicBezTo>
                    <a:pt x="26" y="3"/>
                    <a:pt x="25" y="3"/>
                    <a:pt x="25" y="3"/>
                  </a:cubicBezTo>
                  <a:cubicBezTo>
                    <a:pt x="15" y="3"/>
                    <a:pt x="7" y="14"/>
                    <a:pt x="7" y="27"/>
                  </a:cubicBezTo>
                  <a:cubicBezTo>
                    <a:pt x="7" y="34"/>
                    <a:pt x="10" y="38"/>
                    <a:pt x="15" y="38"/>
                  </a:cubicBezTo>
                  <a:cubicBezTo>
                    <a:pt x="18" y="38"/>
                    <a:pt x="21" y="37"/>
                    <a:pt x="25" y="32"/>
                  </a:cubicBezTo>
                  <a:cubicBezTo>
                    <a:pt x="30" y="9"/>
                    <a:pt x="30" y="9"/>
                    <a:pt x="30" y="9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3968750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8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4094163" y="6399213"/>
              <a:ext cx="87313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0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424656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1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4344988" y="6351588"/>
              <a:ext cx="166688" cy="287338"/>
            </a:xfrm>
            <a:custGeom>
              <a:avLst/>
              <a:gdLst/>
              <a:ahLst/>
              <a:cxnLst/>
              <a:rect l="l" t="t" r="r" b="b"/>
              <a:pathLst>
                <a:path w="49" h="84" extrusionOk="0">
                  <a:moveTo>
                    <a:pt x="37" y="4"/>
                  </a:moveTo>
                  <a:cubicBezTo>
                    <a:pt x="34" y="6"/>
                    <a:pt x="31" y="13"/>
                    <a:pt x="29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4" y="63"/>
                    <a:pt x="22" y="68"/>
                    <a:pt x="19" y="73"/>
                  </a:cubicBezTo>
                  <a:cubicBezTo>
                    <a:pt x="14" y="80"/>
                    <a:pt x="9" y="84"/>
                    <a:pt x="5" y="84"/>
                  </a:cubicBezTo>
                  <a:cubicBezTo>
                    <a:pt x="2" y="84"/>
                    <a:pt x="0" y="82"/>
                    <a:pt x="0" y="79"/>
                  </a:cubicBezTo>
                  <a:cubicBezTo>
                    <a:pt x="0" y="77"/>
                    <a:pt x="0" y="76"/>
                    <a:pt x="2" y="75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5" y="74"/>
                    <a:pt x="16" y="69"/>
                    <a:pt x="18" y="54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6" y="9"/>
                    <a:pt x="33" y="0"/>
                    <a:pt x="41" y="0"/>
                  </a:cubicBezTo>
                  <a:cubicBezTo>
                    <a:pt x="45" y="0"/>
                    <a:pt x="49" y="2"/>
                    <a:pt x="49" y="5"/>
                  </a:cubicBezTo>
                  <a:cubicBezTo>
                    <a:pt x="49" y="8"/>
                    <a:pt x="47" y="9"/>
                    <a:pt x="44" y="10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4551363" y="6399213"/>
              <a:ext cx="85725" cy="174625"/>
            </a:xfrm>
            <a:custGeom>
              <a:avLst/>
              <a:gdLst/>
              <a:ahLst/>
              <a:cxnLst/>
              <a:rect l="l" t="t" r="r" b="b"/>
              <a:pathLst>
                <a:path w="25" h="51" extrusionOk="0">
                  <a:moveTo>
                    <a:pt x="14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9"/>
                    <a:pt x="7" y="40"/>
                    <a:pt x="7" y="41"/>
                  </a:cubicBezTo>
                  <a:cubicBezTo>
                    <a:pt x="7" y="44"/>
                    <a:pt x="9" y="46"/>
                    <a:pt x="12" y="46"/>
                  </a:cubicBezTo>
                  <a:cubicBezTo>
                    <a:pt x="14" y="46"/>
                    <a:pt x="17" y="46"/>
                    <a:pt x="20" y="4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4" y="50"/>
                    <a:pt x="10" y="51"/>
                    <a:pt x="7" y="51"/>
                  </a:cubicBezTo>
                  <a:cubicBezTo>
                    <a:pt x="2" y="51"/>
                    <a:pt x="0" y="48"/>
                    <a:pt x="0" y="43"/>
                  </a:cubicBezTo>
                  <a:cubicBezTo>
                    <a:pt x="0" y="41"/>
                    <a:pt x="0" y="40"/>
                    <a:pt x="0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4640263" y="6351588"/>
              <a:ext cx="146050" cy="222250"/>
            </a:xfrm>
            <a:custGeom>
              <a:avLst/>
              <a:gdLst/>
              <a:ahLst/>
              <a:cxnLst/>
              <a:rect l="l" t="t" r="r" b="b"/>
              <a:pathLst>
                <a:path w="43" h="65" extrusionOk="0">
                  <a:moveTo>
                    <a:pt x="21" y="0"/>
                  </a:moveTo>
                  <a:cubicBezTo>
                    <a:pt x="19" y="6"/>
                    <a:pt x="18" y="10"/>
                    <a:pt x="17" y="15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22" y="24"/>
                    <a:pt x="27" y="22"/>
                    <a:pt x="31" y="22"/>
                  </a:cubicBezTo>
                  <a:cubicBezTo>
                    <a:pt x="36" y="22"/>
                    <a:pt x="39" y="25"/>
                    <a:pt x="39" y="29"/>
                  </a:cubicBezTo>
                  <a:cubicBezTo>
                    <a:pt x="39" y="31"/>
                    <a:pt x="38" y="33"/>
                    <a:pt x="37" y="37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3" y="59"/>
                    <a:pt x="35" y="61"/>
                    <a:pt x="38" y="61"/>
                  </a:cubicBezTo>
                  <a:cubicBezTo>
                    <a:pt x="39" y="61"/>
                    <a:pt x="41" y="60"/>
                    <a:pt x="43" y="60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38" y="64"/>
                    <a:pt x="35" y="65"/>
                    <a:pt x="32" y="65"/>
                  </a:cubicBezTo>
                  <a:cubicBezTo>
                    <a:pt x="28" y="65"/>
                    <a:pt x="26" y="63"/>
                    <a:pt x="26" y="60"/>
                  </a:cubicBezTo>
                  <a:cubicBezTo>
                    <a:pt x="26" y="58"/>
                    <a:pt x="26" y="57"/>
                    <a:pt x="26" y="55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6"/>
                    <a:pt x="31" y="34"/>
                    <a:pt x="31" y="33"/>
                  </a:cubicBezTo>
                  <a:cubicBezTo>
                    <a:pt x="31" y="29"/>
                    <a:pt x="29" y="27"/>
                    <a:pt x="27" y="27"/>
                  </a:cubicBezTo>
                  <a:cubicBezTo>
                    <a:pt x="23" y="27"/>
                    <a:pt x="19" y="30"/>
                    <a:pt x="13" y="3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4803775" y="6427788"/>
              <a:ext cx="104775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1" y="5"/>
                  </a:cubicBezTo>
                  <a:cubicBezTo>
                    <a:pt x="14" y="2"/>
                    <a:pt x="19" y="0"/>
                    <a:pt x="22" y="0"/>
                  </a:cubicBezTo>
                  <a:cubicBezTo>
                    <a:pt x="28" y="0"/>
                    <a:pt x="31" y="4"/>
                    <a:pt x="31" y="9"/>
                  </a:cubicBezTo>
                  <a:cubicBezTo>
                    <a:pt x="31" y="17"/>
                    <a:pt x="23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5" y="36"/>
                    <a:pt x="30" y="31"/>
                  </a:cubicBezTo>
                  <a:lnTo>
                    <a:pt x="30" y="35"/>
                  </a:lnTo>
                  <a:close/>
                  <a:moveTo>
                    <a:pt x="20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8" y="20"/>
                  </a:cubicBezTo>
                  <a:cubicBezTo>
                    <a:pt x="13" y="20"/>
                    <a:pt x="17" y="19"/>
                    <a:pt x="20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4976813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8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3" y="37"/>
                  </a:cubicBezTo>
                  <a:cubicBezTo>
                    <a:pt x="22" y="37"/>
                    <a:pt x="21" y="37"/>
                    <a:pt x="18" y="37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8" y="0"/>
                  </a:lnTo>
                  <a:close/>
                  <a:moveTo>
                    <a:pt x="18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7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8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5156200" y="6427788"/>
              <a:ext cx="206375" cy="146050"/>
            </a:xfrm>
            <a:custGeom>
              <a:avLst/>
              <a:gdLst/>
              <a:ahLst/>
              <a:cxnLst/>
              <a:rect l="l" t="t" r="r" b="b"/>
              <a:pathLst>
                <a:path w="61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1" y="2"/>
                    <a:pt x="61" y="5"/>
                  </a:cubicBezTo>
                  <a:cubicBezTo>
                    <a:pt x="61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5373688" y="6365875"/>
              <a:ext cx="173038" cy="211138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49" y="17"/>
                  </a:moveTo>
                  <a:cubicBezTo>
                    <a:pt x="45" y="17"/>
                    <a:pt x="45" y="17"/>
                    <a:pt x="45" y="17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5"/>
                    <a:pt x="39" y="5"/>
                    <a:pt x="35" y="5"/>
                  </a:cubicBezTo>
                  <a:cubicBezTo>
                    <a:pt x="20" y="5"/>
                    <a:pt x="9" y="19"/>
                    <a:pt x="9" y="38"/>
                  </a:cubicBezTo>
                  <a:cubicBezTo>
                    <a:pt x="9" y="50"/>
                    <a:pt x="15" y="57"/>
                    <a:pt x="27" y="57"/>
                  </a:cubicBezTo>
                  <a:cubicBezTo>
                    <a:pt x="29" y="57"/>
                    <a:pt x="31" y="57"/>
                    <a:pt x="34" y="56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1" y="59"/>
                    <a:pt x="41" y="59"/>
                    <a:pt x="41" y="59"/>
                  </a:cubicBezTo>
                  <a:cubicBezTo>
                    <a:pt x="34" y="61"/>
                    <a:pt x="29" y="62"/>
                    <a:pt x="24" y="62"/>
                  </a:cubicBezTo>
                  <a:cubicBezTo>
                    <a:pt x="9" y="62"/>
                    <a:pt x="0" y="52"/>
                    <a:pt x="0" y="37"/>
                  </a:cubicBezTo>
                  <a:cubicBezTo>
                    <a:pt x="0" y="17"/>
                    <a:pt x="16" y="0"/>
                    <a:pt x="35" y="0"/>
                  </a:cubicBezTo>
                  <a:cubicBezTo>
                    <a:pt x="40" y="0"/>
                    <a:pt x="45" y="1"/>
                    <a:pt x="51" y="3"/>
                  </a:cubicBezTo>
                  <a:lnTo>
                    <a:pt x="49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5611813" y="6427788"/>
              <a:ext cx="146050" cy="146050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15" y="0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2" y="2"/>
                    <a:pt x="26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9"/>
                    <a:pt x="38" y="10"/>
                    <a:pt x="37" y="1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2"/>
                    <a:pt x="33" y="33"/>
                    <a:pt x="33" y="34"/>
                  </a:cubicBezTo>
                  <a:cubicBezTo>
                    <a:pt x="33" y="37"/>
                    <a:pt x="35" y="39"/>
                    <a:pt x="38" y="39"/>
                  </a:cubicBezTo>
                  <a:cubicBezTo>
                    <a:pt x="39" y="39"/>
                    <a:pt x="40" y="38"/>
                    <a:pt x="43" y="38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37" y="43"/>
                    <a:pt x="35" y="43"/>
                    <a:pt x="32" y="43"/>
                  </a:cubicBezTo>
                  <a:cubicBezTo>
                    <a:pt x="28" y="43"/>
                    <a:pt x="26" y="41"/>
                    <a:pt x="26" y="38"/>
                  </a:cubicBezTo>
                  <a:cubicBezTo>
                    <a:pt x="26" y="37"/>
                    <a:pt x="26" y="35"/>
                    <a:pt x="26" y="3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5"/>
                    <a:pt x="31" y="12"/>
                    <a:pt x="31" y="11"/>
                  </a:cubicBezTo>
                  <a:cubicBezTo>
                    <a:pt x="31" y="7"/>
                    <a:pt x="29" y="5"/>
                    <a:pt x="26" y="5"/>
                  </a:cubicBezTo>
                  <a:cubicBezTo>
                    <a:pt x="23" y="5"/>
                    <a:pt x="19" y="8"/>
                    <a:pt x="13" y="1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5773738" y="6427788"/>
              <a:ext cx="106363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0" y="5"/>
                  </a:cubicBezTo>
                  <a:cubicBezTo>
                    <a:pt x="14" y="2"/>
                    <a:pt x="18" y="0"/>
                    <a:pt x="22" y="0"/>
                  </a:cubicBezTo>
                  <a:cubicBezTo>
                    <a:pt x="27" y="0"/>
                    <a:pt x="31" y="4"/>
                    <a:pt x="31" y="9"/>
                  </a:cubicBezTo>
                  <a:cubicBezTo>
                    <a:pt x="31" y="17"/>
                    <a:pt x="22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4" y="36"/>
                    <a:pt x="30" y="31"/>
                  </a:cubicBezTo>
                  <a:lnTo>
                    <a:pt x="30" y="35"/>
                  </a:lnTo>
                  <a:close/>
                  <a:moveTo>
                    <a:pt x="19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7" y="20"/>
                  </a:cubicBezTo>
                  <a:cubicBezTo>
                    <a:pt x="13" y="20"/>
                    <a:pt x="16" y="19"/>
                    <a:pt x="19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5902325" y="6399213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1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6000750" y="6427788"/>
              <a:ext cx="204788" cy="146050"/>
            </a:xfrm>
            <a:custGeom>
              <a:avLst/>
              <a:gdLst/>
              <a:ahLst/>
              <a:cxnLst/>
              <a:rect l="l" t="t" r="r" b="b"/>
              <a:pathLst>
                <a:path w="60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0" y="2"/>
                    <a:pt x="60" y="5"/>
                  </a:cubicBezTo>
                  <a:cubicBezTo>
                    <a:pt x="60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620871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2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354763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9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6465888" y="6351588"/>
              <a:ext cx="139700" cy="222250"/>
            </a:xfrm>
            <a:custGeom>
              <a:avLst/>
              <a:gdLst/>
              <a:ahLst/>
              <a:cxnLst/>
              <a:rect l="l" t="t" r="r" b="b"/>
              <a:pathLst>
                <a:path w="41" h="65" extrusionOk="0">
                  <a:moveTo>
                    <a:pt x="20" y="0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0" y="24"/>
                    <a:pt x="33" y="22"/>
                    <a:pt x="35" y="22"/>
                  </a:cubicBezTo>
                  <a:cubicBezTo>
                    <a:pt x="38" y="22"/>
                    <a:pt x="40" y="24"/>
                    <a:pt x="40" y="27"/>
                  </a:cubicBezTo>
                  <a:cubicBezTo>
                    <a:pt x="40" y="29"/>
                    <a:pt x="39" y="30"/>
                    <a:pt x="35" y="32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28" y="31"/>
                    <a:pt x="26" y="33"/>
                    <a:pt x="21" y="38"/>
                  </a:cubicBezTo>
                  <a:cubicBezTo>
                    <a:pt x="25" y="49"/>
                    <a:pt x="26" y="51"/>
                    <a:pt x="29" y="55"/>
                  </a:cubicBezTo>
                  <a:cubicBezTo>
                    <a:pt x="31" y="59"/>
                    <a:pt x="34" y="61"/>
                    <a:pt x="37" y="61"/>
                  </a:cubicBezTo>
                  <a:cubicBezTo>
                    <a:pt x="38" y="61"/>
                    <a:pt x="40" y="61"/>
                    <a:pt x="41" y="60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36" y="64"/>
                    <a:pt x="33" y="65"/>
                    <a:pt x="31" y="65"/>
                  </a:cubicBezTo>
                  <a:cubicBezTo>
                    <a:pt x="28" y="65"/>
                    <a:pt x="25" y="63"/>
                    <a:pt x="23" y="58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3638550" y="5445125"/>
              <a:ext cx="3849688" cy="822325"/>
            </a:xfrm>
            <a:custGeom>
              <a:avLst/>
              <a:gdLst/>
              <a:ahLst/>
              <a:cxnLst/>
              <a:rect l="l" t="t" r="r" b="b"/>
              <a:pathLst>
                <a:path w="1134" h="241" extrusionOk="0">
                  <a:moveTo>
                    <a:pt x="750" y="182"/>
                  </a:moveTo>
                  <a:cubicBezTo>
                    <a:pt x="786" y="188"/>
                    <a:pt x="786" y="188"/>
                    <a:pt x="786" y="188"/>
                  </a:cubicBezTo>
                  <a:cubicBezTo>
                    <a:pt x="797" y="190"/>
                    <a:pt x="804" y="194"/>
                    <a:pt x="804" y="203"/>
                  </a:cubicBezTo>
                  <a:cubicBezTo>
                    <a:pt x="804" y="216"/>
                    <a:pt x="793" y="224"/>
                    <a:pt x="778" y="224"/>
                  </a:cubicBezTo>
                  <a:cubicBezTo>
                    <a:pt x="761" y="224"/>
                    <a:pt x="748" y="212"/>
                    <a:pt x="748" y="196"/>
                  </a:cubicBezTo>
                  <a:cubicBezTo>
                    <a:pt x="748" y="192"/>
                    <a:pt x="748" y="187"/>
                    <a:pt x="750" y="182"/>
                  </a:cubicBezTo>
                  <a:close/>
                  <a:moveTo>
                    <a:pt x="423" y="119"/>
                  </a:moveTo>
                  <a:cubicBezTo>
                    <a:pt x="423" y="157"/>
                    <a:pt x="423" y="157"/>
                    <a:pt x="423" y="157"/>
                  </a:cubicBezTo>
                  <a:cubicBezTo>
                    <a:pt x="413" y="161"/>
                    <a:pt x="409" y="162"/>
                    <a:pt x="403" y="162"/>
                  </a:cubicBezTo>
                  <a:cubicBezTo>
                    <a:pt x="392" y="162"/>
                    <a:pt x="385" y="155"/>
                    <a:pt x="385" y="144"/>
                  </a:cubicBezTo>
                  <a:cubicBezTo>
                    <a:pt x="385" y="135"/>
                    <a:pt x="389" y="129"/>
                    <a:pt x="399" y="125"/>
                  </a:cubicBezTo>
                  <a:cubicBezTo>
                    <a:pt x="405" y="122"/>
                    <a:pt x="408" y="122"/>
                    <a:pt x="423" y="119"/>
                  </a:cubicBezTo>
                  <a:close/>
                  <a:moveTo>
                    <a:pt x="1061" y="145"/>
                  </a:moveTo>
                  <a:cubicBezTo>
                    <a:pt x="1055" y="149"/>
                    <a:pt x="1048" y="154"/>
                    <a:pt x="1038" y="154"/>
                  </a:cubicBezTo>
                  <a:cubicBezTo>
                    <a:pt x="1027" y="154"/>
                    <a:pt x="1017" y="147"/>
                    <a:pt x="1017" y="134"/>
                  </a:cubicBezTo>
                  <a:cubicBezTo>
                    <a:pt x="1017" y="122"/>
                    <a:pt x="1023" y="116"/>
                    <a:pt x="1033" y="109"/>
                  </a:cubicBezTo>
                  <a:lnTo>
                    <a:pt x="1061" y="145"/>
                  </a:lnTo>
                  <a:close/>
                  <a:moveTo>
                    <a:pt x="659" y="105"/>
                  </a:moveTo>
                  <a:cubicBezTo>
                    <a:pt x="618" y="105"/>
                    <a:pt x="618" y="105"/>
                    <a:pt x="618" y="105"/>
                  </a:cubicBezTo>
                  <a:cubicBezTo>
                    <a:pt x="619" y="81"/>
                    <a:pt x="625" y="71"/>
                    <a:pt x="639" y="71"/>
                  </a:cubicBezTo>
                  <a:cubicBezTo>
                    <a:pt x="653" y="71"/>
                    <a:pt x="658" y="80"/>
                    <a:pt x="659" y="105"/>
                  </a:cubicBezTo>
                  <a:close/>
                  <a:moveTo>
                    <a:pt x="775" y="129"/>
                  </a:moveTo>
                  <a:cubicBezTo>
                    <a:pt x="764" y="129"/>
                    <a:pt x="757" y="117"/>
                    <a:pt x="757" y="99"/>
                  </a:cubicBezTo>
                  <a:cubicBezTo>
                    <a:pt x="757" y="81"/>
                    <a:pt x="764" y="70"/>
                    <a:pt x="775" y="70"/>
                  </a:cubicBezTo>
                  <a:cubicBezTo>
                    <a:pt x="786" y="70"/>
                    <a:pt x="793" y="80"/>
                    <a:pt x="793" y="97"/>
                  </a:cubicBezTo>
                  <a:cubicBezTo>
                    <a:pt x="793" y="117"/>
                    <a:pt x="786" y="129"/>
                    <a:pt x="775" y="129"/>
                  </a:cubicBezTo>
                  <a:close/>
                  <a:moveTo>
                    <a:pt x="991" y="74"/>
                  </a:moveTo>
                  <a:cubicBezTo>
                    <a:pt x="991" y="62"/>
                    <a:pt x="991" y="62"/>
                    <a:pt x="991" y="62"/>
                  </a:cubicBezTo>
                  <a:cubicBezTo>
                    <a:pt x="937" y="62"/>
                    <a:pt x="937" y="62"/>
                    <a:pt x="937" y="62"/>
                  </a:cubicBezTo>
                  <a:cubicBezTo>
                    <a:pt x="937" y="74"/>
                    <a:pt x="937" y="74"/>
                    <a:pt x="937" y="74"/>
                  </a:cubicBezTo>
                  <a:cubicBezTo>
                    <a:pt x="950" y="77"/>
                    <a:pt x="950" y="77"/>
                    <a:pt x="950" y="77"/>
                  </a:cubicBezTo>
                  <a:cubicBezTo>
                    <a:pt x="953" y="80"/>
                    <a:pt x="953" y="80"/>
                    <a:pt x="953" y="80"/>
                  </a:cubicBezTo>
                  <a:cubicBezTo>
                    <a:pt x="927" y="143"/>
                    <a:pt x="927" y="143"/>
                    <a:pt x="927" y="143"/>
                  </a:cubicBezTo>
                  <a:cubicBezTo>
                    <a:pt x="900" y="80"/>
                    <a:pt x="900" y="80"/>
                    <a:pt x="900" y="80"/>
                  </a:cubicBezTo>
                  <a:cubicBezTo>
                    <a:pt x="902" y="77"/>
                    <a:pt x="902" y="77"/>
                    <a:pt x="902" y="77"/>
                  </a:cubicBezTo>
                  <a:cubicBezTo>
                    <a:pt x="916" y="74"/>
                    <a:pt x="916" y="74"/>
                    <a:pt x="916" y="74"/>
                  </a:cubicBezTo>
                  <a:cubicBezTo>
                    <a:pt x="916" y="62"/>
                    <a:pt x="916" y="62"/>
                    <a:pt x="916" y="62"/>
                  </a:cubicBezTo>
                  <a:cubicBezTo>
                    <a:pt x="808" y="62"/>
                    <a:pt x="808" y="62"/>
                    <a:pt x="808" y="62"/>
                  </a:cubicBezTo>
                  <a:cubicBezTo>
                    <a:pt x="799" y="58"/>
                    <a:pt x="788" y="56"/>
                    <a:pt x="773" y="56"/>
                  </a:cubicBezTo>
                  <a:cubicBezTo>
                    <a:pt x="736" y="56"/>
                    <a:pt x="713" y="73"/>
                    <a:pt x="713" y="100"/>
                  </a:cubicBezTo>
                  <a:cubicBezTo>
                    <a:pt x="713" y="120"/>
                    <a:pt x="722" y="131"/>
                    <a:pt x="746" y="139"/>
                  </a:cubicBezTo>
                  <a:cubicBezTo>
                    <a:pt x="734" y="148"/>
                    <a:pt x="729" y="154"/>
                    <a:pt x="729" y="163"/>
                  </a:cubicBezTo>
                  <a:cubicBezTo>
                    <a:pt x="729" y="168"/>
                    <a:pt x="731" y="171"/>
                    <a:pt x="734" y="178"/>
                  </a:cubicBezTo>
                  <a:cubicBezTo>
                    <a:pt x="717" y="178"/>
                    <a:pt x="707" y="188"/>
                    <a:pt x="707" y="204"/>
                  </a:cubicBezTo>
                  <a:cubicBezTo>
                    <a:pt x="707" y="227"/>
                    <a:pt x="729" y="240"/>
                    <a:pt x="767" y="240"/>
                  </a:cubicBezTo>
                  <a:cubicBezTo>
                    <a:pt x="813" y="240"/>
                    <a:pt x="845" y="220"/>
                    <a:pt x="845" y="193"/>
                  </a:cubicBezTo>
                  <a:cubicBezTo>
                    <a:pt x="845" y="171"/>
                    <a:pt x="827" y="162"/>
                    <a:pt x="773" y="157"/>
                  </a:cubicBezTo>
                  <a:cubicBezTo>
                    <a:pt x="761" y="156"/>
                    <a:pt x="761" y="156"/>
                    <a:pt x="761" y="156"/>
                  </a:cubicBezTo>
                  <a:cubicBezTo>
                    <a:pt x="761" y="153"/>
                    <a:pt x="760" y="150"/>
                    <a:pt x="760" y="148"/>
                  </a:cubicBezTo>
                  <a:cubicBezTo>
                    <a:pt x="760" y="145"/>
                    <a:pt x="761" y="144"/>
                    <a:pt x="761" y="140"/>
                  </a:cubicBezTo>
                  <a:cubicBezTo>
                    <a:pt x="766" y="141"/>
                    <a:pt x="769" y="141"/>
                    <a:pt x="774" y="141"/>
                  </a:cubicBezTo>
                  <a:cubicBezTo>
                    <a:pt x="812" y="141"/>
                    <a:pt x="835" y="125"/>
                    <a:pt x="835" y="99"/>
                  </a:cubicBezTo>
                  <a:cubicBezTo>
                    <a:pt x="835" y="91"/>
                    <a:pt x="833" y="84"/>
                    <a:pt x="829" y="77"/>
                  </a:cubicBezTo>
                  <a:cubicBezTo>
                    <a:pt x="852" y="77"/>
                    <a:pt x="852" y="77"/>
                    <a:pt x="852" y="77"/>
                  </a:cubicBezTo>
                  <a:cubicBezTo>
                    <a:pt x="906" y="191"/>
                    <a:pt x="906" y="191"/>
                    <a:pt x="906" y="191"/>
                  </a:cubicBezTo>
                  <a:cubicBezTo>
                    <a:pt x="901" y="202"/>
                    <a:pt x="895" y="210"/>
                    <a:pt x="890" y="214"/>
                  </a:cubicBezTo>
                  <a:cubicBezTo>
                    <a:pt x="872" y="195"/>
                    <a:pt x="872" y="195"/>
                    <a:pt x="872" y="195"/>
                  </a:cubicBezTo>
                  <a:cubicBezTo>
                    <a:pt x="863" y="198"/>
                    <a:pt x="855" y="209"/>
                    <a:pt x="855" y="220"/>
                  </a:cubicBezTo>
                  <a:cubicBezTo>
                    <a:pt x="855" y="233"/>
                    <a:pt x="864" y="241"/>
                    <a:pt x="876" y="241"/>
                  </a:cubicBezTo>
                  <a:cubicBezTo>
                    <a:pt x="896" y="241"/>
                    <a:pt x="912" y="221"/>
                    <a:pt x="926" y="190"/>
                  </a:cubicBezTo>
                  <a:cubicBezTo>
                    <a:pt x="977" y="77"/>
                    <a:pt x="977" y="77"/>
                    <a:pt x="977" y="77"/>
                  </a:cubicBezTo>
                  <a:lnTo>
                    <a:pt x="991" y="74"/>
                  </a:lnTo>
                  <a:close/>
                  <a:moveTo>
                    <a:pt x="642" y="55"/>
                  </a:moveTo>
                  <a:cubicBezTo>
                    <a:pt x="599" y="55"/>
                    <a:pt x="574" y="81"/>
                    <a:pt x="574" y="122"/>
                  </a:cubicBezTo>
                  <a:cubicBezTo>
                    <a:pt x="574" y="161"/>
                    <a:pt x="598" y="186"/>
                    <a:pt x="642" y="186"/>
                  </a:cubicBezTo>
                  <a:cubicBezTo>
                    <a:pt x="664" y="186"/>
                    <a:pt x="679" y="182"/>
                    <a:pt x="701" y="172"/>
                  </a:cubicBezTo>
                  <a:cubicBezTo>
                    <a:pt x="701" y="148"/>
                    <a:pt x="701" y="148"/>
                    <a:pt x="701" y="148"/>
                  </a:cubicBezTo>
                  <a:cubicBezTo>
                    <a:pt x="683" y="158"/>
                    <a:pt x="671" y="162"/>
                    <a:pt x="655" y="162"/>
                  </a:cubicBezTo>
                  <a:cubicBezTo>
                    <a:pt x="631" y="162"/>
                    <a:pt x="619" y="149"/>
                    <a:pt x="617" y="121"/>
                  </a:cubicBezTo>
                  <a:cubicBezTo>
                    <a:pt x="702" y="121"/>
                    <a:pt x="702" y="121"/>
                    <a:pt x="702" y="121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02" y="78"/>
                    <a:pt x="681" y="55"/>
                    <a:pt x="642" y="55"/>
                  </a:cubicBezTo>
                  <a:close/>
                  <a:moveTo>
                    <a:pt x="468" y="170"/>
                  </a:moveTo>
                  <a:cubicBezTo>
                    <a:pt x="466" y="166"/>
                    <a:pt x="466" y="166"/>
                    <a:pt x="466" y="166"/>
                  </a:cubicBezTo>
                  <a:cubicBezTo>
                    <a:pt x="466" y="109"/>
                    <a:pt x="466" y="109"/>
                    <a:pt x="466" y="109"/>
                  </a:cubicBezTo>
                  <a:cubicBezTo>
                    <a:pt x="466" y="84"/>
                    <a:pt x="463" y="77"/>
                    <a:pt x="454" y="68"/>
                  </a:cubicBezTo>
                  <a:cubicBezTo>
                    <a:pt x="445" y="59"/>
                    <a:pt x="430" y="55"/>
                    <a:pt x="410" y="55"/>
                  </a:cubicBezTo>
                  <a:cubicBezTo>
                    <a:pt x="374" y="55"/>
                    <a:pt x="345" y="69"/>
                    <a:pt x="345" y="87"/>
                  </a:cubicBezTo>
                  <a:cubicBezTo>
                    <a:pt x="345" y="94"/>
                    <a:pt x="349" y="97"/>
                    <a:pt x="361" y="97"/>
                  </a:cubicBezTo>
                  <a:cubicBezTo>
                    <a:pt x="391" y="97"/>
                    <a:pt x="391" y="97"/>
                    <a:pt x="391" y="97"/>
                  </a:cubicBezTo>
                  <a:cubicBezTo>
                    <a:pt x="391" y="70"/>
                    <a:pt x="391" y="70"/>
                    <a:pt x="391" y="70"/>
                  </a:cubicBezTo>
                  <a:cubicBezTo>
                    <a:pt x="414" y="70"/>
                    <a:pt x="423" y="77"/>
                    <a:pt x="423" y="95"/>
                  </a:cubicBezTo>
                  <a:cubicBezTo>
                    <a:pt x="423" y="102"/>
                    <a:pt x="423" y="102"/>
                    <a:pt x="423" y="102"/>
                  </a:cubicBezTo>
                  <a:cubicBezTo>
                    <a:pt x="380" y="112"/>
                    <a:pt x="362" y="117"/>
                    <a:pt x="354" y="123"/>
                  </a:cubicBezTo>
                  <a:cubicBezTo>
                    <a:pt x="344" y="130"/>
                    <a:pt x="339" y="140"/>
                    <a:pt x="339" y="153"/>
                  </a:cubicBezTo>
                  <a:cubicBezTo>
                    <a:pt x="339" y="173"/>
                    <a:pt x="354" y="187"/>
                    <a:pt x="376" y="187"/>
                  </a:cubicBezTo>
                  <a:cubicBezTo>
                    <a:pt x="389" y="187"/>
                    <a:pt x="402" y="183"/>
                    <a:pt x="423" y="170"/>
                  </a:cubicBezTo>
                  <a:cubicBezTo>
                    <a:pt x="426" y="184"/>
                    <a:pt x="426" y="184"/>
                    <a:pt x="426" y="184"/>
                  </a:cubicBezTo>
                  <a:cubicBezTo>
                    <a:pt x="483" y="184"/>
                    <a:pt x="483" y="184"/>
                    <a:pt x="483" y="184"/>
                  </a:cubicBezTo>
                  <a:cubicBezTo>
                    <a:pt x="483" y="171"/>
                    <a:pt x="483" y="171"/>
                    <a:pt x="483" y="171"/>
                  </a:cubicBezTo>
                  <a:lnTo>
                    <a:pt x="468" y="170"/>
                  </a:lnTo>
                  <a:close/>
                  <a:moveTo>
                    <a:pt x="314" y="56"/>
                  </a:moveTo>
                  <a:cubicBezTo>
                    <a:pt x="300" y="64"/>
                    <a:pt x="292" y="71"/>
                    <a:pt x="280" y="84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67" y="55"/>
                    <a:pt x="267" y="55"/>
                    <a:pt x="267" y="55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82"/>
                    <a:pt x="221" y="82"/>
                    <a:pt x="221" y="82"/>
                  </a:cubicBezTo>
                  <a:cubicBezTo>
                    <a:pt x="239" y="82"/>
                    <a:pt x="239" y="82"/>
                    <a:pt x="239" y="82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23" y="171"/>
                    <a:pt x="223" y="171"/>
                    <a:pt x="223" y="171"/>
                  </a:cubicBezTo>
                  <a:cubicBezTo>
                    <a:pt x="223" y="184"/>
                    <a:pt x="223" y="184"/>
                    <a:pt x="223" y="184"/>
                  </a:cubicBezTo>
                  <a:cubicBezTo>
                    <a:pt x="304" y="184"/>
                    <a:pt x="304" y="184"/>
                    <a:pt x="304" y="184"/>
                  </a:cubicBezTo>
                  <a:cubicBezTo>
                    <a:pt x="304" y="171"/>
                    <a:pt x="304" y="171"/>
                    <a:pt x="304" y="171"/>
                  </a:cubicBezTo>
                  <a:cubicBezTo>
                    <a:pt x="285" y="170"/>
                    <a:pt x="285" y="170"/>
                    <a:pt x="285" y="170"/>
                  </a:cubicBezTo>
                  <a:cubicBezTo>
                    <a:pt x="282" y="166"/>
                    <a:pt x="282" y="166"/>
                    <a:pt x="282" y="166"/>
                  </a:cubicBezTo>
                  <a:cubicBezTo>
                    <a:pt x="282" y="93"/>
                    <a:pt x="282" y="93"/>
                    <a:pt x="282" y="93"/>
                  </a:cubicBezTo>
                  <a:cubicBezTo>
                    <a:pt x="285" y="93"/>
                    <a:pt x="287" y="93"/>
                    <a:pt x="288" y="93"/>
                  </a:cubicBezTo>
                  <a:cubicBezTo>
                    <a:pt x="301" y="93"/>
                    <a:pt x="307" y="97"/>
                    <a:pt x="312" y="110"/>
                  </a:cubicBezTo>
                  <a:cubicBezTo>
                    <a:pt x="331" y="110"/>
                    <a:pt x="331" y="110"/>
                    <a:pt x="331" y="110"/>
                  </a:cubicBezTo>
                  <a:cubicBezTo>
                    <a:pt x="338" y="60"/>
                    <a:pt x="338" y="60"/>
                    <a:pt x="338" y="60"/>
                  </a:cubicBezTo>
                  <a:cubicBezTo>
                    <a:pt x="332" y="56"/>
                    <a:pt x="328" y="56"/>
                    <a:pt x="318" y="56"/>
                  </a:cubicBezTo>
                  <a:cubicBezTo>
                    <a:pt x="317" y="56"/>
                    <a:pt x="316" y="56"/>
                    <a:pt x="314" y="56"/>
                  </a:cubicBezTo>
                  <a:close/>
                  <a:moveTo>
                    <a:pt x="62" y="103"/>
                  </a:moveTo>
                  <a:cubicBezTo>
                    <a:pt x="49" y="98"/>
                    <a:pt x="44" y="94"/>
                    <a:pt x="44" y="86"/>
                  </a:cubicBezTo>
                  <a:cubicBezTo>
                    <a:pt x="44" y="78"/>
                    <a:pt x="51" y="72"/>
                    <a:pt x="63" y="72"/>
                  </a:cubicBezTo>
                  <a:cubicBezTo>
                    <a:pt x="70" y="72"/>
                    <a:pt x="74" y="73"/>
                    <a:pt x="82" y="77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7" y="62"/>
                    <a:pt x="107" y="62"/>
                    <a:pt x="107" y="62"/>
                  </a:cubicBezTo>
                  <a:cubicBezTo>
                    <a:pt x="83" y="56"/>
                    <a:pt x="72" y="55"/>
                    <a:pt x="58" y="55"/>
                  </a:cubicBezTo>
                  <a:cubicBezTo>
                    <a:pt x="24" y="55"/>
                    <a:pt x="2" y="71"/>
                    <a:pt x="2" y="95"/>
                  </a:cubicBezTo>
                  <a:cubicBezTo>
                    <a:pt x="2" y="112"/>
                    <a:pt x="13" y="122"/>
                    <a:pt x="54" y="139"/>
                  </a:cubicBezTo>
                  <a:cubicBezTo>
                    <a:pt x="66" y="144"/>
                    <a:pt x="70" y="148"/>
                    <a:pt x="70" y="155"/>
                  </a:cubicBezTo>
                  <a:cubicBezTo>
                    <a:pt x="70" y="165"/>
                    <a:pt x="63" y="170"/>
                    <a:pt x="50" y="170"/>
                  </a:cubicBezTo>
                  <a:cubicBezTo>
                    <a:pt x="42" y="170"/>
                    <a:pt x="35" y="169"/>
                    <a:pt x="24" y="164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26" y="186"/>
                    <a:pt x="37" y="187"/>
                    <a:pt x="55" y="187"/>
                  </a:cubicBezTo>
                  <a:cubicBezTo>
                    <a:pt x="88" y="187"/>
                    <a:pt x="113" y="170"/>
                    <a:pt x="113" y="145"/>
                  </a:cubicBezTo>
                  <a:cubicBezTo>
                    <a:pt x="113" y="126"/>
                    <a:pt x="103" y="118"/>
                    <a:pt x="62" y="103"/>
                  </a:cubicBezTo>
                  <a:close/>
                  <a:moveTo>
                    <a:pt x="1048" y="32"/>
                  </a:moveTo>
                  <a:cubicBezTo>
                    <a:pt x="1056" y="32"/>
                    <a:pt x="1060" y="39"/>
                    <a:pt x="1060" y="46"/>
                  </a:cubicBezTo>
                  <a:cubicBezTo>
                    <a:pt x="1060" y="56"/>
                    <a:pt x="1053" y="62"/>
                    <a:pt x="1043" y="68"/>
                  </a:cubicBezTo>
                  <a:cubicBezTo>
                    <a:pt x="1038" y="61"/>
                    <a:pt x="1034" y="55"/>
                    <a:pt x="1034" y="47"/>
                  </a:cubicBezTo>
                  <a:cubicBezTo>
                    <a:pt x="1034" y="38"/>
                    <a:pt x="1040" y="32"/>
                    <a:pt x="1048" y="32"/>
                  </a:cubicBezTo>
                  <a:close/>
                  <a:moveTo>
                    <a:pt x="536" y="62"/>
                  </a:moveTo>
                  <a:cubicBezTo>
                    <a:pt x="536" y="26"/>
                    <a:pt x="536" y="26"/>
                    <a:pt x="536" y="26"/>
                  </a:cubicBezTo>
                  <a:cubicBezTo>
                    <a:pt x="513" y="26"/>
                    <a:pt x="513" y="26"/>
                    <a:pt x="513" y="26"/>
                  </a:cubicBezTo>
                  <a:cubicBezTo>
                    <a:pt x="497" y="55"/>
                    <a:pt x="497" y="55"/>
                    <a:pt x="497" y="55"/>
                  </a:cubicBezTo>
                  <a:cubicBezTo>
                    <a:pt x="476" y="69"/>
                    <a:pt x="476" y="69"/>
                    <a:pt x="476" y="69"/>
                  </a:cubicBezTo>
                  <a:cubicBezTo>
                    <a:pt x="476" y="80"/>
                    <a:pt x="476" y="80"/>
                    <a:pt x="476" y="80"/>
                  </a:cubicBezTo>
                  <a:cubicBezTo>
                    <a:pt x="494" y="80"/>
                    <a:pt x="494" y="80"/>
                    <a:pt x="494" y="80"/>
                  </a:cubicBezTo>
                  <a:cubicBezTo>
                    <a:pt x="494" y="156"/>
                    <a:pt x="494" y="156"/>
                    <a:pt x="494" y="156"/>
                  </a:cubicBezTo>
                  <a:cubicBezTo>
                    <a:pt x="494" y="176"/>
                    <a:pt x="505" y="186"/>
                    <a:pt x="528" y="186"/>
                  </a:cubicBezTo>
                  <a:cubicBezTo>
                    <a:pt x="541" y="186"/>
                    <a:pt x="552" y="184"/>
                    <a:pt x="572" y="175"/>
                  </a:cubicBezTo>
                  <a:cubicBezTo>
                    <a:pt x="572" y="161"/>
                    <a:pt x="572" y="161"/>
                    <a:pt x="572" y="161"/>
                  </a:cubicBezTo>
                  <a:cubicBezTo>
                    <a:pt x="572" y="161"/>
                    <a:pt x="565" y="162"/>
                    <a:pt x="559" y="162"/>
                  </a:cubicBezTo>
                  <a:cubicBezTo>
                    <a:pt x="542" y="162"/>
                    <a:pt x="536" y="157"/>
                    <a:pt x="536" y="140"/>
                  </a:cubicBezTo>
                  <a:cubicBezTo>
                    <a:pt x="536" y="80"/>
                    <a:pt x="536" y="80"/>
                    <a:pt x="536" y="80"/>
                  </a:cubicBezTo>
                  <a:cubicBezTo>
                    <a:pt x="572" y="80"/>
                    <a:pt x="572" y="80"/>
                    <a:pt x="572" y="80"/>
                  </a:cubicBezTo>
                  <a:cubicBezTo>
                    <a:pt x="572" y="62"/>
                    <a:pt x="572" y="62"/>
                    <a:pt x="572" y="62"/>
                  </a:cubicBezTo>
                  <a:lnTo>
                    <a:pt x="536" y="62"/>
                  </a:lnTo>
                  <a:close/>
                  <a:moveTo>
                    <a:pt x="178" y="62"/>
                  </a:moveTo>
                  <a:cubicBezTo>
                    <a:pt x="178" y="26"/>
                    <a:pt x="178" y="26"/>
                    <a:pt x="178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7" y="80"/>
                    <a:pt x="117" y="80"/>
                    <a:pt x="117" y="80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156"/>
                    <a:pt x="135" y="156"/>
                    <a:pt x="135" y="156"/>
                  </a:cubicBezTo>
                  <a:cubicBezTo>
                    <a:pt x="135" y="176"/>
                    <a:pt x="147" y="186"/>
                    <a:pt x="169" y="186"/>
                  </a:cubicBezTo>
                  <a:cubicBezTo>
                    <a:pt x="183" y="186"/>
                    <a:pt x="194" y="184"/>
                    <a:pt x="213" y="175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07" y="162"/>
                    <a:pt x="201" y="162"/>
                  </a:cubicBezTo>
                  <a:cubicBezTo>
                    <a:pt x="184" y="162"/>
                    <a:pt x="178" y="157"/>
                    <a:pt x="178" y="14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3" y="62"/>
                    <a:pt x="213" y="62"/>
                    <a:pt x="213" y="62"/>
                  </a:cubicBezTo>
                  <a:lnTo>
                    <a:pt x="178" y="62"/>
                  </a:lnTo>
                  <a:close/>
                  <a:moveTo>
                    <a:pt x="1107" y="149"/>
                  </a:moveTo>
                  <a:cubicBezTo>
                    <a:pt x="1129" y="131"/>
                    <a:pt x="1129" y="131"/>
                    <a:pt x="1129" y="131"/>
                  </a:cubicBezTo>
                  <a:cubicBezTo>
                    <a:pt x="1129" y="89"/>
                    <a:pt x="1129" y="89"/>
                    <a:pt x="1129" y="89"/>
                  </a:cubicBezTo>
                  <a:cubicBezTo>
                    <a:pt x="1087" y="124"/>
                    <a:pt x="1087" y="124"/>
                    <a:pt x="1087" y="124"/>
                  </a:cubicBezTo>
                  <a:cubicBezTo>
                    <a:pt x="1061" y="91"/>
                    <a:pt x="1061" y="91"/>
                    <a:pt x="1061" y="91"/>
                  </a:cubicBezTo>
                  <a:cubicBezTo>
                    <a:pt x="1078" y="80"/>
                    <a:pt x="1093" y="68"/>
                    <a:pt x="1093" y="44"/>
                  </a:cubicBezTo>
                  <a:cubicBezTo>
                    <a:pt x="1093" y="19"/>
                    <a:pt x="1075" y="0"/>
                    <a:pt x="1048" y="0"/>
                  </a:cubicBezTo>
                  <a:cubicBezTo>
                    <a:pt x="1022" y="0"/>
                    <a:pt x="1000" y="19"/>
                    <a:pt x="1000" y="47"/>
                  </a:cubicBezTo>
                  <a:cubicBezTo>
                    <a:pt x="1000" y="64"/>
                    <a:pt x="1007" y="75"/>
                    <a:pt x="1015" y="84"/>
                  </a:cubicBezTo>
                  <a:cubicBezTo>
                    <a:pt x="997" y="95"/>
                    <a:pt x="981" y="109"/>
                    <a:pt x="981" y="135"/>
                  </a:cubicBezTo>
                  <a:cubicBezTo>
                    <a:pt x="981" y="164"/>
                    <a:pt x="1002" y="187"/>
                    <a:pt x="1038" y="187"/>
                  </a:cubicBezTo>
                  <a:cubicBezTo>
                    <a:pt x="1059" y="187"/>
                    <a:pt x="1071" y="179"/>
                    <a:pt x="1080" y="171"/>
                  </a:cubicBezTo>
                  <a:cubicBezTo>
                    <a:pt x="1091" y="184"/>
                    <a:pt x="1091" y="184"/>
                    <a:pt x="1091" y="184"/>
                  </a:cubicBezTo>
                  <a:cubicBezTo>
                    <a:pt x="1134" y="184"/>
                    <a:pt x="1134" y="184"/>
                    <a:pt x="1134" y="184"/>
                  </a:cubicBezTo>
                  <a:lnTo>
                    <a:pt x="1107" y="1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Low Line - White - Client">
  <p:cSld name="Title Slide - Low Line - White - Clien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3460441" y="1504950"/>
            <a:ext cx="6508560" cy="27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–"/>
              <a:defRPr sz="883"/>
            </a:lvl2pPr>
            <a:lvl3pPr marL="1371600" lvl="2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•"/>
              <a:defRPr sz="883"/>
            </a:lvl3pPr>
            <a:lvl4pPr marL="1828800" lvl="3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–"/>
              <a:defRPr sz="883"/>
            </a:lvl4pPr>
            <a:lvl5pPr marL="2286000" lvl="4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•"/>
              <a:defRPr sz="883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ftr" idx="11"/>
          </p:nvPr>
        </p:nvSpPr>
        <p:spPr>
          <a:xfrm>
            <a:off x="3460441" y="1850622"/>
            <a:ext cx="6508560" cy="187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2"/>
          </p:nvPr>
        </p:nvSpPr>
        <p:spPr>
          <a:xfrm>
            <a:off x="3460441" y="4228279"/>
            <a:ext cx="530352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dt" idx="10"/>
          </p:nvPr>
        </p:nvSpPr>
        <p:spPr>
          <a:xfrm>
            <a:off x="3460441" y="4461523"/>
            <a:ext cx="172765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87985" y="1392782"/>
            <a:ext cx="2705767" cy="3296261"/>
          </a:xfrm>
          <a:custGeom>
            <a:avLst/>
            <a:gdLst/>
            <a:ahLst/>
            <a:cxnLst/>
            <a:rect l="l" t="t" r="r" b="b"/>
            <a:pathLst>
              <a:path w="3930" h="4799" extrusionOk="0">
                <a:moveTo>
                  <a:pt x="3232" y="3828"/>
                </a:moveTo>
                <a:lnTo>
                  <a:pt x="3232" y="3828"/>
                </a:lnTo>
                <a:lnTo>
                  <a:pt x="3814" y="3349"/>
                </a:lnTo>
                <a:lnTo>
                  <a:pt x="3814" y="2283"/>
                </a:lnTo>
                <a:lnTo>
                  <a:pt x="2725" y="3174"/>
                </a:lnTo>
                <a:lnTo>
                  <a:pt x="2069" y="2328"/>
                </a:lnTo>
                <a:cubicBezTo>
                  <a:pt x="2489" y="2059"/>
                  <a:pt x="2874" y="1754"/>
                  <a:pt x="2874" y="1137"/>
                </a:cubicBezTo>
                <a:cubicBezTo>
                  <a:pt x="2874" y="492"/>
                  <a:pt x="2417" y="0"/>
                  <a:pt x="1728" y="0"/>
                </a:cubicBezTo>
                <a:cubicBezTo>
                  <a:pt x="1047" y="0"/>
                  <a:pt x="501" y="474"/>
                  <a:pt x="501" y="1191"/>
                </a:cubicBezTo>
                <a:cubicBezTo>
                  <a:pt x="501" y="1633"/>
                  <a:pt x="682" y="1916"/>
                  <a:pt x="871" y="2165"/>
                </a:cubicBezTo>
                <a:cubicBezTo>
                  <a:pt x="402" y="2444"/>
                  <a:pt x="0" y="2802"/>
                  <a:pt x="0" y="3457"/>
                </a:cubicBezTo>
                <a:cubicBezTo>
                  <a:pt x="0" y="4217"/>
                  <a:pt x="545" y="4799"/>
                  <a:pt x="1468" y="4799"/>
                </a:cubicBezTo>
                <a:cubicBezTo>
                  <a:pt x="1996" y="4799"/>
                  <a:pt x="2319" y="4585"/>
                  <a:pt x="2551" y="4388"/>
                </a:cubicBezTo>
                <a:lnTo>
                  <a:pt x="2820" y="4728"/>
                </a:lnTo>
                <a:lnTo>
                  <a:pt x="3930" y="4728"/>
                </a:lnTo>
                <a:lnTo>
                  <a:pt x="3232" y="3828"/>
                </a:lnTo>
                <a:close/>
                <a:moveTo>
                  <a:pt x="1719" y="814"/>
                </a:moveTo>
                <a:lnTo>
                  <a:pt x="1719" y="814"/>
                </a:lnTo>
                <a:cubicBezTo>
                  <a:pt x="1934" y="814"/>
                  <a:pt x="2032" y="985"/>
                  <a:pt x="2032" y="1173"/>
                </a:cubicBezTo>
                <a:cubicBezTo>
                  <a:pt x="2032" y="1440"/>
                  <a:pt x="1863" y="1584"/>
                  <a:pt x="1606" y="1735"/>
                </a:cubicBezTo>
                <a:cubicBezTo>
                  <a:pt x="1471" y="1566"/>
                  <a:pt x="1369" y="1419"/>
                  <a:pt x="1369" y="1199"/>
                </a:cubicBezTo>
                <a:cubicBezTo>
                  <a:pt x="1369" y="966"/>
                  <a:pt x="1513" y="814"/>
                  <a:pt x="1719" y="814"/>
                </a:cubicBezTo>
                <a:close/>
                <a:moveTo>
                  <a:pt x="2055" y="3721"/>
                </a:moveTo>
                <a:lnTo>
                  <a:pt x="2055" y="3721"/>
                </a:lnTo>
                <a:cubicBezTo>
                  <a:pt x="1915" y="3832"/>
                  <a:pt x="1719" y="3957"/>
                  <a:pt x="1477" y="3957"/>
                </a:cubicBezTo>
                <a:cubicBezTo>
                  <a:pt x="1190" y="3957"/>
                  <a:pt x="940" y="3761"/>
                  <a:pt x="940" y="3429"/>
                </a:cubicBezTo>
                <a:cubicBezTo>
                  <a:pt x="940" y="3116"/>
                  <a:pt x="1083" y="2964"/>
                  <a:pt x="1342" y="2793"/>
                </a:cubicBezTo>
                <a:lnTo>
                  <a:pt x="2055" y="37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42912" y="5120640"/>
            <a:ext cx="11306176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988" y="349250"/>
            <a:ext cx="1828800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Low Line - Black - Client">
  <p:cSld name="Title Slide - Low Line - Black - Client"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3460441" y="1504950"/>
            <a:ext cx="6508560" cy="27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–"/>
              <a:defRPr sz="883"/>
            </a:lvl2pPr>
            <a:lvl3pPr marL="1371600" lvl="2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•"/>
              <a:defRPr sz="883"/>
            </a:lvl3pPr>
            <a:lvl4pPr marL="1828800" lvl="3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–"/>
              <a:defRPr sz="883"/>
            </a:lvl4pPr>
            <a:lvl5pPr marL="2286000" lvl="4" indent="-2846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83"/>
              <a:buChar char="•"/>
              <a:defRPr sz="883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ftr" idx="11"/>
          </p:nvPr>
        </p:nvSpPr>
        <p:spPr>
          <a:xfrm>
            <a:off x="3460441" y="1850622"/>
            <a:ext cx="6508560" cy="187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2"/>
          </p:nvPr>
        </p:nvSpPr>
        <p:spPr>
          <a:xfrm>
            <a:off x="3460441" y="4228279"/>
            <a:ext cx="530352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dt" idx="10"/>
          </p:nvPr>
        </p:nvSpPr>
        <p:spPr>
          <a:xfrm>
            <a:off x="3460441" y="4461523"/>
            <a:ext cx="172765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387985" y="1392782"/>
            <a:ext cx="2705767" cy="3296261"/>
          </a:xfrm>
          <a:custGeom>
            <a:avLst/>
            <a:gdLst/>
            <a:ahLst/>
            <a:cxnLst/>
            <a:rect l="l" t="t" r="r" b="b"/>
            <a:pathLst>
              <a:path w="3930" h="4799" extrusionOk="0">
                <a:moveTo>
                  <a:pt x="3232" y="3828"/>
                </a:moveTo>
                <a:lnTo>
                  <a:pt x="3232" y="3828"/>
                </a:lnTo>
                <a:lnTo>
                  <a:pt x="3814" y="3349"/>
                </a:lnTo>
                <a:lnTo>
                  <a:pt x="3814" y="2283"/>
                </a:lnTo>
                <a:lnTo>
                  <a:pt x="2725" y="3174"/>
                </a:lnTo>
                <a:lnTo>
                  <a:pt x="2069" y="2328"/>
                </a:lnTo>
                <a:cubicBezTo>
                  <a:pt x="2489" y="2059"/>
                  <a:pt x="2874" y="1754"/>
                  <a:pt x="2874" y="1137"/>
                </a:cubicBezTo>
                <a:cubicBezTo>
                  <a:pt x="2874" y="492"/>
                  <a:pt x="2417" y="0"/>
                  <a:pt x="1728" y="0"/>
                </a:cubicBezTo>
                <a:cubicBezTo>
                  <a:pt x="1047" y="0"/>
                  <a:pt x="501" y="474"/>
                  <a:pt x="501" y="1191"/>
                </a:cubicBezTo>
                <a:cubicBezTo>
                  <a:pt x="501" y="1633"/>
                  <a:pt x="682" y="1916"/>
                  <a:pt x="871" y="2165"/>
                </a:cubicBezTo>
                <a:cubicBezTo>
                  <a:pt x="402" y="2444"/>
                  <a:pt x="0" y="2802"/>
                  <a:pt x="0" y="3457"/>
                </a:cubicBezTo>
                <a:cubicBezTo>
                  <a:pt x="0" y="4217"/>
                  <a:pt x="545" y="4799"/>
                  <a:pt x="1468" y="4799"/>
                </a:cubicBezTo>
                <a:cubicBezTo>
                  <a:pt x="1996" y="4799"/>
                  <a:pt x="2319" y="4585"/>
                  <a:pt x="2551" y="4388"/>
                </a:cubicBezTo>
                <a:lnTo>
                  <a:pt x="2820" y="4728"/>
                </a:lnTo>
                <a:lnTo>
                  <a:pt x="3930" y="4728"/>
                </a:lnTo>
                <a:lnTo>
                  <a:pt x="3232" y="3828"/>
                </a:lnTo>
                <a:close/>
                <a:moveTo>
                  <a:pt x="1719" y="814"/>
                </a:moveTo>
                <a:lnTo>
                  <a:pt x="1719" y="814"/>
                </a:lnTo>
                <a:cubicBezTo>
                  <a:pt x="1934" y="814"/>
                  <a:pt x="2032" y="985"/>
                  <a:pt x="2032" y="1173"/>
                </a:cubicBezTo>
                <a:cubicBezTo>
                  <a:pt x="2032" y="1440"/>
                  <a:pt x="1863" y="1584"/>
                  <a:pt x="1606" y="1735"/>
                </a:cubicBezTo>
                <a:cubicBezTo>
                  <a:pt x="1471" y="1566"/>
                  <a:pt x="1369" y="1419"/>
                  <a:pt x="1369" y="1199"/>
                </a:cubicBezTo>
                <a:cubicBezTo>
                  <a:pt x="1369" y="966"/>
                  <a:pt x="1513" y="814"/>
                  <a:pt x="1719" y="814"/>
                </a:cubicBezTo>
                <a:close/>
                <a:moveTo>
                  <a:pt x="2055" y="3721"/>
                </a:moveTo>
                <a:lnTo>
                  <a:pt x="2055" y="3721"/>
                </a:lnTo>
                <a:cubicBezTo>
                  <a:pt x="1915" y="3832"/>
                  <a:pt x="1719" y="3957"/>
                  <a:pt x="1477" y="3957"/>
                </a:cubicBezTo>
                <a:cubicBezTo>
                  <a:pt x="1190" y="3957"/>
                  <a:pt x="940" y="3761"/>
                  <a:pt x="940" y="3429"/>
                </a:cubicBezTo>
                <a:cubicBezTo>
                  <a:pt x="940" y="3116"/>
                  <a:pt x="1083" y="2964"/>
                  <a:pt x="1342" y="2793"/>
                </a:cubicBezTo>
                <a:lnTo>
                  <a:pt x="2055" y="372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42912" y="5120640"/>
            <a:ext cx="11306176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16"/>
          <p:cNvGrpSpPr/>
          <p:nvPr/>
        </p:nvGrpSpPr>
        <p:grpSpPr>
          <a:xfrm>
            <a:off x="457199" y="435353"/>
            <a:ext cx="1496699" cy="464131"/>
            <a:chOff x="3638550" y="5445125"/>
            <a:chExt cx="3849688" cy="1193801"/>
          </a:xfrm>
        </p:grpSpPr>
        <p:sp>
          <p:nvSpPr>
            <p:cNvPr id="156" name="Google Shape;156;p16"/>
            <p:cNvSpPr/>
            <p:nvPr/>
          </p:nvSpPr>
          <p:spPr>
            <a:xfrm>
              <a:off x="3638550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9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4" y="37"/>
                  </a:cubicBezTo>
                  <a:cubicBezTo>
                    <a:pt x="22" y="37"/>
                    <a:pt x="22" y="37"/>
                    <a:pt x="18" y="37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9" y="0"/>
                  </a:lnTo>
                  <a:close/>
                  <a:moveTo>
                    <a:pt x="19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8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3808413" y="6427788"/>
              <a:ext cx="139700" cy="146050"/>
            </a:xfrm>
            <a:custGeom>
              <a:avLst/>
              <a:gdLst/>
              <a:ahLst/>
              <a:cxnLst/>
              <a:rect l="l" t="t" r="r" b="b"/>
              <a:pathLst>
                <a:path w="41" h="43" extrusionOk="0">
                  <a:moveTo>
                    <a:pt x="39" y="0"/>
                  </a:moveTo>
                  <a:cubicBezTo>
                    <a:pt x="38" y="2"/>
                    <a:pt x="37" y="6"/>
                    <a:pt x="36" y="13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2"/>
                    <a:pt x="32" y="33"/>
                    <a:pt x="32" y="35"/>
                  </a:cubicBezTo>
                  <a:cubicBezTo>
                    <a:pt x="32" y="37"/>
                    <a:pt x="33" y="38"/>
                    <a:pt x="36" y="38"/>
                  </a:cubicBezTo>
                  <a:cubicBezTo>
                    <a:pt x="37" y="38"/>
                    <a:pt x="38" y="38"/>
                    <a:pt x="41" y="38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5" y="43"/>
                    <a:pt x="33" y="43"/>
                    <a:pt x="30" y="43"/>
                  </a:cubicBezTo>
                  <a:cubicBezTo>
                    <a:pt x="27" y="43"/>
                    <a:pt x="25" y="41"/>
                    <a:pt x="25" y="36"/>
                  </a:cubicBezTo>
                  <a:cubicBezTo>
                    <a:pt x="20" y="41"/>
                    <a:pt x="16" y="43"/>
                    <a:pt x="12" y="43"/>
                  </a:cubicBezTo>
                  <a:cubicBezTo>
                    <a:pt x="4" y="43"/>
                    <a:pt x="0" y="37"/>
                    <a:pt x="0" y="28"/>
                  </a:cubicBezTo>
                  <a:cubicBezTo>
                    <a:pt x="0" y="12"/>
                    <a:pt x="11" y="0"/>
                    <a:pt x="24" y="0"/>
                  </a:cubicBezTo>
                  <a:cubicBezTo>
                    <a:pt x="27" y="0"/>
                    <a:pt x="30" y="1"/>
                    <a:pt x="33" y="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9" y="0"/>
                  </a:lnTo>
                  <a:close/>
                  <a:moveTo>
                    <a:pt x="26" y="4"/>
                  </a:moveTo>
                  <a:cubicBezTo>
                    <a:pt x="26" y="3"/>
                    <a:pt x="25" y="3"/>
                    <a:pt x="25" y="3"/>
                  </a:cubicBezTo>
                  <a:cubicBezTo>
                    <a:pt x="15" y="3"/>
                    <a:pt x="7" y="14"/>
                    <a:pt x="7" y="27"/>
                  </a:cubicBezTo>
                  <a:cubicBezTo>
                    <a:pt x="7" y="34"/>
                    <a:pt x="10" y="38"/>
                    <a:pt x="15" y="38"/>
                  </a:cubicBezTo>
                  <a:cubicBezTo>
                    <a:pt x="18" y="38"/>
                    <a:pt x="21" y="37"/>
                    <a:pt x="25" y="32"/>
                  </a:cubicBezTo>
                  <a:cubicBezTo>
                    <a:pt x="30" y="9"/>
                    <a:pt x="30" y="9"/>
                    <a:pt x="30" y="9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3968750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8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094163" y="6399213"/>
              <a:ext cx="87313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0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424656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1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4344988" y="6351588"/>
              <a:ext cx="166688" cy="287338"/>
            </a:xfrm>
            <a:custGeom>
              <a:avLst/>
              <a:gdLst/>
              <a:ahLst/>
              <a:cxnLst/>
              <a:rect l="l" t="t" r="r" b="b"/>
              <a:pathLst>
                <a:path w="49" h="84" extrusionOk="0">
                  <a:moveTo>
                    <a:pt x="37" y="4"/>
                  </a:moveTo>
                  <a:cubicBezTo>
                    <a:pt x="34" y="6"/>
                    <a:pt x="31" y="13"/>
                    <a:pt x="29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4" y="63"/>
                    <a:pt x="22" y="68"/>
                    <a:pt x="19" y="73"/>
                  </a:cubicBezTo>
                  <a:cubicBezTo>
                    <a:pt x="14" y="80"/>
                    <a:pt x="9" y="84"/>
                    <a:pt x="5" y="84"/>
                  </a:cubicBezTo>
                  <a:cubicBezTo>
                    <a:pt x="2" y="84"/>
                    <a:pt x="0" y="82"/>
                    <a:pt x="0" y="79"/>
                  </a:cubicBezTo>
                  <a:cubicBezTo>
                    <a:pt x="0" y="77"/>
                    <a:pt x="0" y="76"/>
                    <a:pt x="2" y="75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5" y="74"/>
                    <a:pt x="16" y="69"/>
                    <a:pt x="18" y="54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6" y="9"/>
                    <a:pt x="33" y="0"/>
                    <a:pt x="41" y="0"/>
                  </a:cubicBezTo>
                  <a:cubicBezTo>
                    <a:pt x="45" y="0"/>
                    <a:pt x="49" y="2"/>
                    <a:pt x="49" y="5"/>
                  </a:cubicBezTo>
                  <a:cubicBezTo>
                    <a:pt x="49" y="8"/>
                    <a:pt x="47" y="9"/>
                    <a:pt x="44" y="10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551363" y="6399213"/>
              <a:ext cx="85725" cy="174625"/>
            </a:xfrm>
            <a:custGeom>
              <a:avLst/>
              <a:gdLst/>
              <a:ahLst/>
              <a:cxnLst/>
              <a:rect l="l" t="t" r="r" b="b"/>
              <a:pathLst>
                <a:path w="25" h="51" extrusionOk="0">
                  <a:moveTo>
                    <a:pt x="14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9"/>
                    <a:pt x="7" y="40"/>
                    <a:pt x="7" y="41"/>
                  </a:cubicBezTo>
                  <a:cubicBezTo>
                    <a:pt x="7" y="44"/>
                    <a:pt x="9" y="46"/>
                    <a:pt x="12" y="46"/>
                  </a:cubicBezTo>
                  <a:cubicBezTo>
                    <a:pt x="14" y="46"/>
                    <a:pt x="17" y="46"/>
                    <a:pt x="20" y="4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4" y="50"/>
                    <a:pt x="10" y="51"/>
                    <a:pt x="7" y="51"/>
                  </a:cubicBezTo>
                  <a:cubicBezTo>
                    <a:pt x="2" y="51"/>
                    <a:pt x="0" y="48"/>
                    <a:pt x="0" y="43"/>
                  </a:cubicBezTo>
                  <a:cubicBezTo>
                    <a:pt x="0" y="41"/>
                    <a:pt x="0" y="40"/>
                    <a:pt x="0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4640263" y="6351588"/>
              <a:ext cx="146050" cy="222250"/>
            </a:xfrm>
            <a:custGeom>
              <a:avLst/>
              <a:gdLst/>
              <a:ahLst/>
              <a:cxnLst/>
              <a:rect l="l" t="t" r="r" b="b"/>
              <a:pathLst>
                <a:path w="43" h="65" extrusionOk="0">
                  <a:moveTo>
                    <a:pt x="21" y="0"/>
                  </a:moveTo>
                  <a:cubicBezTo>
                    <a:pt x="19" y="6"/>
                    <a:pt x="18" y="10"/>
                    <a:pt x="17" y="15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22" y="24"/>
                    <a:pt x="27" y="22"/>
                    <a:pt x="31" y="22"/>
                  </a:cubicBezTo>
                  <a:cubicBezTo>
                    <a:pt x="36" y="22"/>
                    <a:pt x="39" y="25"/>
                    <a:pt x="39" y="29"/>
                  </a:cubicBezTo>
                  <a:cubicBezTo>
                    <a:pt x="39" y="31"/>
                    <a:pt x="38" y="33"/>
                    <a:pt x="37" y="37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3" y="59"/>
                    <a:pt x="35" y="61"/>
                    <a:pt x="38" y="61"/>
                  </a:cubicBezTo>
                  <a:cubicBezTo>
                    <a:pt x="39" y="61"/>
                    <a:pt x="41" y="60"/>
                    <a:pt x="43" y="60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38" y="64"/>
                    <a:pt x="35" y="65"/>
                    <a:pt x="32" y="65"/>
                  </a:cubicBezTo>
                  <a:cubicBezTo>
                    <a:pt x="28" y="65"/>
                    <a:pt x="26" y="63"/>
                    <a:pt x="26" y="60"/>
                  </a:cubicBezTo>
                  <a:cubicBezTo>
                    <a:pt x="26" y="58"/>
                    <a:pt x="26" y="57"/>
                    <a:pt x="26" y="55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6"/>
                    <a:pt x="31" y="34"/>
                    <a:pt x="31" y="33"/>
                  </a:cubicBezTo>
                  <a:cubicBezTo>
                    <a:pt x="31" y="29"/>
                    <a:pt x="29" y="27"/>
                    <a:pt x="27" y="27"/>
                  </a:cubicBezTo>
                  <a:cubicBezTo>
                    <a:pt x="23" y="27"/>
                    <a:pt x="19" y="30"/>
                    <a:pt x="13" y="3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4803775" y="6427788"/>
              <a:ext cx="104775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1" y="5"/>
                  </a:cubicBezTo>
                  <a:cubicBezTo>
                    <a:pt x="14" y="2"/>
                    <a:pt x="19" y="0"/>
                    <a:pt x="22" y="0"/>
                  </a:cubicBezTo>
                  <a:cubicBezTo>
                    <a:pt x="28" y="0"/>
                    <a:pt x="31" y="4"/>
                    <a:pt x="31" y="9"/>
                  </a:cubicBezTo>
                  <a:cubicBezTo>
                    <a:pt x="31" y="17"/>
                    <a:pt x="23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5" y="36"/>
                    <a:pt x="30" y="31"/>
                  </a:cubicBezTo>
                  <a:lnTo>
                    <a:pt x="30" y="35"/>
                  </a:lnTo>
                  <a:close/>
                  <a:moveTo>
                    <a:pt x="20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8" y="20"/>
                  </a:cubicBezTo>
                  <a:cubicBezTo>
                    <a:pt x="13" y="20"/>
                    <a:pt x="17" y="19"/>
                    <a:pt x="20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976813" y="6369050"/>
              <a:ext cx="169863" cy="204788"/>
            </a:xfrm>
            <a:custGeom>
              <a:avLst/>
              <a:gdLst/>
              <a:ahLst/>
              <a:cxnLst/>
              <a:rect l="l" t="t" r="r" b="b"/>
              <a:pathLst>
                <a:path w="50" h="60" extrusionOk="0">
                  <a:moveTo>
                    <a:pt x="28" y="0"/>
                  </a:moveTo>
                  <a:cubicBezTo>
                    <a:pt x="36" y="0"/>
                    <a:pt x="40" y="1"/>
                    <a:pt x="43" y="3"/>
                  </a:cubicBezTo>
                  <a:cubicBezTo>
                    <a:pt x="48" y="5"/>
                    <a:pt x="50" y="9"/>
                    <a:pt x="50" y="15"/>
                  </a:cubicBezTo>
                  <a:cubicBezTo>
                    <a:pt x="50" y="28"/>
                    <a:pt x="39" y="37"/>
                    <a:pt x="23" y="37"/>
                  </a:cubicBezTo>
                  <a:cubicBezTo>
                    <a:pt x="22" y="37"/>
                    <a:pt x="21" y="37"/>
                    <a:pt x="18" y="37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28" y="0"/>
                  </a:lnTo>
                  <a:close/>
                  <a:moveTo>
                    <a:pt x="18" y="33"/>
                  </a:moveTo>
                  <a:cubicBezTo>
                    <a:pt x="20" y="33"/>
                    <a:pt x="21" y="33"/>
                    <a:pt x="22" y="33"/>
                  </a:cubicBezTo>
                  <a:cubicBezTo>
                    <a:pt x="35" y="33"/>
                    <a:pt x="42" y="27"/>
                    <a:pt x="42" y="16"/>
                  </a:cubicBezTo>
                  <a:cubicBezTo>
                    <a:pt x="42" y="8"/>
                    <a:pt x="37" y="4"/>
                    <a:pt x="28" y="4"/>
                  </a:cubicBezTo>
                  <a:cubicBezTo>
                    <a:pt x="27" y="4"/>
                    <a:pt x="27" y="4"/>
                    <a:pt x="24" y="4"/>
                  </a:cubicBezTo>
                  <a:lnTo>
                    <a:pt x="18" y="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5156200" y="6427788"/>
              <a:ext cx="206375" cy="146050"/>
            </a:xfrm>
            <a:custGeom>
              <a:avLst/>
              <a:gdLst/>
              <a:ahLst/>
              <a:cxnLst/>
              <a:rect l="l" t="t" r="r" b="b"/>
              <a:pathLst>
                <a:path w="61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1" y="2"/>
                    <a:pt x="61" y="5"/>
                  </a:cubicBezTo>
                  <a:cubicBezTo>
                    <a:pt x="61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5373688" y="6365875"/>
              <a:ext cx="173038" cy="211138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49" y="17"/>
                  </a:moveTo>
                  <a:cubicBezTo>
                    <a:pt x="45" y="17"/>
                    <a:pt x="45" y="17"/>
                    <a:pt x="45" y="17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5"/>
                    <a:pt x="39" y="5"/>
                    <a:pt x="35" y="5"/>
                  </a:cubicBezTo>
                  <a:cubicBezTo>
                    <a:pt x="20" y="5"/>
                    <a:pt x="9" y="19"/>
                    <a:pt x="9" y="38"/>
                  </a:cubicBezTo>
                  <a:cubicBezTo>
                    <a:pt x="9" y="50"/>
                    <a:pt x="15" y="57"/>
                    <a:pt x="27" y="57"/>
                  </a:cubicBezTo>
                  <a:cubicBezTo>
                    <a:pt x="29" y="57"/>
                    <a:pt x="31" y="57"/>
                    <a:pt x="34" y="56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1" y="59"/>
                    <a:pt x="41" y="59"/>
                    <a:pt x="41" y="59"/>
                  </a:cubicBezTo>
                  <a:cubicBezTo>
                    <a:pt x="34" y="61"/>
                    <a:pt x="29" y="62"/>
                    <a:pt x="24" y="62"/>
                  </a:cubicBezTo>
                  <a:cubicBezTo>
                    <a:pt x="9" y="62"/>
                    <a:pt x="0" y="52"/>
                    <a:pt x="0" y="37"/>
                  </a:cubicBezTo>
                  <a:cubicBezTo>
                    <a:pt x="0" y="17"/>
                    <a:pt x="16" y="0"/>
                    <a:pt x="35" y="0"/>
                  </a:cubicBezTo>
                  <a:cubicBezTo>
                    <a:pt x="40" y="0"/>
                    <a:pt x="45" y="1"/>
                    <a:pt x="51" y="3"/>
                  </a:cubicBezTo>
                  <a:lnTo>
                    <a:pt x="49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5611813" y="6427788"/>
              <a:ext cx="146050" cy="146050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15" y="0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2" y="2"/>
                    <a:pt x="26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9"/>
                    <a:pt x="38" y="10"/>
                    <a:pt x="37" y="1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2"/>
                    <a:pt x="33" y="33"/>
                    <a:pt x="33" y="34"/>
                  </a:cubicBezTo>
                  <a:cubicBezTo>
                    <a:pt x="33" y="37"/>
                    <a:pt x="35" y="39"/>
                    <a:pt x="38" y="39"/>
                  </a:cubicBezTo>
                  <a:cubicBezTo>
                    <a:pt x="39" y="39"/>
                    <a:pt x="40" y="38"/>
                    <a:pt x="43" y="38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37" y="43"/>
                    <a:pt x="35" y="43"/>
                    <a:pt x="32" y="43"/>
                  </a:cubicBezTo>
                  <a:cubicBezTo>
                    <a:pt x="28" y="43"/>
                    <a:pt x="26" y="41"/>
                    <a:pt x="26" y="38"/>
                  </a:cubicBezTo>
                  <a:cubicBezTo>
                    <a:pt x="26" y="37"/>
                    <a:pt x="26" y="35"/>
                    <a:pt x="26" y="3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5"/>
                    <a:pt x="31" y="12"/>
                    <a:pt x="31" y="11"/>
                  </a:cubicBezTo>
                  <a:cubicBezTo>
                    <a:pt x="31" y="7"/>
                    <a:pt x="29" y="5"/>
                    <a:pt x="26" y="5"/>
                  </a:cubicBezTo>
                  <a:cubicBezTo>
                    <a:pt x="23" y="5"/>
                    <a:pt x="19" y="8"/>
                    <a:pt x="13" y="1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773738" y="6427788"/>
              <a:ext cx="106363" cy="146050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30" y="35"/>
                  </a:moveTo>
                  <a:cubicBezTo>
                    <a:pt x="24" y="41"/>
                    <a:pt x="19" y="43"/>
                    <a:pt x="13" y="43"/>
                  </a:cubicBezTo>
                  <a:cubicBezTo>
                    <a:pt x="5" y="43"/>
                    <a:pt x="0" y="37"/>
                    <a:pt x="0" y="27"/>
                  </a:cubicBezTo>
                  <a:cubicBezTo>
                    <a:pt x="0" y="18"/>
                    <a:pt x="4" y="10"/>
                    <a:pt x="10" y="5"/>
                  </a:cubicBezTo>
                  <a:cubicBezTo>
                    <a:pt x="14" y="2"/>
                    <a:pt x="18" y="0"/>
                    <a:pt x="22" y="0"/>
                  </a:cubicBezTo>
                  <a:cubicBezTo>
                    <a:pt x="27" y="0"/>
                    <a:pt x="31" y="4"/>
                    <a:pt x="31" y="9"/>
                  </a:cubicBezTo>
                  <a:cubicBezTo>
                    <a:pt x="31" y="17"/>
                    <a:pt x="22" y="22"/>
                    <a:pt x="7" y="23"/>
                  </a:cubicBezTo>
                  <a:cubicBezTo>
                    <a:pt x="7" y="24"/>
                    <a:pt x="7" y="26"/>
                    <a:pt x="7" y="27"/>
                  </a:cubicBezTo>
                  <a:cubicBezTo>
                    <a:pt x="7" y="34"/>
                    <a:pt x="10" y="38"/>
                    <a:pt x="16" y="38"/>
                  </a:cubicBezTo>
                  <a:cubicBezTo>
                    <a:pt x="20" y="38"/>
                    <a:pt x="24" y="36"/>
                    <a:pt x="30" y="31"/>
                  </a:cubicBezTo>
                  <a:lnTo>
                    <a:pt x="30" y="35"/>
                  </a:lnTo>
                  <a:close/>
                  <a:moveTo>
                    <a:pt x="19" y="17"/>
                  </a:moveTo>
                  <a:cubicBezTo>
                    <a:pt x="23" y="14"/>
                    <a:pt x="25" y="12"/>
                    <a:pt x="25" y="9"/>
                  </a:cubicBezTo>
                  <a:cubicBezTo>
                    <a:pt x="25" y="6"/>
                    <a:pt x="23" y="4"/>
                    <a:pt x="20" y="4"/>
                  </a:cubicBezTo>
                  <a:cubicBezTo>
                    <a:pt x="15" y="4"/>
                    <a:pt x="10" y="10"/>
                    <a:pt x="7" y="20"/>
                  </a:cubicBezTo>
                  <a:cubicBezTo>
                    <a:pt x="13" y="20"/>
                    <a:pt x="16" y="19"/>
                    <a:pt x="19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5902325" y="6399213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15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9"/>
                    <a:pt x="8" y="40"/>
                    <a:pt x="8" y="41"/>
                  </a:cubicBezTo>
                  <a:cubicBezTo>
                    <a:pt x="8" y="44"/>
                    <a:pt x="9" y="46"/>
                    <a:pt x="13" y="46"/>
                  </a:cubicBezTo>
                  <a:cubicBezTo>
                    <a:pt x="15" y="46"/>
                    <a:pt x="18" y="46"/>
                    <a:pt x="21" y="4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5" y="50"/>
                    <a:pt x="11" y="51"/>
                    <a:pt x="7" y="51"/>
                  </a:cubicBezTo>
                  <a:cubicBezTo>
                    <a:pt x="3" y="51"/>
                    <a:pt x="0" y="48"/>
                    <a:pt x="0" y="43"/>
                  </a:cubicBezTo>
                  <a:cubicBezTo>
                    <a:pt x="0" y="41"/>
                    <a:pt x="1" y="40"/>
                    <a:pt x="1" y="3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6000750" y="6427788"/>
              <a:ext cx="204788" cy="146050"/>
            </a:xfrm>
            <a:custGeom>
              <a:avLst/>
              <a:gdLst/>
              <a:ahLst/>
              <a:cxnLst/>
              <a:rect l="l" t="t" r="r" b="b"/>
              <a:pathLst>
                <a:path w="60" h="43" extrusionOk="0">
                  <a:moveTo>
                    <a:pt x="13" y="0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25" y="16"/>
                    <a:pt x="27" y="12"/>
                    <a:pt x="31" y="2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2"/>
                    <a:pt x="38" y="21"/>
                    <a:pt x="39" y="36"/>
                  </a:cubicBezTo>
                  <a:cubicBezTo>
                    <a:pt x="41" y="33"/>
                    <a:pt x="42" y="32"/>
                    <a:pt x="43" y="30"/>
                  </a:cubicBezTo>
                  <a:cubicBezTo>
                    <a:pt x="48" y="23"/>
                    <a:pt x="52" y="17"/>
                    <a:pt x="53" y="1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1"/>
                    <a:pt x="54" y="0"/>
                    <a:pt x="56" y="0"/>
                  </a:cubicBezTo>
                  <a:cubicBezTo>
                    <a:pt x="59" y="0"/>
                    <a:pt x="60" y="2"/>
                    <a:pt x="60" y="5"/>
                  </a:cubicBezTo>
                  <a:cubicBezTo>
                    <a:pt x="60" y="11"/>
                    <a:pt x="56" y="19"/>
                    <a:pt x="3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20"/>
                    <a:pt x="23" y="26"/>
                    <a:pt x="1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6208713" y="6427788"/>
              <a:ext cx="128588" cy="14605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8" y="17"/>
                  </a:moveTo>
                  <a:cubicBezTo>
                    <a:pt x="38" y="31"/>
                    <a:pt x="28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ubicBezTo>
                    <a:pt x="0" y="12"/>
                    <a:pt x="10" y="0"/>
                    <a:pt x="23" y="0"/>
                  </a:cubicBezTo>
                  <a:cubicBezTo>
                    <a:pt x="32" y="0"/>
                    <a:pt x="38" y="7"/>
                    <a:pt x="38" y="17"/>
                  </a:cubicBezTo>
                  <a:close/>
                  <a:moveTo>
                    <a:pt x="8" y="26"/>
                  </a:moveTo>
                  <a:cubicBezTo>
                    <a:pt x="8" y="35"/>
                    <a:pt x="11" y="40"/>
                    <a:pt x="16" y="40"/>
                  </a:cubicBezTo>
                  <a:cubicBezTo>
                    <a:pt x="24" y="40"/>
                    <a:pt x="30" y="30"/>
                    <a:pt x="30" y="17"/>
                  </a:cubicBezTo>
                  <a:cubicBezTo>
                    <a:pt x="30" y="8"/>
                    <a:pt x="27" y="4"/>
                    <a:pt x="22" y="4"/>
                  </a:cubicBezTo>
                  <a:cubicBezTo>
                    <a:pt x="14" y="4"/>
                    <a:pt x="8" y="14"/>
                    <a:pt x="8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6354763" y="6427788"/>
              <a:ext cx="111125" cy="146050"/>
            </a:xfrm>
            <a:custGeom>
              <a:avLst/>
              <a:gdLst/>
              <a:ahLst/>
              <a:cxnLst/>
              <a:rect l="l" t="t" r="r" b="b"/>
              <a:pathLst>
                <a:path w="33" h="43" extrusionOk="0">
                  <a:moveTo>
                    <a:pt x="15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9" y="4"/>
                    <a:pt x="23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cubicBezTo>
                    <a:pt x="33" y="8"/>
                    <a:pt x="30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16" y="9"/>
                    <a:pt x="13" y="13"/>
                    <a:pt x="11" y="2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6465888" y="6351588"/>
              <a:ext cx="139700" cy="222250"/>
            </a:xfrm>
            <a:custGeom>
              <a:avLst/>
              <a:gdLst/>
              <a:ahLst/>
              <a:cxnLst/>
              <a:rect l="l" t="t" r="r" b="b"/>
              <a:pathLst>
                <a:path w="41" h="65" extrusionOk="0">
                  <a:moveTo>
                    <a:pt x="20" y="0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0" y="24"/>
                    <a:pt x="33" y="22"/>
                    <a:pt x="35" y="22"/>
                  </a:cubicBezTo>
                  <a:cubicBezTo>
                    <a:pt x="38" y="22"/>
                    <a:pt x="40" y="24"/>
                    <a:pt x="40" y="27"/>
                  </a:cubicBezTo>
                  <a:cubicBezTo>
                    <a:pt x="40" y="29"/>
                    <a:pt x="39" y="30"/>
                    <a:pt x="35" y="32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28" y="31"/>
                    <a:pt x="26" y="33"/>
                    <a:pt x="21" y="38"/>
                  </a:cubicBezTo>
                  <a:cubicBezTo>
                    <a:pt x="25" y="49"/>
                    <a:pt x="26" y="51"/>
                    <a:pt x="29" y="55"/>
                  </a:cubicBezTo>
                  <a:cubicBezTo>
                    <a:pt x="31" y="59"/>
                    <a:pt x="34" y="61"/>
                    <a:pt x="37" y="61"/>
                  </a:cubicBezTo>
                  <a:cubicBezTo>
                    <a:pt x="38" y="61"/>
                    <a:pt x="40" y="61"/>
                    <a:pt x="41" y="60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36" y="64"/>
                    <a:pt x="33" y="65"/>
                    <a:pt x="31" y="65"/>
                  </a:cubicBezTo>
                  <a:cubicBezTo>
                    <a:pt x="28" y="65"/>
                    <a:pt x="25" y="63"/>
                    <a:pt x="23" y="58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3638550" y="5445125"/>
              <a:ext cx="3849688" cy="822325"/>
            </a:xfrm>
            <a:custGeom>
              <a:avLst/>
              <a:gdLst/>
              <a:ahLst/>
              <a:cxnLst/>
              <a:rect l="l" t="t" r="r" b="b"/>
              <a:pathLst>
                <a:path w="1134" h="241" extrusionOk="0">
                  <a:moveTo>
                    <a:pt x="750" y="182"/>
                  </a:moveTo>
                  <a:cubicBezTo>
                    <a:pt x="786" y="188"/>
                    <a:pt x="786" y="188"/>
                    <a:pt x="786" y="188"/>
                  </a:cubicBezTo>
                  <a:cubicBezTo>
                    <a:pt x="797" y="190"/>
                    <a:pt x="804" y="194"/>
                    <a:pt x="804" y="203"/>
                  </a:cubicBezTo>
                  <a:cubicBezTo>
                    <a:pt x="804" y="216"/>
                    <a:pt x="793" y="224"/>
                    <a:pt x="778" y="224"/>
                  </a:cubicBezTo>
                  <a:cubicBezTo>
                    <a:pt x="761" y="224"/>
                    <a:pt x="748" y="212"/>
                    <a:pt x="748" y="196"/>
                  </a:cubicBezTo>
                  <a:cubicBezTo>
                    <a:pt x="748" y="192"/>
                    <a:pt x="748" y="187"/>
                    <a:pt x="750" y="182"/>
                  </a:cubicBezTo>
                  <a:close/>
                  <a:moveTo>
                    <a:pt x="423" y="119"/>
                  </a:moveTo>
                  <a:cubicBezTo>
                    <a:pt x="423" y="157"/>
                    <a:pt x="423" y="157"/>
                    <a:pt x="423" y="157"/>
                  </a:cubicBezTo>
                  <a:cubicBezTo>
                    <a:pt x="413" y="161"/>
                    <a:pt x="409" y="162"/>
                    <a:pt x="403" y="162"/>
                  </a:cubicBezTo>
                  <a:cubicBezTo>
                    <a:pt x="392" y="162"/>
                    <a:pt x="385" y="155"/>
                    <a:pt x="385" y="144"/>
                  </a:cubicBezTo>
                  <a:cubicBezTo>
                    <a:pt x="385" y="135"/>
                    <a:pt x="389" y="129"/>
                    <a:pt x="399" y="125"/>
                  </a:cubicBezTo>
                  <a:cubicBezTo>
                    <a:pt x="405" y="122"/>
                    <a:pt x="408" y="122"/>
                    <a:pt x="423" y="119"/>
                  </a:cubicBezTo>
                  <a:close/>
                  <a:moveTo>
                    <a:pt x="1061" y="145"/>
                  </a:moveTo>
                  <a:cubicBezTo>
                    <a:pt x="1055" y="149"/>
                    <a:pt x="1048" y="154"/>
                    <a:pt x="1038" y="154"/>
                  </a:cubicBezTo>
                  <a:cubicBezTo>
                    <a:pt x="1027" y="154"/>
                    <a:pt x="1017" y="147"/>
                    <a:pt x="1017" y="134"/>
                  </a:cubicBezTo>
                  <a:cubicBezTo>
                    <a:pt x="1017" y="122"/>
                    <a:pt x="1023" y="116"/>
                    <a:pt x="1033" y="109"/>
                  </a:cubicBezTo>
                  <a:lnTo>
                    <a:pt x="1061" y="145"/>
                  </a:lnTo>
                  <a:close/>
                  <a:moveTo>
                    <a:pt x="659" y="105"/>
                  </a:moveTo>
                  <a:cubicBezTo>
                    <a:pt x="618" y="105"/>
                    <a:pt x="618" y="105"/>
                    <a:pt x="618" y="105"/>
                  </a:cubicBezTo>
                  <a:cubicBezTo>
                    <a:pt x="619" y="81"/>
                    <a:pt x="625" y="71"/>
                    <a:pt x="639" y="71"/>
                  </a:cubicBezTo>
                  <a:cubicBezTo>
                    <a:pt x="653" y="71"/>
                    <a:pt x="658" y="80"/>
                    <a:pt x="659" y="105"/>
                  </a:cubicBezTo>
                  <a:close/>
                  <a:moveTo>
                    <a:pt x="775" y="129"/>
                  </a:moveTo>
                  <a:cubicBezTo>
                    <a:pt x="764" y="129"/>
                    <a:pt x="757" y="117"/>
                    <a:pt x="757" y="99"/>
                  </a:cubicBezTo>
                  <a:cubicBezTo>
                    <a:pt x="757" y="81"/>
                    <a:pt x="764" y="70"/>
                    <a:pt x="775" y="70"/>
                  </a:cubicBezTo>
                  <a:cubicBezTo>
                    <a:pt x="786" y="70"/>
                    <a:pt x="793" y="80"/>
                    <a:pt x="793" y="97"/>
                  </a:cubicBezTo>
                  <a:cubicBezTo>
                    <a:pt x="793" y="117"/>
                    <a:pt x="786" y="129"/>
                    <a:pt x="775" y="129"/>
                  </a:cubicBezTo>
                  <a:close/>
                  <a:moveTo>
                    <a:pt x="991" y="74"/>
                  </a:moveTo>
                  <a:cubicBezTo>
                    <a:pt x="991" y="62"/>
                    <a:pt x="991" y="62"/>
                    <a:pt x="991" y="62"/>
                  </a:cubicBezTo>
                  <a:cubicBezTo>
                    <a:pt x="937" y="62"/>
                    <a:pt x="937" y="62"/>
                    <a:pt x="937" y="62"/>
                  </a:cubicBezTo>
                  <a:cubicBezTo>
                    <a:pt x="937" y="74"/>
                    <a:pt x="937" y="74"/>
                    <a:pt x="937" y="74"/>
                  </a:cubicBezTo>
                  <a:cubicBezTo>
                    <a:pt x="950" y="77"/>
                    <a:pt x="950" y="77"/>
                    <a:pt x="950" y="77"/>
                  </a:cubicBezTo>
                  <a:cubicBezTo>
                    <a:pt x="953" y="80"/>
                    <a:pt x="953" y="80"/>
                    <a:pt x="953" y="80"/>
                  </a:cubicBezTo>
                  <a:cubicBezTo>
                    <a:pt x="927" y="143"/>
                    <a:pt x="927" y="143"/>
                    <a:pt x="927" y="143"/>
                  </a:cubicBezTo>
                  <a:cubicBezTo>
                    <a:pt x="900" y="80"/>
                    <a:pt x="900" y="80"/>
                    <a:pt x="900" y="80"/>
                  </a:cubicBezTo>
                  <a:cubicBezTo>
                    <a:pt x="902" y="77"/>
                    <a:pt x="902" y="77"/>
                    <a:pt x="902" y="77"/>
                  </a:cubicBezTo>
                  <a:cubicBezTo>
                    <a:pt x="916" y="74"/>
                    <a:pt x="916" y="74"/>
                    <a:pt x="916" y="74"/>
                  </a:cubicBezTo>
                  <a:cubicBezTo>
                    <a:pt x="916" y="62"/>
                    <a:pt x="916" y="62"/>
                    <a:pt x="916" y="62"/>
                  </a:cubicBezTo>
                  <a:cubicBezTo>
                    <a:pt x="808" y="62"/>
                    <a:pt x="808" y="62"/>
                    <a:pt x="808" y="62"/>
                  </a:cubicBezTo>
                  <a:cubicBezTo>
                    <a:pt x="799" y="58"/>
                    <a:pt x="788" y="56"/>
                    <a:pt x="773" y="56"/>
                  </a:cubicBezTo>
                  <a:cubicBezTo>
                    <a:pt x="736" y="56"/>
                    <a:pt x="713" y="73"/>
                    <a:pt x="713" y="100"/>
                  </a:cubicBezTo>
                  <a:cubicBezTo>
                    <a:pt x="713" y="120"/>
                    <a:pt x="722" y="131"/>
                    <a:pt x="746" y="139"/>
                  </a:cubicBezTo>
                  <a:cubicBezTo>
                    <a:pt x="734" y="148"/>
                    <a:pt x="729" y="154"/>
                    <a:pt x="729" y="163"/>
                  </a:cubicBezTo>
                  <a:cubicBezTo>
                    <a:pt x="729" y="168"/>
                    <a:pt x="731" y="171"/>
                    <a:pt x="734" y="178"/>
                  </a:cubicBezTo>
                  <a:cubicBezTo>
                    <a:pt x="717" y="178"/>
                    <a:pt x="707" y="188"/>
                    <a:pt x="707" y="204"/>
                  </a:cubicBezTo>
                  <a:cubicBezTo>
                    <a:pt x="707" y="227"/>
                    <a:pt x="729" y="240"/>
                    <a:pt x="767" y="240"/>
                  </a:cubicBezTo>
                  <a:cubicBezTo>
                    <a:pt x="813" y="240"/>
                    <a:pt x="845" y="220"/>
                    <a:pt x="845" y="193"/>
                  </a:cubicBezTo>
                  <a:cubicBezTo>
                    <a:pt x="845" y="171"/>
                    <a:pt x="827" y="162"/>
                    <a:pt x="773" y="157"/>
                  </a:cubicBezTo>
                  <a:cubicBezTo>
                    <a:pt x="761" y="156"/>
                    <a:pt x="761" y="156"/>
                    <a:pt x="761" y="156"/>
                  </a:cubicBezTo>
                  <a:cubicBezTo>
                    <a:pt x="761" y="153"/>
                    <a:pt x="760" y="150"/>
                    <a:pt x="760" y="148"/>
                  </a:cubicBezTo>
                  <a:cubicBezTo>
                    <a:pt x="760" y="145"/>
                    <a:pt x="761" y="144"/>
                    <a:pt x="761" y="140"/>
                  </a:cubicBezTo>
                  <a:cubicBezTo>
                    <a:pt x="766" y="141"/>
                    <a:pt x="769" y="141"/>
                    <a:pt x="774" y="141"/>
                  </a:cubicBezTo>
                  <a:cubicBezTo>
                    <a:pt x="812" y="141"/>
                    <a:pt x="835" y="125"/>
                    <a:pt x="835" y="99"/>
                  </a:cubicBezTo>
                  <a:cubicBezTo>
                    <a:pt x="835" y="91"/>
                    <a:pt x="833" y="84"/>
                    <a:pt x="829" y="77"/>
                  </a:cubicBezTo>
                  <a:cubicBezTo>
                    <a:pt x="852" y="77"/>
                    <a:pt x="852" y="77"/>
                    <a:pt x="852" y="77"/>
                  </a:cubicBezTo>
                  <a:cubicBezTo>
                    <a:pt x="906" y="191"/>
                    <a:pt x="906" y="191"/>
                    <a:pt x="906" y="191"/>
                  </a:cubicBezTo>
                  <a:cubicBezTo>
                    <a:pt x="901" y="202"/>
                    <a:pt x="895" y="210"/>
                    <a:pt x="890" y="214"/>
                  </a:cubicBezTo>
                  <a:cubicBezTo>
                    <a:pt x="872" y="195"/>
                    <a:pt x="872" y="195"/>
                    <a:pt x="872" y="195"/>
                  </a:cubicBezTo>
                  <a:cubicBezTo>
                    <a:pt x="863" y="198"/>
                    <a:pt x="855" y="209"/>
                    <a:pt x="855" y="220"/>
                  </a:cubicBezTo>
                  <a:cubicBezTo>
                    <a:pt x="855" y="233"/>
                    <a:pt x="864" y="241"/>
                    <a:pt x="876" y="241"/>
                  </a:cubicBezTo>
                  <a:cubicBezTo>
                    <a:pt x="896" y="241"/>
                    <a:pt x="912" y="221"/>
                    <a:pt x="926" y="190"/>
                  </a:cubicBezTo>
                  <a:cubicBezTo>
                    <a:pt x="977" y="77"/>
                    <a:pt x="977" y="77"/>
                    <a:pt x="977" y="77"/>
                  </a:cubicBezTo>
                  <a:lnTo>
                    <a:pt x="991" y="74"/>
                  </a:lnTo>
                  <a:close/>
                  <a:moveTo>
                    <a:pt x="642" y="55"/>
                  </a:moveTo>
                  <a:cubicBezTo>
                    <a:pt x="599" y="55"/>
                    <a:pt x="574" y="81"/>
                    <a:pt x="574" y="122"/>
                  </a:cubicBezTo>
                  <a:cubicBezTo>
                    <a:pt x="574" y="161"/>
                    <a:pt x="598" y="186"/>
                    <a:pt x="642" y="186"/>
                  </a:cubicBezTo>
                  <a:cubicBezTo>
                    <a:pt x="664" y="186"/>
                    <a:pt x="679" y="182"/>
                    <a:pt x="701" y="172"/>
                  </a:cubicBezTo>
                  <a:cubicBezTo>
                    <a:pt x="701" y="148"/>
                    <a:pt x="701" y="148"/>
                    <a:pt x="701" y="148"/>
                  </a:cubicBezTo>
                  <a:cubicBezTo>
                    <a:pt x="683" y="158"/>
                    <a:pt x="671" y="162"/>
                    <a:pt x="655" y="162"/>
                  </a:cubicBezTo>
                  <a:cubicBezTo>
                    <a:pt x="631" y="162"/>
                    <a:pt x="619" y="149"/>
                    <a:pt x="617" y="121"/>
                  </a:cubicBezTo>
                  <a:cubicBezTo>
                    <a:pt x="702" y="121"/>
                    <a:pt x="702" y="121"/>
                    <a:pt x="702" y="121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02" y="78"/>
                    <a:pt x="681" y="55"/>
                    <a:pt x="642" y="55"/>
                  </a:cubicBezTo>
                  <a:close/>
                  <a:moveTo>
                    <a:pt x="468" y="170"/>
                  </a:moveTo>
                  <a:cubicBezTo>
                    <a:pt x="466" y="166"/>
                    <a:pt x="466" y="166"/>
                    <a:pt x="466" y="166"/>
                  </a:cubicBezTo>
                  <a:cubicBezTo>
                    <a:pt x="466" y="109"/>
                    <a:pt x="466" y="109"/>
                    <a:pt x="466" y="109"/>
                  </a:cubicBezTo>
                  <a:cubicBezTo>
                    <a:pt x="466" y="84"/>
                    <a:pt x="463" y="77"/>
                    <a:pt x="454" y="68"/>
                  </a:cubicBezTo>
                  <a:cubicBezTo>
                    <a:pt x="445" y="59"/>
                    <a:pt x="430" y="55"/>
                    <a:pt x="410" y="55"/>
                  </a:cubicBezTo>
                  <a:cubicBezTo>
                    <a:pt x="374" y="55"/>
                    <a:pt x="345" y="69"/>
                    <a:pt x="345" y="87"/>
                  </a:cubicBezTo>
                  <a:cubicBezTo>
                    <a:pt x="345" y="94"/>
                    <a:pt x="349" y="97"/>
                    <a:pt x="361" y="97"/>
                  </a:cubicBezTo>
                  <a:cubicBezTo>
                    <a:pt x="391" y="97"/>
                    <a:pt x="391" y="97"/>
                    <a:pt x="391" y="97"/>
                  </a:cubicBezTo>
                  <a:cubicBezTo>
                    <a:pt x="391" y="70"/>
                    <a:pt x="391" y="70"/>
                    <a:pt x="391" y="70"/>
                  </a:cubicBezTo>
                  <a:cubicBezTo>
                    <a:pt x="414" y="70"/>
                    <a:pt x="423" y="77"/>
                    <a:pt x="423" y="95"/>
                  </a:cubicBezTo>
                  <a:cubicBezTo>
                    <a:pt x="423" y="102"/>
                    <a:pt x="423" y="102"/>
                    <a:pt x="423" y="102"/>
                  </a:cubicBezTo>
                  <a:cubicBezTo>
                    <a:pt x="380" y="112"/>
                    <a:pt x="362" y="117"/>
                    <a:pt x="354" y="123"/>
                  </a:cubicBezTo>
                  <a:cubicBezTo>
                    <a:pt x="344" y="130"/>
                    <a:pt x="339" y="140"/>
                    <a:pt x="339" y="153"/>
                  </a:cubicBezTo>
                  <a:cubicBezTo>
                    <a:pt x="339" y="173"/>
                    <a:pt x="354" y="187"/>
                    <a:pt x="376" y="187"/>
                  </a:cubicBezTo>
                  <a:cubicBezTo>
                    <a:pt x="389" y="187"/>
                    <a:pt x="402" y="183"/>
                    <a:pt x="423" y="170"/>
                  </a:cubicBezTo>
                  <a:cubicBezTo>
                    <a:pt x="426" y="184"/>
                    <a:pt x="426" y="184"/>
                    <a:pt x="426" y="184"/>
                  </a:cubicBezTo>
                  <a:cubicBezTo>
                    <a:pt x="483" y="184"/>
                    <a:pt x="483" y="184"/>
                    <a:pt x="483" y="184"/>
                  </a:cubicBezTo>
                  <a:cubicBezTo>
                    <a:pt x="483" y="171"/>
                    <a:pt x="483" y="171"/>
                    <a:pt x="483" y="171"/>
                  </a:cubicBezTo>
                  <a:lnTo>
                    <a:pt x="468" y="170"/>
                  </a:lnTo>
                  <a:close/>
                  <a:moveTo>
                    <a:pt x="314" y="56"/>
                  </a:moveTo>
                  <a:cubicBezTo>
                    <a:pt x="300" y="64"/>
                    <a:pt x="292" y="71"/>
                    <a:pt x="280" y="84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67" y="55"/>
                    <a:pt x="267" y="55"/>
                    <a:pt x="267" y="55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82"/>
                    <a:pt x="221" y="82"/>
                    <a:pt x="221" y="82"/>
                  </a:cubicBezTo>
                  <a:cubicBezTo>
                    <a:pt x="239" y="82"/>
                    <a:pt x="239" y="82"/>
                    <a:pt x="239" y="82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23" y="171"/>
                    <a:pt x="223" y="171"/>
                    <a:pt x="223" y="171"/>
                  </a:cubicBezTo>
                  <a:cubicBezTo>
                    <a:pt x="223" y="184"/>
                    <a:pt x="223" y="184"/>
                    <a:pt x="223" y="184"/>
                  </a:cubicBezTo>
                  <a:cubicBezTo>
                    <a:pt x="304" y="184"/>
                    <a:pt x="304" y="184"/>
                    <a:pt x="304" y="184"/>
                  </a:cubicBezTo>
                  <a:cubicBezTo>
                    <a:pt x="304" y="171"/>
                    <a:pt x="304" y="171"/>
                    <a:pt x="304" y="171"/>
                  </a:cubicBezTo>
                  <a:cubicBezTo>
                    <a:pt x="285" y="170"/>
                    <a:pt x="285" y="170"/>
                    <a:pt x="285" y="170"/>
                  </a:cubicBezTo>
                  <a:cubicBezTo>
                    <a:pt x="282" y="166"/>
                    <a:pt x="282" y="166"/>
                    <a:pt x="282" y="166"/>
                  </a:cubicBezTo>
                  <a:cubicBezTo>
                    <a:pt x="282" y="93"/>
                    <a:pt x="282" y="93"/>
                    <a:pt x="282" y="93"/>
                  </a:cubicBezTo>
                  <a:cubicBezTo>
                    <a:pt x="285" y="93"/>
                    <a:pt x="287" y="93"/>
                    <a:pt x="288" y="93"/>
                  </a:cubicBezTo>
                  <a:cubicBezTo>
                    <a:pt x="301" y="93"/>
                    <a:pt x="307" y="97"/>
                    <a:pt x="312" y="110"/>
                  </a:cubicBezTo>
                  <a:cubicBezTo>
                    <a:pt x="331" y="110"/>
                    <a:pt x="331" y="110"/>
                    <a:pt x="331" y="110"/>
                  </a:cubicBezTo>
                  <a:cubicBezTo>
                    <a:pt x="338" y="60"/>
                    <a:pt x="338" y="60"/>
                    <a:pt x="338" y="60"/>
                  </a:cubicBezTo>
                  <a:cubicBezTo>
                    <a:pt x="332" y="56"/>
                    <a:pt x="328" y="56"/>
                    <a:pt x="318" y="56"/>
                  </a:cubicBezTo>
                  <a:cubicBezTo>
                    <a:pt x="317" y="56"/>
                    <a:pt x="316" y="56"/>
                    <a:pt x="314" y="56"/>
                  </a:cubicBezTo>
                  <a:close/>
                  <a:moveTo>
                    <a:pt x="62" y="103"/>
                  </a:moveTo>
                  <a:cubicBezTo>
                    <a:pt x="49" y="98"/>
                    <a:pt x="44" y="94"/>
                    <a:pt x="44" y="86"/>
                  </a:cubicBezTo>
                  <a:cubicBezTo>
                    <a:pt x="44" y="78"/>
                    <a:pt x="51" y="72"/>
                    <a:pt x="63" y="72"/>
                  </a:cubicBezTo>
                  <a:cubicBezTo>
                    <a:pt x="70" y="72"/>
                    <a:pt x="74" y="73"/>
                    <a:pt x="82" y="77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7" y="62"/>
                    <a:pt x="107" y="62"/>
                    <a:pt x="107" y="62"/>
                  </a:cubicBezTo>
                  <a:cubicBezTo>
                    <a:pt x="83" y="56"/>
                    <a:pt x="72" y="55"/>
                    <a:pt x="58" y="55"/>
                  </a:cubicBezTo>
                  <a:cubicBezTo>
                    <a:pt x="24" y="55"/>
                    <a:pt x="2" y="71"/>
                    <a:pt x="2" y="95"/>
                  </a:cubicBezTo>
                  <a:cubicBezTo>
                    <a:pt x="2" y="112"/>
                    <a:pt x="13" y="122"/>
                    <a:pt x="54" y="139"/>
                  </a:cubicBezTo>
                  <a:cubicBezTo>
                    <a:pt x="66" y="144"/>
                    <a:pt x="70" y="148"/>
                    <a:pt x="70" y="155"/>
                  </a:cubicBezTo>
                  <a:cubicBezTo>
                    <a:pt x="70" y="165"/>
                    <a:pt x="63" y="170"/>
                    <a:pt x="50" y="170"/>
                  </a:cubicBezTo>
                  <a:cubicBezTo>
                    <a:pt x="42" y="170"/>
                    <a:pt x="35" y="169"/>
                    <a:pt x="24" y="164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26" y="186"/>
                    <a:pt x="37" y="187"/>
                    <a:pt x="55" y="187"/>
                  </a:cubicBezTo>
                  <a:cubicBezTo>
                    <a:pt x="88" y="187"/>
                    <a:pt x="113" y="170"/>
                    <a:pt x="113" y="145"/>
                  </a:cubicBezTo>
                  <a:cubicBezTo>
                    <a:pt x="113" y="126"/>
                    <a:pt x="103" y="118"/>
                    <a:pt x="62" y="103"/>
                  </a:cubicBezTo>
                  <a:close/>
                  <a:moveTo>
                    <a:pt x="1048" y="32"/>
                  </a:moveTo>
                  <a:cubicBezTo>
                    <a:pt x="1056" y="32"/>
                    <a:pt x="1060" y="39"/>
                    <a:pt x="1060" y="46"/>
                  </a:cubicBezTo>
                  <a:cubicBezTo>
                    <a:pt x="1060" y="56"/>
                    <a:pt x="1053" y="62"/>
                    <a:pt x="1043" y="68"/>
                  </a:cubicBezTo>
                  <a:cubicBezTo>
                    <a:pt x="1038" y="61"/>
                    <a:pt x="1034" y="55"/>
                    <a:pt x="1034" y="47"/>
                  </a:cubicBezTo>
                  <a:cubicBezTo>
                    <a:pt x="1034" y="38"/>
                    <a:pt x="1040" y="32"/>
                    <a:pt x="1048" y="32"/>
                  </a:cubicBezTo>
                  <a:close/>
                  <a:moveTo>
                    <a:pt x="536" y="62"/>
                  </a:moveTo>
                  <a:cubicBezTo>
                    <a:pt x="536" y="26"/>
                    <a:pt x="536" y="26"/>
                    <a:pt x="536" y="26"/>
                  </a:cubicBezTo>
                  <a:cubicBezTo>
                    <a:pt x="513" y="26"/>
                    <a:pt x="513" y="26"/>
                    <a:pt x="513" y="26"/>
                  </a:cubicBezTo>
                  <a:cubicBezTo>
                    <a:pt x="497" y="55"/>
                    <a:pt x="497" y="55"/>
                    <a:pt x="497" y="55"/>
                  </a:cubicBezTo>
                  <a:cubicBezTo>
                    <a:pt x="476" y="69"/>
                    <a:pt x="476" y="69"/>
                    <a:pt x="476" y="69"/>
                  </a:cubicBezTo>
                  <a:cubicBezTo>
                    <a:pt x="476" y="80"/>
                    <a:pt x="476" y="80"/>
                    <a:pt x="476" y="80"/>
                  </a:cubicBezTo>
                  <a:cubicBezTo>
                    <a:pt x="494" y="80"/>
                    <a:pt x="494" y="80"/>
                    <a:pt x="494" y="80"/>
                  </a:cubicBezTo>
                  <a:cubicBezTo>
                    <a:pt x="494" y="156"/>
                    <a:pt x="494" y="156"/>
                    <a:pt x="494" y="156"/>
                  </a:cubicBezTo>
                  <a:cubicBezTo>
                    <a:pt x="494" y="176"/>
                    <a:pt x="505" y="186"/>
                    <a:pt x="528" y="186"/>
                  </a:cubicBezTo>
                  <a:cubicBezTo>
                    <a:pt x="541" y="186"/>
                    <a:pt x="552" y="184"/>
                    <a:pt x="572" y="175"/>
                  </a:cubicBezTo>
                  <a:cubicBezTo>
                    <a:pt x="572" y="161"/>
                    <a:pt x="572" y="161"/>
                    <a:pt x="572" y="161"/>
                  </a:cubicBezTo>
                  <a:cubicBezTo>
                    <a:pt x="572" y="161"/>
                    <a:pt x="565" y="162"/>
                    <a:pt x="559" y="162"/>
                  </a:cubicBezTo>
                  <a:cubicBezTo>
                    <a:pt x="542" y="162"/>
                    <a:pt x="536" y="157"/>
                    <a:pt x="536" y="140"/>
                  </a:cubicBezTo>
                  <a:cubicBezTo>
                    <a:pt x="536" y="80"/>
                    <a:pt x="536" y="80"/>
                    <a:pt x="536" y="80"/>
                  </a:cubicBezTo>
                  <a:cubicBezTo>
                    <a:pt x="572" y="80"/>
                    <a:pt x="572" y="80"/>
                    <a:pt x="572" y="80"/>
                  </a:cubicBezTo>
                  <a:cubicBezTo>
                    <a:pt x="572" y="62"/>
                    <a:pt x="572" y="62"/>
                    <a:pt x="572" y="62"/>
                  </a:cubicBezTo>
                  <a:lnTo>
                    <a:pt x="536" y="62"/>
                  </a:lnTo>
                  <a:close/>
                  <a:moveTo>
                    <a:pt x="178" y="62"/>
                  </a:moveTo>
                  <a:cubicBezTo>
                    <a:pt x="178" y="26"/>
                    <a:pt x="178" y="26"/>
                    <a:pt x="178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7" y="80"/>
                    <a:pt x="117" y="80"/>
                    <a:pt x="117" y="80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156"/>
                    <a:pt x="135" y="156"/>
                    <a:pt x="135" y="156"/>
                  </a:cubicBezTo>
                  <a:cubicBezTo>
                    <a:pt x="135" y="176"/>
                    <a:pt x="147" y="186"/>
                    <a:pt x="169" y="186"/>
                  </a:cubicBezTo>
                  <a:cubicBezTo>
                    <a:pt x="183" y="186"/>
                    <a:pt x="194" y="184"/>
                    <a:pt x="213" y="175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07" y="162"/>
                    <a:pt x="201" y="162"/>
                  </a:cubicBezTo>
                  <a:cubicBezTo>
                    <a:pt x="184" y="162"/>
                    <a:pt x="178" y="157"/>
                    <a:pt x="178" y="14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3" y="62"/>
                    <a:pt x="213" y="62"/>
                    <a:pt x="213" y="62"/>
                  </a:cubicBezTo>
                  <a:lnTo>
                    <a:pt x="178" y="62"/>
                  </a:lnTo>
                  <a:close/>
                  <a:moveTo>
                    <a:pt x="1107" y="149"/>
                  </a:moveTo>
                  <a:cubicBezTo>
                    <a:pt x="1129" y="131"/>
                    <a:pt x="1129" y="131"/>
                    <a:pt x="1129" y="131"/>
                  </a:cubicBezTo>
                  <a:cubicBezTo>
                    <a:pt x="1129" y="89"/>
                    <a:pt x="1129" y="89"/>
                    <a:pt x="1129" y="89"/>
                  </a:cubicBezTo>
                  <a:cubicBezTo>
                    <a:pt x="1087" y="124"/>
                    <a:pt x="1087" y="124"/>
                    <a:pt x="1087" y="124"/>
                  </a:cubicBezTo>
                  <a:cubicBezTo>
                    <a:pt x="1061" y="91"/>
                    <a:pt x="1061" y="91"/>
                    <a:pt x="1061" y="91"/>
                  </a:cubicBezTo>
                  <a:cubicBezTo>
                    <a:pt x="1078" y="80"/>
                    <a:pt x="1093" y="68"/>
                    <a:pt x="1093" y="44"/>
                  </a:cubicBezTo>
                  <a:cubicBezTo>
                    <a:pt x="1093" y="19"/>
                    <a:pt x="1075" y="0"/>
                    <a:pt x="1048" y="0"/>
                  </a:cubicBezTo>
                  <a:cubicBezTo>
                    <a:pt x="1022" y="0"/>
                    <a:pt x="1000" y="19"/>
                    <a:pt x="1000" y="47"/>
                  </a:cubicBezTo>
                  <a:cubicBezTo>
                    <a:pt x="1000" y="64"/>
                    <a:pt x="1007" y="75"/>
                    <a:pt x="1015" y="84"/>
                  </a:cubicBezTo>
                  <a:cubicBezTo>
                    <a:pt x="997" y="95"/>
                    <a:pt x="981" y="109"/>
                    <a:pt x="981" y="135"/>
                  </a:cubicBezTo>
                  <a:cubicBezTo>
                    <a:pt x="981" y="164"/>
                    <a:pt x="1002" y="187"/>
                    <a:pt x="1038" y="187"/>
                  </a:cubicBezTo>
                  <a:cubicBezTo>
                    <a:pt x="1059" y="187"/>
                    <a:pt x="1071" y="179"/>
                    <a:pt x="1080" y="171"/>
                  </a:cubicBezTo>
                  <a:cubicBezTo>
                    <a:pt x="1091" y="184"/>
                    <a:pt x="1091" y="184"/>
                    <a:pt x="1091" y="184"/>
                  </a:cubicBezTo>
                  <a:cubicBezTo>
                    <a:pt x="1134" y="184"/>
                    <a:pt x="1134" y="184"/>
                    <a:pt x="1134" y="184"/>
                  </a:cubicBezTo>
                  <a:lnTo>
                    <a:pt x="1107" y="1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42912" y="1734669"/>
            <a:ext cx="5473701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2"/>
          </p:nvPr>
        </p:nvSpPr>
        <p:spPr>
          <a:xfrm>
            <a:off x="442912" y="1963270"/>
            <a:ext cx="11306175" cy="42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eorgia"/>
              <a:buAutoNum type="arabicPeriod"/>
              <a:defRPr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Burgundy">
  <p:cSld name="Agenda - Burgundy">
    <p:bg>
      <p:bgPr>
        <a:solidFill>
          <a:srgbClr val="A3202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442912" y="1734669"/>
            <a:ext cx="5473701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2"/>
          </p:nvPr>
        </p:nvSpPr>
        <p:spPr>
          <a:xfrm>
            <a:off x="442912" y="1963270"/>
            <a:ext cx="11306175" cy="42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AutoNum type="arabicPeriod"/>
              <a:defRPr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Black">
  <p:cSld name="Agenda - Black">
    <p:bg>
      <p:bgPr>
        <a:solidFill>
          <a:srgbClr val="0000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42912" y="1734669"/>
            <a:ext cx="5473701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>
            <a:spLocks noGrp="1"/>
          </p:cNvSpPr>
          <p:nvPr>
            <p:ph type="body" idx="2"/>
          </p:nvPr>
        </p:nvSpPr>
        <p:spPr>
          <a:xfrm>
            <a:off x="442912" y="1963270"/>
            <a:ext cx="11306175" cy="42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AutoNum type="arabicPeriod"/>
              <a:defRPr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One Colum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body" idx="2"/>
          </p:nvPr>
        </p:nvSpPr>
        <p:spPr>
          <a:xfrm>
            <a:off x="438912" y="1733550"/>
            <a:ext cx="9543288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body" idx="2"/>
          </p:nvPr>
        </p:nvSpPr>
        <p:spPr>
          <a:xfrm>
            <a:off x="438912" y="1733550"/>
            <a:ext cx="5477256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body" idx="3"/>
          </p:nvPr>
        </p:nvSpPr>
        <p:spPr>
          <a:xfrm>
            <a:off x="6272784" y="1733550"/>
            <a:ext cx="5477256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1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- Case Study">
  <p:cSld name="Three Columns - Case Stud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2"/>
          </p:nvPr>
        </p:nvSpPr>
        <p:spPr>
          <a:xfrm>
            <a:off x="442913" y="1733550"/>
            <a:ext cx="352958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body" idx="3"/>
          </p:nvPr>
        </p:nvSpPr>
        <p:spPr>
          <a:xfrm>
            <a:off x="4332288" y="1733550"/>
            <a:ext cx="352958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body" idx="4"/>
          </p:nvPr>
        </p:nvSpPr>
        <p:spPr>
          <a:xfrm>
            <a:off x="8220076" y="1733550"/>
            <a:ext cx="352958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body" idx="5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2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Three Columns - White">
  <p:cSld name="Text and Three Columns - White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3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3"/>
          <p:cNvSpPr txBox="1">
            <a:spLocks noGrp="1"/>
          </p:cNvSpPr>
          <p:nvPr>
            <p:ph type="body" idx="2"/>
          </p:nvPr>
        </p:nvSpPr>
        <p:spPr>
          <a:xfrm>
            <a:off x="438912" y="1733550"/>
            <a:ext cx="7422960" cy="151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442913" y="3429000"/>
            <a:ext cx="3529584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 txBox="1">
            <a:spLocks noGrp="1"/>
          </p:cNvSpPr>
          <p:nvPr>
            <p:ph type="body" idx="3"/>
          </p:nvPr>
        </p:nvSpPr>
        <p:spPr>
          <a:xfrm>
            <a:off x="442913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4332288" y="3429000"/>
            <a:ext cx="3529584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 txBox="1">
            <a:spLocks noGrp="1"/>
          </p:cNvSpPr>
          <p:nvPr>
            <p:ph type="body" idx="4"/>
          </p:nvPr>
        </p:nvSpPr>
        <p:spPr>
          <a:xfrm>
            <a:off x="4332288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8220076" y="3429000"/>
            <a:ext cx="3529584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 txBox="1">
            <a:spLocks noGrp="1"/>
          </p:cNvSpPr>
          <p:nvPr>
            <p:ph type="body" idx="5"/>
          </p:nvPr>
        </p:nvSpPr>
        <p:spPr>
          <a:xfrm>
            <a:off x="8220076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Three Columns - Black">
  <p:cSld name="Text and Three Columns - Black">
    <p:bg>
      <p:bgPr>
        <a:solidFill>
          <a:schemeClr val="dk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4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1800"/>
              <a:buNone/>
              <a:defRPr sz="1800" b="1">
                <a:solidFill>
                  <a:srgbClr val="DB536A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4"/>
          <p:cNvSpPr txBox="1">
            <a:spLocks noGrp="1"/>
          </p:cNvSpPr>
          <p:nvPr>
            <p:ph type="body" idx="2"/>
          </p:nvPr>
        </p:nvSpPr>
        <p:spPr>
          <a:xfrm>
            <a:off x="438912" y="1733550"/>
            <a:ext cx="7422960" cy="151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442913" y="3429000"/>
            <a:ext cx="3529584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3"/>
          </p:nvPr>
        </p:nvSpPr>
        <p:spPr>
          <a:xfrm>
            <a:off x="442913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4332288" y="3429000"/>
            <a:ext cx="3529584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 txBox="1">
            <a:spLocks noGrp="1"/>
          </p:cNvSpPr>
          <p:nvPr>
            <p:ph type="body" idx="4"/>
          </p:nvPr>
        </p:nvSpPr>
        <p:spPr>
          <a:xfrm>
            <a:off x="4332288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8220076" y="3429000"/>
            <a:ext cx="3529584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8220076" y="3707362"/>
            <a:ext cx="3529584" cy="25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4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4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Four Columns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2"/>
          </p:nvPr>
        </p:nvSpPr>
        <p:spPr>
          <a:xfrm>
            <a:off x="442913" y="1733550"/>
            <a:ext cx="2560320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3"/>
          </p:nvPr>
        </p:nvSpPr>
        <p:spPr>
          <a:xfrm>
            <a:off x="3360613" y="1733550"/>
            <a:ext cx="2560320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4"/>
          </p:nvPr>
        </p:nvSpPr>
        <p:spPr>
          <a:xfrm>
            <a:off x="6275388" y="1733550"/>
            <a:ext cx="2560320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25"/>
          <p:cNvSpPr txBox="1">
            <a:spLocks noGrp="1"/>
          </p:cNvSpPr>
          <p:nvPr>
            <p:ph type="body" idx="5"/>
          </p:nvPr>
        </p:nvSpPr>
        <p:spPr>
          <a:xfrm>
            <a:off x="9190163" y="1733550"/>
            <a:ext cx="2560320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74" name="Google Shape;274;p25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lumns">
  <p:cSld name="Five Columns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2"/>
          </p:nvPr>
        </p:nvSpPr>
        <p:spPr>
          <a:xfrm>
            <a:off x="442912" y="1733550"/>
            <a:ext cx="1995487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3"/>
          </p:nvPr>
        </p:nvSpPr>
        <p:spPr>
          <a:xfrm>
            <a:off x="2777045" y="1733550"/>
            <a:ext cx="197510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4"/>
          </p:nvPr>
        </p:nvSpPr>
        <p:spPr>
          <a:xfrm>
            <a:off x="5111177" y="1733550"/>
            <a:ext cx="197510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body" idx="5"/>
          </p:nvPr>
        </p:nvSpPr>
        <p:spPr>
          <a:xfrm>
            <a:off x="7445309" y="1733550"/>
            <a:ext cx="197510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body" idx="6"/>
          </p:nvPr>
        </p:nvSpPr>
        <p:spPr>
          <a:xfrm>
            <a:off x="9779443" y="1733550"/>
            <a:ext cx="197510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6"/>
          <p:cNvSpPr txBox="1">
            <a:spLocks noGrp="1"/>
          </p:cNvSpPr>
          <p:nvPr>
            <p:ph type="body" idx="7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87" name="Google Shape;287;p26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6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Left">
  <p:cSld name="Sidebar Lef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2"/>
          </p:nvPr>
        </p:nvSpPr>
        <p:spPr>
          <a:xfrm>
            <a:off x="442912" y="1733550"/>
            <a:ext cx="3529585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3"/>
          </p:nvPr>
        </p:nvSpPr>
        <p:spPr>
          <a:xfrm>
            <a:off x="4327525" y="1733550"/>
            <a:ext cx="7421563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27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7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Right">
  <p:cSld name="Sidebar Righ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2"/>
          </p:nvPr>
        </p:nvSpPr>
        <p:spPr>
          <a:xfrm>
            <a:off x="442912" y="1733550"/>
            <a:ext cx="7418387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3"/>
          </p:nvPr>
        </p:nvSpPr>
        <p:spPr>
          <a:xfrm>
            <a:off x="8219504" y="1733550"/>
            <a:ext cx="3529584" cy="448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Photo">
  <p:cSld name="Sidebar Photo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>
            <a:spLocks noGrp="1"/>
          </p:cNvSpPr>
          <p:nvPr>
            <p:ph type="pic" idx="2"/>
          </p:nvPr>
        </p:nvSpPr>
        <p:spPr>
          <a:xfrm>
            <a:off x="8218488" y="0"/>
            <a:ext cx="3973512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13" name="Google Shape;313;p29"/>
          <p:cNvSpPr txBox="1">
            <a:spLocks noGrp="1"/>
          </p:cNvSpPr>
          <p:nvPr>
            <p:ph type="title"/>
          </p:nvPr>
        </p:nvSpPr>
        <p:spPr>
          <a:xfrm>
            <a:off x="442914" y="384048"/>
            <a:ext cx="741838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subTitle" idx="1"/>
          </p:nvPr>
        </p:nvSpPr>
        <p:spPr>
          <a:xfrm>
            <a:off x="442914" y="1276212"/>
            <a:ext cx="7418386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9"/>
          <p:cNvSpPr txBox="1">
            <a:spLocks noGrp="1"/>
          </p:cNvSpPr>
          <p:nvPr>
            <p:ph type="body" idx="3"/>
          </p:nvPr>
        </p:nvSpPr>
        <p:spPr>
          <a:xfrm>
            <a:off x="438911" y="1733550"/>
            <a:ext cx="7422389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9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5428996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Whit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23" name="Google Shape;323;p30"/>
          <p:cNvSpPr/>
          <p:nvPr/>
        </p:nvSpPr>
        <p:spPr>
          <a:xfrm>
            <a:off x="442913" y="377825"/>
            <a:ext cx="572385" cy="457200"/>
          </a:xfrm>
          <a:custGeom>
            <a:avLst/>
            <a:gdLst/>
            <a:ahLst/>
            <a:cxnLst/>
            <a:rect l="l" t="t" r="r" b="b"/>
            <a:pathLst>
              <a:path w="515" h="418" extrusionOk="0">
                <a:moveTo>
                  <a:pt x="515" y="46"/>
                </a:moveTo>
                <a:lnTo>
                  <a:pt x="515" y="46"/>
                </a:lnTo>
                <a:cubicBezTo>
                  <a:pt x="491" y="60"/>
                  <a:pt x="471" y="72"/>
                  <a:pt x="456" y="82"/>
                </a:cubicBezTo>
                <a:cubicBezTo>
                  <a:pt x="441" y="92"/>
                  <a:pt x="426" y="105"/>
                  <a:pt x="411" y="121"/>
                </a:cubicBezTo>
                <a:cubicBezTo>
                  <a:pt x="396" y="137"/>
                  <a:pt x="384" y="154"/>
                  <a:pt x="377" y="170"/>
                </a:cubicBezTo>
                <a:cubicBezTo>
                  <a:pt x="369" y="187"/>
                  <a:pt x="364" y="209"/>
                  <a:pt x="361" y="236"/>
                </a:cubicBezTo>
                <a:lnTo>
                  <a:pt x="398" y="236"/>
                </a:lnTo>
                <a:cubicBezTo>
                  <a:pt x="430" y="236"/>
                  <a:pt x="455" y="243"/>
                  <a:pt x="474" y="259"/>
                </a:cubicBezTo>
                <a:cubicBezTo>
                  <a:pt x="492" y="275"/>
                  <a:pt x="501" y="298"/>
                  <a:pt x="501" y="328"/>
                </a:cubicBezTo>
                <a:cubicBezTo>
                  <a:pt x="501" y="350"/>
                  <a:pt x="493" y="370"/>
                  <a:pt x="477" y="389"/>
                </a:cubicBezTo>
                <a:cubicBezTo>
                  <a:pt x="460" y="408"/>
                  <a:pt x="438" y="418"/>
                  <a:pt x="410" y="418"/>
                </a:cubicBezTo>
                <a:cubicBezTo>
                  <a:pt x="365" y="418"/>
                  <a:pt x="334" y="403"/>
                  <a:pt x="315" y="374"/>
                </a:cubicBezTo>
                <a:cubicBezTo>
                  <a:pt x="295" y="345"/>
                  <a:pt x="286" y="306"/>
                  <a:pt x="286" y="259"/>
                </a:cubicBezTo>
                <a:cubicBezTo>
                  <a:pt x="286" y="226"/>
                  <a:pt x="293" y="195"/>
                  <a:pt x="308" y="168"/>
                </a:cubicBezTo>
                <a:cubicBezTo>
                  <a:pt x="322" y="140"/>
                  <a:pt x="340" y="115"/>
                  <a:pt x="360" y="94"/>
                </a:cubicBezTo>
                <a:cubicBezTo>
                  <a:pt x="381" y="72"/>
                  <a:pt x="404" y="53"/>
                  <a:pt x="428" y="37"/>
                </a:cubicBezTo>
                <a:cubicBezTo>
                  <a:pt x="451" y="22"/>
                  <a:pt x="471" y="9"/>
                  <a:pt x="487" y="0"/>
                </a:cubicBezTo>
                <a:lnTo>
                  <a:pt x="515" y="46"/>
                </a:lnTo>
                <a:close/>
                <a:moveTo>
                  <a:pt x="229" y="46"/>
                </a:moveTo>
                <a:lnTo>
                  <a:pt x="229" y="46"/>
                </a:lnTo>
                <a:cubicBezTo>
                  <a:pt x="204" y="60"/>
                  <a:pt x="185" y="72"/>
                  <a:pt x="170" y="82"/>
                </a:cubicBezTo>
                <a:cubicBezTo>
                  <a:pt x="155" y="92"/>
                  <a:pt x="140" y="105"/>
                  <a:pt x="124" y="121"/>
                </a:cubicBezTo>
                <a:cubicBezTo>
                  <a:pt x="110" y="137"/>
                  <a:pt x="99" y="153"/>
                  <a:pt x="91" y="170"/>
                </a:cubicBezTo>
                <a:cubicBezTo>
                  <a:pt x="83" y="187"/>
                  <a:pt x="78" y="209"/>
                  <a:pt x="75" y="236"/>
                </a:cubicBezTo>
                <a:lnTo>
                  <a:pt x="112" y="236"/>
                </a:lnTo>
                <a:cubicBezTo>
                  <a:pt x="144" y="236"/>
                  <a:pt x="169" y="243"/>
                  <a:pt x="187" y="259"/>
                </a:cubicBezTo>
                <a:cubicBezTo>
                  <a:pt x="206" y="275"/>
                  <a:pt x="215" y="298"/>
                  <a:pt x="215" y="328"/>
                </a:cubicBezTo>
                <a:cubicBezTo>
                  <a:pt x="215" y="350"/>
                  <a:pt x="207" y="370"/>
                  <a:pt x="190" y="389"/>
                </a:cubicBezTo>
                <a:cubicBezTo>
                  <a:pt x="174" y="408"/>
                  <a:pt x="152" y="418"/>
                  <a:pt x="123" y="418"/>
                </a:cubicBezTo>
                <a:cubicBezTo>
                  <a:pt x="79" y="418"/>
                  <a:pt x="47" y="403"/>
                  <a:pt x="28" y="374"/>
                </a:cubicBezTo>
                <a:cubicBezTo>
                  <a:pt x="9" y="345"/>
                  <a:pt x="0" y="306"/>
                  <a:pt x="0" y="259"/>
                </a:cubicBezTo>
                <a:cubicBezTo>
                  <a:pt x="0" y="226"/>
                  <a:pt x="7" y="195"/>
                  <a:pt x="21" y="168"/>
                </a:cubicBezTo>
                <a:cubicBezTo>
                  <a:pt x="36" y="140"/>
                  <a:pt x="53" y="115"/>
                  <a:pt x="74" y="94"/>
                </a:cubicBezTo>
                <a:cubicBezTo>
                  <a:pt x="95" y="72"/>
                  <a:pt x="117" y="53"/>
                  <a:pt x="141" y="37"/>
                </a:cubicBezTo>
                <a:cubicBezTo>
                  <a:pt x="165" y="22"/>
                  <a:pt x="185" y="9"/>
                  <a:pt x="201" y="0"/>
                </a:cubicBezTo>
                <a:lnTo>
                  <a:pt x="229" y="46"/>
                </a:ln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title"/>
          </p:nvPr>
        </p:nvSpPr>
        <p:spPr>
          <a:xfrm>
            <a:off x="442913" y="1143000"/>
            <a:ext cx="54737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3600"/>
              <a:buFont typeface="Georgia"/>
              <a:buNone/>
              <a:defRPr sz="3600">
                <a:solidFill>
                  <a:srgbClr val="7D7D7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42912" y="5212080"/>
            <a:ext cx="5473701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 txBox="1">
            <a:spLocks noGrp="1"/>
          </p:cNvSpPr>
          <p:nvPr>
            <p:ph type="subTitle" idx="1"/>
          </p:nvPr>
        </p:nvSpPr>
        <p:spPr>
          <a:xfrm>
            <a:off x="442913" y="5486400"/>
            <a:ext cx="54737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30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0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3484309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0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Black">
  <p:cSld name="Quote - Black"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/>
          <p:nvPr/>
        </p:nvSpPr>
        <p:spPr>
          <a:xfrm>
            <a:off x="442913" y="377825"/>
            <a:ext cx="572385" cy="457200"/>
          </a:xfrm>
          <a:custGeom>
            <a:avLst/>
            <a:gdLst/>
            <a:ahLst/>
            <a:cxnLst/>
            <a:rect l="l" t="t" r="r" b="b"/>
            <a:pathLst>
              <a:path w="515" h="418" extrusionOk="0">
                <a:moveTo>
                  <a:pt x="515" y="46"/>
                </a:moveTo>
                <a:lnTo>
                  <a:pt x="515" y="46"/>
                </a:lnTo>
                <a:cubicBezTo>
                  <a:pt x="491" y="60"/>
                  <a:pt x="471" y="72"/>
                  <a:pt x="456" y="82"/>
                </a:cubicBezTo>
                <a:cubicBezTo>
                  <a:pt x="441" y="92"/>
                  <a:pt x="426" y="105"/>
                  <a:pt x="411" y="121"/>
                </a:cubicBezTo>
                <a:cubicBezTo>
                  <a:pt x="396" y="137"/>
                  <a:pt x="384" y="154"/>
                  <a:pt x="377" y="170"/>
                </a:cubicBezTo>
                <a:cubicBezTo>
                  <a:pt x="369" y="187"/>
                  <a:pt x="364" y="209"/>
                  <a:pt x="361" y="236"/>
                </a:cubicBezTo>
                <a:lnTo>
                  <a:pt x="398" y="236"/>
                </a:lnTo>
                <a:cubicBezTo>
                  <a:pt x="430" y="236"/>
                  <a:pt x="455" y="243"/>
                  <a:pt x="474" y="259"/>
                </a:cubicBezTo>
                <a:cubicBezTo>
                  <a:pt x="492" y="275"/>
                  <a:pt x="501" y="298"/>
                  <a:pt x="501" y="328"/>
                </a:cubicBezTo>
                <a:cubicBezTo>
                  <a:pt x="501" y="350"/>
                  <a:pt x="493" y="370"/>
                  <a:pt x="477" y="389"/>
                </a:cubicBezTo>
                <a:cubicBezTo>
                  <a:pt x="460" y="408"/>
                  <a:pt x="438" y="418"/>
                  <a:pt x="410" y="418"/>
                </a:cubicBezTo>
                <a:cubicBezTo>
                  <a:pt x="365" y="418"/>
                  <a:pt x="334" y="403"/>
                  <a:pt x="315" y="374"/>
                </a:cubicBezTo>
                <a:cubicBezTo>
                  <a:pt x="295" y="345"/>
                  <a:pt x="286" y="306"/>
                  <a:pt x="286" y="259"/>
                </a:cubicBezTo>
                <a:cubicBezTo>
                  <a:pt x="286" y="226"/>
                  <a:pt x="293" y="195"/>
                  <a:pt x="308" y="168"/>
                </a:cubicBezTo>
                <a:cubicBezTo>
                  <a:pt x="322" y="140"/>
                  <a:pt x="340" y="115"/>
                  <a:pt x="360" y="94"/>
                </a:cubicBezTo>
                <a:cubicBezTo>
                  <a:pt x="381" y="72"/>
                  <a:pt x="404" y="53"/>
                  <a:pt x="428" y="37"/>
                </a:cubicBezTo>
                <a:cubicBezTo>
                  <a:pt x="451" y="22"/>
                  <a:pt x="471" y="9"/>
                  <a:pt x="487" y="0"/>
                </a:cubicBezTo>
                <a:lnTo>
                  <a:pt x="515" y="46"/>
                </a:lnTo>
                <a:close/>
                <a:moveTo>
                  <a:pt x="229" y="46"/>
                </a:moveTo>
                <a:lnTo>
                  <a:pt x="229" y="46"/>
                </a:lnTo>
                <a:cubicBezTo>
                  <a:pt x="204" y="60"/>
                  <a:pt x="185" y="72"/>
                  <a:pt x="170" y="82"/>
                </a:cubicBezTo>
                <a:cubicBezTo>
                  <a:pt x="155" y="92"/>
                  <a:pt x="140" y="105"/>
                  <a:pt x="124" y="121"/>
                </a:cubicBezTo>
                <a:cubicBezTo>
                  <a:pt x="110" y="137"/>
                  <a:pt x="99" y="153"/>
                  <a:pt x="91" y="170"/>
                </a:cubicBezTo>
                <a:cubicBezTo>
                  <a:pt x="83" y="187"/>
                  <a:pt x="78" y="209"/>
                  <a:pt x="75" y="236"/>
                </a:cubicBezTo>
                <a:lnTo>
                  <a:pt x="112" y="236"/>
                </a:lnTo>
                <a:cubicBezTo>
                  <a:pt x="144" y="236"/>
                  <a:pt x="169" y="243"/>
                  <a:pt x="187" y="259"/>
                </a:cubicBezTo>
                <a:cubicBezTo>
                  <a:pt x="206" y="275"/>
                  <a:pt x="215" y="298"/>
                  <a:pt x="215" y="328"/>
                </a:cubicBezTo>
                <a:cubicBezTo>
                  <a:pt x="215" y="350"/>
                  <a:pt x="207" y="370"/>
                  <a:pt x="190" y="389"/>
                </a:cubicBezTo>
                <a:cubicBezTo>
                  <a:pt x="174" y="408"/>
                  <a:pt x="152" y="418"/>
                  <a:pt x="123" y="418"/>
                </a:cubicBezTo>
                <a:cubicBezTo>
                  <a:pt x="79" y="418"/>
                  <a:pt x="47" y="403"/>
                  <a:pt x="28" y="374"/>
                </a:cubicBezTo>
                <a:cubicBezTo>
                  <a:pt x="9" y="345"/>
                  <a:pt x="0" y="306"/>
                  <a:pt x="0" y="259"/>
                </a:cubicBezTo>
                <a:cubicBezTo>
                  <a:pt x="0" y="226"/>
                  <a:pt x="7" y="195"/>
                  <a:pt x="21" y="168"/>
                </a:cubicBezTo>
                <a:cubicBezTo>
                  <a:pt x="36" y="140"/>
                  <a:pt x="53" y="115"/>
                  <a:pt x="74" y="94"/>
                </a:cubicBezTo>
                <a:cubicBezTo>
                  <a:pt x="95" y="72"/>
                  <a:pt x="117" y="53"/>
                  <a:pt x="141" y="37"/>
                </a:cubicBezTo>
                <a:cubicBezTo>
                  <a:pt x="165" y="22"/>
                  <a:pt x="185" y="9"/>
                  <a:pt x="201" y="0"/>
                </a:cubicBezTo>
                <a:lnTo>
                  <a:pt x="229" y="4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442913" y="1143000"/>
            <a:ext cx="54737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442912" y="5212080"/>
            <a:ext cx="5473701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 txBox="1">
            <a:spLocks noGrp="1"/>
          </p:cNvSpPr>
          <p:nvPr>
            <p:ph type="subTitle" idx="1"/>
          </p:nvPr>
        </p:nvSpPr>
        <p:spPr>
          <a:xfrm>
            <a:off x="442913" y="5486400"/>
            <a:ext cx="54737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1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2"/>
          </p:nvPr>
        </p:nvSpPr>
        <p:spPr>
          <a:xfrm>
            <a:off x="2432304" y="6355077"/>
            <a:ext cx="3484309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D7D7D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, Title and Text - White">
  <p:cSld name="Image, Title and Text - White">
    <p:bg>
      <p:bgPr>
        <a:solidFill>
          <a:schemeClr val="l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32"/>
          <p:cNvSpPr txBox="1">
            <a:spLocks noGrp="1"/>
          </p:cNvSpPr>
          <p:nvPr>
            <p:ph type="body" idx="1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46" name="Google Shape;346;p32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32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02336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50" name="Google Shape;350;p32"/>
          <p:cNvSpPr/>
          <p:nvPr/>
        </p:nvSpPr>
        <p:spPr>
          <a:xfrm>
            <a:off x="-1" y="4023360"/>
            <a:ext cx="12191999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2"/>
          <p:cNvSpPr txBox="1">
            <a:spLocks noGrp="1"/>
          </p:cNvSpPr>
          <p:nvPr>
            <p:ph type="title"/>
          </p:nvPr>
        </p:nvSpPr>
        <p:spPr>
          <a:xfrm>
            <a:off x="442914" y="4391607"/>
            <a:ext cx="5473700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32"/>
          <p:cNvSpPr txBox="1">
            <a:spLocks noGrp="1"/>
          </p:cNvSpPr>
          <p:nvPr>
            <p:ph type="body" idx="3"/>
          </p:nvPr>
        </p:nvSpPr>
        <p:spPr>
          <a:xfrm>
            <a:off x="6275388" y="4391024"/>
            <a:ext cx="5473698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, Title and Text - Black">
  <p:cSld name="Image, Title and Text - Black">
    <p:bg>
      <p:bgPr>
        <a:solidFill>
          <a:schemeClr val="dk1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3"/>
          <p:cNvSpPr txBox="1">
            <a:spLocks noGrp="1"/>
          </p:cNvSpPr>
          <p:nvPr>
            <p:ph type="body" idx="1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56" name="Google Shape;356;p3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02336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60" name="Google Shape;360;p33"/>
          <p:cNvSpPr/>
          <p:nvPr/>
        </p:nvSpPr>
        <p:spPr>
          <a:xfrm>
            <a:off x="-1" y="4023360"/>
            <a:ext cx="12191999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 txBox="1">
            <a:spLocks noGrp="1"/>
          </p:cNvSpPr>
          <p:nvPr>
            <p:ph type="title"/>
          </p:nvPr>
        </p:nvSpPr>
        <p:spPr>
          <a:xfrm>
            <a:off x="442914" y="4391607"/>
            <a:ext cx="5473700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33"/>
          <p:cNvSpPr txBox="1">
            <a:spLocks noGrp="1"/>
          </p:cNvSpPr>
          <p:nvPr>
            <p:ph type="body" idx="3"/>
          </p:nvPr>
        </p:nvSpPr>
        <p:spPr>
          <a:xfrm>
            <a:off x="6275388" y="4391024"/>
            <a:ext cx="5473698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Three Columns">
  <p:cSld name="Image and Three Columns"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4"/>
          <p:cNvSpPr txBox="1">
            <a:spLocks noGrp="1"/>
          </p:cNvSpPr>
          <p:nvPr>
            <p:ph type="body" idx="1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34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rgbClr val="7D7D7D"/>
          </a:solidFill>
          <a:ln>
            <a:noFill/>
          </a:ln>
        </p:spPr>
      </p:sp>
      <p:sp>
        <p:nvSpPr>
          <p:cNvPr id="370" name="Google Shape;370;p34"/>
          <p:cNvSpPr/>
          <p:nvPr/>
        </p:nvSpPr>
        <p:spPr>
          <a:xfrm>
            <a:off x="-1" y="2743200"/>
            <a:ext cx="12191999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 txBox="1">
            <a:spLocks noGrp="1"/>
          </p:cNvSpPr>
          <p:nvPr>
            <p:ph type="title"/>
          </p:nvPr>
        </p:nvSpPr>
        <p:spPr>
          <a:xfrm>
            <a:off x="442913" y="39039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4"/>
          <p:cNvSpPr txBox="1">
            <a:spLocks noGrp="1"/>
          </p:cNvSpPr>
          <p:nvPr>
            <p:ph type="body" idx="3"/>
          </p:nvPr>
        </p:nvSpPr>
        <p:spPr>
          <a:xfrm>
            <a:off x="442913" y="3063240"/>
            <a:ext cx="3529012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body" idx="4"/>
          </p:nvPr>
        </p:nvSpPr>
        <p:spPr>
          <a:xfrm>
            <a:off x="4332286" y="3063240"/>
            <a:ext cx="3529013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34"/>
          <p:cNvSpPr txBox="1">
            <a:spLocks noGrp="1"/>
          </p:cNvSpPr>
          <p:nvPr>
            <p:ph type="body" idx="5"/>
          </p:nvPr>
        </p:nvSpPr>
        <p:spPr>
          <a:xfrm>
            <a:off x="8220073" y="3063240"/>
            <a:ext cx="3529013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and Text">
  <p:cSld name="Three Images and Text"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35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35"/>
          <p:cNvSpPr>
            <a:spLocks noGrp="1"/>
          </p:cNvSpPr>
          <p:nvPr>
            <p:ph type="pic" idx="2"/>
          </p:nvPr>
        </p:nvSpPr>
        <p:spPr>
          <a:xfrm>
            <a:off x="442911" y="1733550"/>
            <a:ext cx="352958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79" name="Google Shape;379;p35"/>
          <p:cNvSpPr/>
          <p:nvPr/>
        </p:nvSpPr>
        <p:spPr>
          <a:xfrm>
            <a:off x="443160" y="3562350"/>
            <a:ext cx="352876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5"/>
          <p:cNvSpPr txBox="1">
            <a:spLocks noGrp="1"/>
          </p:cNvSpPr>
          <p:nvPr>
            <p:ph type="body" idx="3"/>
          </p:nvPr>
        </p:nvSpPr>
        <p:spPr>
          <a:xfrm>
            <a:off x="442913" y="3840480"/>
            <a:ext cx="3528764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35"/>
          <p:cNvSpPr>
            <a:spLocks noGrp="1"/>
          </p:cNvSpPr>
          <p:nvPr>
            <p:ph type="pic" idx="4"/>
          </p:nvPr>
        </p:nvSpPr>
        <p:spPr>
          <a:xfrm>
            <a:off x="4331494" y="1733550"/>
            <a:ext cx="3529013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82" name="Google Shape;382;p35"/>
          <p:cNvSpPr/>
          <p:nvPr/>
        </p:nvSpPr>
        <p:spPr>
          <a:xfrm>
            <a:off x="4331494" y="3562350"/>
            <a:ext cx="352876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5"/>
          <p:cNvSpPr txBox="1">
            <a:spLocks noGrp="1"/>
          </p:cNvSpPr>
          <p:nvPr>
            <p:ph type="body" idx="5"/>
          </p:nvPr>
        </p:nvSpPr>
        <p:spPr>
          <a:xfrm>
            <a:off x="4331743" y="3840480"/>
            <a:ext cx="3528764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35"/>
          <p:cNvSpPr>
            <a:spLocks noGrp="1"/>
          </p:cNvSpPr>
          <p:nvPr>
            <p:ph type="pic" idx="6"/>
          </p:nvPr>
        </p:nvSpPr>
        <p:spPr>
          <a:xfrm>
            <a:off x="8220075" y="1733550"/>
            <a:ext cx="3529013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85" name="Google Shape;385;p35"/>
          <p:cNvSpPr/>
          <p:nvPr/>
        </p:nvSpPr>
        <p:spPr>
          <a:xfrm>
            <a:off x="8220323" y="3562350"/>
            <a:ext cx="352876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5"/>
          <p:cNvSpPr txBox="1">
            <a:spLocks noGrp="1"/>
          </p:cNvSpPr>
          <p:nvPr>
            <p:ph type="body" idx="7"/>
          </p:nvPr>
        </p:nvSpPr>
        <p:spPr>
          <a:xfrm>
            <a:off x="8220324" y="3840480"/>
            <a:ext cx="3528764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7" name="Google Shape;387;p35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8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mages and Text">
  <p:cSld name="Five Images and Text">
    <p:bg>
      <p:bgPr>
        <a:solidFill>
          <a:schemeClr val="lt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36"/>
          <p:cNvSpPr>
            <a:spLocks noGrp="1"/>
          </p:cNvSpPr>
          <p:nvPr>
            <p:ph type="pic" idx="2"/>
          </p:nvPr>
        </p:nvSpPr>
        <p:spPr>
          <a:xfrm>
            <a:off x="442913" y="1733550"/>
            <a:ext cx="197510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95" name="Google Shape;395;p36"/>
          <p:cNvSpPr/>
          <p:nvPr/>
        </p:nvSpPr>
        <p:spPr>
          <a:xfrm>
            <a:off x="442913" y="3562350"/>
            <a:ext cx="197485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6"/>
          <p:cNvSpPr txBox="1">
            <a:spLocks noGrp="1"/>
          </p:cNvSpPr>
          <p:nvPr>
            <p:ph type="body" idx="3"/>
          </p:nvPr>
        </p:nvSpPr>
        <p:spPr>
          <a:xfrm>
            <a:off x="442914" y="3836669"/>
            <a:ext cx="1974854" cy="237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7" name="Google Shape;397;p36"/>
          <p:cNvSpPr>
            <a:spLocks noGrp="1"/>
          </p:cNvSpPr>
          <p:nvPr>
            <p:ph type="pic" idx="4"/>
          </p:nvPr>
        </p:nvSpPr>
        <p:spPr>
          <a:xfrm>
            <a:off x="2777045" y="1733550"/>
            <a:ext cx="197510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398" name="Google Shape;398;p36"/>
          <p:cNvSpPr/>
          <p:nvPr/>
        </p:nvSpPr>
        <p:spPr>
          <a:xfrm>
            <a:off x="2777045" y="3562350"/>
            <a:ext cx="197485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 txBox="1">
            <a:spLocks noGrp="1"/>
          </p:cNvSpPr>
          <p:nvPr>
            <p:ph type="body" idx="5"/>
          </p:nvPr>
        </p:nvSpPr>
        <p:spPr>
          <a:xfrm>
            <a:off x="2777045" y="3838575"/>
            <a:ext cx="1975104" cy="237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0" name="Google Shape;400;p36"/>
          <p:cNvSpPr>
            <a:spLocks noGrp="1"/>
          </p:cNvSpPr>
          <p:nvPr>
            <p:ph type="pic" idx="6"/>
          </p:nvPr>
        </p:nvSpPr>
        <p:spPr>
          <a:xfrm>
            <a:off x="5111177" y="1733550"/>
            <a:ext cx="197510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401" name="Google Shape;401;p36"/>
          <p:cNvSpPr/>
          <p:nvPr/>
        </p:nvSpPr>
        <p:spPr>
          <a:xfrm>
            <a:off x="5111177" y="3562350"/>
            <a:ext cx="197485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 txBox="1">
            <a:spLocks noGrp="1"/>
          </p:cNvSpPr>
          <p:nvPr>
            <p:ph type="body" idx="7"/>
          </p:nvPr>
        </p:nvSpPr>
        <p:spPr>
          <a:xfrm>
            <a:off x="5111177" y="3838575"/>
            <a:ext cx="1975104" cy="237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3" name="Google Shape;403;p36"/>
          <p:cNvSpPr>
            <a:spLocks noGrp="1"/>
          </p:cNvSpPr>
          <p:nvPr>
            <p:ph type="pic" idx="8"/>
          </p:nvPr>
        </p:nvSpPr>
        <p:spPr>
          <a:xfrm>
            <a:off x="7445309" y="1733550"/>
            <a:ext cx="197510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404" name="Google Shape;404;p36"/>
          <p:cNvSpPr/>
          <p:nvPr/>
        </p:nvSpPr>
        <p:spPr>
          <a:xfrm>
            <a:off x="7445309" y="3562350"/>
            <a:ext cx="197485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>
            <a:spLocks noGrp="1"/>
          </p:cNvSpPr>
          <p:nvPr>
            <p:ph type="body" idx="9"/>
          </p:nvPr>
        </p:nvSpPr>
        <p:spPr>
          <a:xfrm>
            <a:off x="7445309" y="3838575"/>
            <a:ext cx="1975104" cy="237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6" name="Google Shape;406;p36"/>
          <p:cNvSpPr>
            <a:spLocks noGrp="1"/>
          </p:cNvSpPr>
          <p:nvPr>
            <p:ph type="pic" idx="13"/>
          </p:nvPr>
        </p:nvSpPr>
        <p:spPr>
          <a:xfrm>
            <a:off x="9779443" y="1733550"/>
            <a:ext cx="1975104" cy="18288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407" name="Google Shape;407;p36"/>
          <p:cNvSpPr/>
          <p:nvPr/>
        </p:nvSpPr>
        <p:spPr>
          <a:xfrm>
            <a:off x="9779443" y="3562350"/>
            <a:ext cx="197485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 txBox="1">
            <a:spLocks noGrp="1"/>
          </p:cNvSpPr>
          <p:nvPr>
            <p:ph type="body" idx="14"/>
          </p:nvPr>
        </p:nvSpPr>
        <p:spPr>
          <a:xfrm>
            <a:off x="9779443" y="3838575"/>
            <a:ext cx="1975104" cy="237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9" name="Google Shape;409;p36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36"/>
          <p:cNvSpPr txBox="1">
            <a:spLocks noGrp="1"/>
          </p:cNvSpPr>
          <p:nvPr>
            <p:ph type="body" idx="15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411" name="Google Shape;411;p36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36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36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 and Chart">
  <p:cSld name="Infographic and Chart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7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37"/>
          <p:cNvSpPr/>
          <p:nvPr/>
        </p:nvSpPr>
        <p:spPr>
          <a:xfrm>
            <a:off x="0" y="1733550"/>
            <a:ext cx="3971925" cy="4483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7"/>
          <p:cNvSpPr txBox="1">
            <a:spLocks noGrp="1"/>
          </p:cNvSpPr>
          <p:nvPr>
            <p:ph type="body" idx="2"/>
          </p:nvPr>
        </p:nvSpPr>
        <p:spPr>
          <a:xfrm>
            <a:off x="442913" y="1917290"/>
            <a:ext cx="3328985" cy="411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37"/>
          <p:cNvSpPr>
            <a:spLocks noGrp="1"/>
          </p:cNvSpPr>
          <p:nvPr>
            <p:ph type="chart" idx="3"/>
          </p:nvPr>
        </p:nvSpPr>
        <p:spPr>
          <a:xfrm>
            <a:off x="4327525" y="1733550"/>
            <a:ext cx="7421563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1" name="Google Shape;421;p37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423" name="Google Shape;423;p37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37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Numbers">
  <p:cSld name="Four Big Numbers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38"/>
          <p:cNvSpPr txBox="1">
            <a:spLocks noGrp="1"/>
          </p:cNvSpPr>
          <p:nvPr>
            <p:ph type="body" idx="2"/>
          </p:nvPr>
        </p:nvSpPr>
        <p:spPr>
          <a:xfrm>
            <a:off x="442912" y="1733549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9600"/>
              <a:buFont typeface="Arial"/>
              <a:buNone/>
              <a:defRPr sz="9600" b="1">
                <a:solidFill>
                  <a:srgbClr val="A32020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38"/>
          <p:cNvSpPr txBox="1">
            <a:spLocks noGrp="1"/>
          </p:cNvSpPr>
          <p:nvPr>
            <p:ph type="body" idx="3"/>
          </p:nvPr>
        </p:nvSpPr>
        <p:spPr>
          <a:xfrm>
            <a:off x="442912" y="2833166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38"/>
          <p:cNvSpPr txBox="1">
            <a:spLocks noGrp="1"/>
          </p:cNvSpPr>
          <p:nvPr>
            <p:ph type="body" idx="4"/>
          </p:nvPr>
        </p:nvSpPr>
        <p:spPr>
          <a:xfrm>
            <a:off x="2028825" y="1733550"/>
            <a:ext cx="3886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38"/>
          <p:cNvSpPr txBox="1">
            <a:spLocks noGrp="1"/>
          </p:cNvSpPr>
          <p:nvPr>
            <p:ph type="body" idx="5"/>
          </p:nvPr>
        </p:nvSpPr>
        <p:spPr>
          <a:xfrm>
            <a:off x="6275388" y="173355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B536A"/>
              </a:buClr>
              <a:buSzPts val="9600"/>
              <a:buFont typeface="Arial"/>
              <a:buNone/>
              <a:defRPr sz="9600" b="1">
                <a:solidFill>
                  <a:srgbClr val="DB536A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8"/>
          <p:cNvSpPr txBox="1">
            <a:spLocks noGrp="1"/>
          </p:cNvSpPr>
          <p:nvPr>
            <p:ph type="body" idx="6"/>
          </p:nvPr>
        </p:nvSpPr>
        <p:spPr>
          <a:xfrm>
            <a:off x="6275388" y="2833167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38"/>
          <p:cNvSpPr txBox="1">
            <a:spLocks noGrp="1"/>
          </p:cNvSpPr>
          <p:nvPr>
            <p:ph type="body" idx="7"/>
          </p:nvPr>
        </p:nvSpPr>
        <p:spPr>
          <a:xfrm>
            <a:off x="7861301" y="1733550"/>
            <a:ext cx="388778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38"/>
          <p:cNvSpPr txBox="1">
            <a:spLocks noGrp="1"/>
          </p:cNvSpPr>
          <p:nvPr>
            <p:ph type="body" idx="8"/>
          </p:nvPr>
        </p:nvSpPr>
        <p:spPr>
          <a:xfrm>
            <a:off x="442912" y="4158181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38"/>
          <p:cNvSpPr txBox="1">
            <a:spLocks noGrp="1"/>
          </p:cNvSpPr>
          <p:nvPr>
            <p:ph type="body" idx="9"/>
          </p:nvPr>
        </p:nvSpPr>
        <p:spPr>
          <a:xfrm>
            <a:off x="442912" y="5256530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38"/>
          <p:cNvSpPr txBox="1">
            <a:spLocks noGrp="1"/>
          </p:cNvSpPr>
          <p:nvPr>
            <p:ph type="body" idx="13"/>
          </p:nvPr>
        </p:nvSpPr>
        <p:spPr>
          <a:xfrm>
            <a:off x="2028823" y="4158181"/>
            <a:ext cx="3887789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38"/>
          <p:cNvSpPr txBox="1">
            <a:spLocks noGrp="1"/>
          </p:cNvSpPr>
          <p:nvPr>
            <p:ph type="body" idx="14"/>
          </p:nvPr>
        </p:nvSpPr>
        <p:spPr>
          <a:xfrm>
            <a:off x="6275387" y="4156705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9600"/>
              <a:buFont typeface="Arial"/>
              <a:buNone/>
              <a:defRPr sz="9600" b="1">
                <a:solidFill>
                  <a:srgbClr val="464646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38"/>
          <p:cNvSpPr txBox="1">
            <a:spLocks noGrp="1"/>
          </p:cNvSpPr>
          <p:nvPr>
            <p:ph type="body" idx="15"/>
          </p:nvPr>
        </p:nvSpPr>
        <p:spPr>
          <a:xfrm>
            <a:off x="6275390" y="5349240"/>
            <a:ext cx="1463040" cy="86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9" name="Google Shape;439;p38"/>
          <p:cNvSpPr txBox="1">
            <a:spLocks noGrp="1"/>
          </p:cNvSpPr>
          <p:nvPr>
            <p:ph type="body" idx="16"/>
          </p:nvPr>
        </p:nvSpPr>
        <p:spPr>
          <a:xfrm>
            <a:off x="7861301" y="4158180"/>
            <a:ext cx="3887786" cy="205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0" name="Google Shape;440;p38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8"/>
          <p:cNvSpPr txBox="1">
            <a:spLocks noGrp="1"/>
          </p:cNvSpPr>
          <p:nvPr>
            <p:ph type="body" idx="17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442" name="Google Shape;442;p38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38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olour Blocks">
  <p:cSld name="Four Big Colour Block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39"/>
          <p:cNvSpPr/>
          <p:nvPr/>
        </p:nvSpPr>
        <p:spPr>
          <a:xfrm>
            <a:off x="442912" y="1733550"/>
            <a:ext cx="5653088" cy="224028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9"/>
          <p:cNvSpPr txBox="1">
            <a:spLocks noGrp="1"/>
          </p:cNvSpPr>
          <p:nvPr>
            <p:ph type="body" idx="2"/>
          </p:nvPr>
        </p:nvSpPr>
        <p:spPr>
          <a:xfrm>
            <a:off x="804672" y="2011679"/>
            <a:ext cx="162763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39"/>
          <p:cNvSpPr txBox="1">
            <a:spLocks noGrp="1"/>
          </p:cNvSpPr>
          <p:nvPr>
            <p:ph type="body" idx="3"/>
          </p:nvPr>
        </p:nvSpPr>
        <p:spPr>
          <a:xfrm>
            <a:off x="804672" y="2739508"/>
            <a:ext cx="1627632" cy="104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2" name="Google Shape;452;p39"/>
          <p:cNvSpPr txBox="1">
            <a:spLocks noGrp="1"/>
          </p:cNvSpPr>
          <p:nvPr>
            <p:ph type="body" idx="4"/>
          </p:nvPr>
        </p:nvSpPr>
        <p:spPr>
          <a:xfrm>
            <a:off x="2565403" y="2739509"/>
            <a:ext cx="3351210" cy="104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39"/>
          <p:cNvSpPr/>
          <p:nvPr/>
        </p:nvSpPr>
        <p:spPr>
          <a:xfrm>
            <a:off x="6096000" y="1733550"/>
            <a:ext cx="5653087" cy="224028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9"/>
          <p:cNvSpPr txBox="1">
            <a:spLocks noGrp="1"/>
          </p:cNvSpPr>
          <p:nvPr>
            <p:ph type="body" idx="5"/>
          </p:nvPr>
        </p:nvSpPr>
        <p:spPr>
          <a:xfrm>
            <a:off x="6457759" y="2011679"/>
            <a:ext cx="1627632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5" name="Google Shape;455;p39"/>
          <p:cNvSpPr txBox="1">
            <a:spLocks noGrp="1"/>
          </p:cNvSpPr>
          <p:nvPr>
            <p:ph type="body" idx="6"/>
          </p:nvPr>
        </p:nvSpPr>
        <p:spPr>
          <a:xfrm>
            <a:off x="6457759" y="2739508"/>
            <a:ext cx="1627632" cy="104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39"/>
          <p:cNvSpPr txBox="1">
            <a:spLocks noGrp="1"/>
          </p:cNvSpPr>
          <p:nvPr>
            <p:ph type="body" idx="7"/>
          </p:nvPr>
        </p:nvSpPr>
        <p:spPr>
          <a:xfrm>
            <a:off x="8218489" y="2739509"/>
            <a:ext cx="3351211" cy="104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442912" y="3973830"/>
            <a:ext cx="5653088" cy="22428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9"/>
          <p:cNvSpPr txBox="1">
            <a:spLocks noGrp="1"/>
          </p:cNvSpPr>
          <p:nvPr>
            <p:ph type="body" idx="8"/>
          </p:nvPr>
        </p:nvSpPr>
        <p:spPr>
          <a:xfrm>
            <a:off x="804672" y="4251959"/>
            <a:ext cx="1627632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39"/>
          <p:cNvSpPr txBox="1">
            <a:spLocks noGrp="1"/>
          </p:cNvSpPr>
          <p:nvPr>
            <p:ph type="body" idx="9"/>
          </p:nvPr>
        </p:nvSpPr>
        <p:spPr>
          <a:xfrm>
            <a:off x="804672" y="4979788"/>
            <a:ext cx="1627632" cy="104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39"/>
          <p:cNvSpPr txBox="1">
            <a:spLocks noGrp="1"/>
          </p:cNvSpPr>
          <p:nvPr>
            <p:ph type="body" idx="13"/>
          </p:nvPr>
        </p:nvSpPr>
        <p:spPr>
          <a:xfrm>
            <a:off x="2565403" y="4979789"/>
            <a:ext cx="3351209" cy="104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1" name="Google Shape;461;p39"/>
          <p:cNvSpPr/>
          <p:nvPr/>
        </p:nvSpPr>
        <p:spPr>
          <a:xfrm>
            <a:off x="6096000" y="3973830"/>
            <a:ext cx="5653086" cy="224282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9"/>
          <p:cNvSpPr txBox="1">
            <a:spLocks noGrp="1"/>
          </p:cNvSpPr>
          <p:nvPr>
            <p:ph type="body" idx="14"/>
          </p:nvPr>
        </p:nvSpPr>
        <p:spPr>
          <a:xfrm>
            <a:off x="6457759" y="4251959"/>
            <a:ext cx="1627631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9"/>
          <p:cNvSpPr txBox="1">
            <a:spLocks noGrp="1"/>
          </p:cNvSpPr>
          <p:nvPr>
            <p:ph type="body" idx="15"/>
          </p:nvPr>
        </p:nvSpPr>
        <p:spPr>
          <a:xfrm>
            <a:off x="6457759" y="4979788"/>
            <a:ext cx="1627631" cy="104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4" name="Google Shape;464;p39"/>
          <p:cNvSpPr txBox="1">
            <a:spLocks noGrp="1"/>
          </p:cNvSpPr>
          <p:nvPr>
            <p:ph type="body" idx="16"/>
          </p:nvPr>
        </p:nvSpPr>
        <p:spPr>
          <a:xfrm>
            <a:off x="8218489" y="4979789"/>
            <a:ext cx="3351212" cy="104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39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39"/>
          <p:cNvSpPr txBox="1">
            <a:spLocks noGrp="1"/>
          </p:cNvSpPr>
          <p:nvPr>
            <p:ph type="body" idx="17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467" name="Google Shape;467;p39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9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39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mall Colour Blocks">
  <p:cSld name="Four Small Colour Blocks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0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40"/>
          <p:cNvSpPr/>
          <p:nvPr/>
        </p:nvSpPr>
        <p:spPr>
          <a:xfrm>
            <a:off x="442912" y="1733550"/>
            <a:ext cx="2058414" cy="2059736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0"/>
          <p:cNvSpPr txBox="1">
            <a:spLocks noGrp="1"/>
          </p:cNvSpPr>
          <p:nvPr>
            <p:ph type="body" idx="2"/>
          </p:nvPr>
        </p:nvSpPr>
        <p:spPr>
          <a:xfrm>
            <a:off x="621792" y="2011679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5" name="Google Shape;475;p40"/>
          <p:cNvSpPr txBox="1">
            <a:spLocks noGrp="1"/>
          </p:cNvSpPr>
          <p:nvPr>
            <p:ph type="body" idx="3"/>
          </p:nvPr>
        </p:nvSpPr>
        <p:spPr>
          <a:xfrm>
            <a:off x="622300" y="2743198"/>
            <a:ext cx="16911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40"/>
          <p:cNvSpPr txBox="1">
            <a:spLocks noGrp="1"/>
          </p:cNvSpPr>
          <p:nvPr>
            <p:ph type="body" idx="4"/>
          </p:nvPr>
        </p:nvSpPr>
        <p:spPr>
          <a:xfrm>
            <a:off x="2725355" y="1733549"/>
            <a:ext cx="3191257" cy="205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6275389" y="1733550"/>
            <a:ext cx="2057400" cy="205740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0"/>
          <p:cNvSpPr txBox="1">
            <a:spLocks noGrp="1"/>
          </p:cNvSpPr>
          <p:nvPr>
            <p:ph type="body" idx="5"/>
          </p:nvPr>
        </p:nvSpPr>
        <p:spPr>
          <a:xfrm>
            <a:off x="6455664" y="2011679"/>
            <a:ext cx="1691640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40"/>
          <p:cNvSpPr txBox="1">
            <a:spLocks noGrp="1"/>
          </p:cNvSpPr>
          <p:nvPr>
            <p:ph type="body" idx="6"/>
          </p:nvPr>
        </p:nvSpPr>
        <p:spPr>
          <a:xfrm>
            <a:off x="6455664" y="2743199"/>
            <a:ext cx="16916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40"/>
          <p:cNvSpPr txBox="1">
            <a:spLocks noGrp="1"/>
          </p:cNvSpPr>
          <p:nvPr>
            <p:ph type="body" idx="7"/>
          </p:nvPr>
        </p:nvSpPr>
        <p:spPr>
          <a:xfrm>
            <a:off x="8557830" y="1733550"/>
            <a:ext cx="319125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442912" y="4159044"/>
            <a:ext cx="2058414" cy="205760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0"/>
          <p:cNvSpPr txBox="1">
            <a:spLocks noGrp="1"/>
          </p:cNvSpPr>
          <p:nvPr>
            <p:ph type="body" idx="8"/>
          </p:nvPr>
        </p:nvSpPr>
        <p:spPr>
          <a:xfrm>
            <a:off x="622300" y="4434840"/>
            <a:ext cx="1691132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40"/>
          <p:cNvSpPr txBox="1">
            <a:spLocks noGrp="1"/>
          </p:cNvSpPr>
          <p:nvPr>
            <p:ph type="body" idx="9"/>
          </p:nvPr>
        </p:nvSpPr>
        <p:spPr>
          <a:xfrm>
            <a:off x="622299" y="5166360"/>
            <a:ext cx="1691131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40"/>
          <p:cNvSpPr txBox="1">
            <a:spLocks noGrp="1"/>
          </p:cNvSpPr>
          <p:nvPr>
            <p:ph type="body" idx="13"/>
          </p:nvPr>
        </p:nvSpPr>
        <p:spPr>
          <a:xfrm>
            <a:off x="2725357" y="4158181"/>
            <a:ext cx="319125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40"/>
          <p:cNvSpPr/>
          <p:nvPr/>
        </p:nvSpPr>
        <p:spPr>
          <a:xfrm>
            <a:off x="6275389" y="4159249"/>
            <a:ext cx="2057400" cy="20574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0"/>
          <p:cNvSpPr txBox="1">
            <a:spLocks noGrp="1"/>
          </p:cNvSpPr>
          <p:nvPr>
            <p:ph type="body" idx="14"/>
          </p:nvPr>
        </p:nvSpPr>
        <p:spPr>
          <a:xfrm>
            <a:off x="6455664" y="4434840"/>
            <a:ext cx="1691640" cy="59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40"/>
          <p:cNvSpPr txBox="1">
            <a:spLocks noGrp="1"/>
          </p:cNvSpPr>
          <p:nvPr>
            <p:ph type="body" idx="15"/>
          </p:nvPr>
        </p:nvSpPr>
        <p:spPr>
          <a:xfrm>
            <a:off x="6455664" y="5166361"/>
            <a:ext cx="16916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40"/>
          <p:cNvSpPr txBox="1">
            <a:spLocks noGrp="1"/>
          </p:cNvSpPr>
          <p:nvPr>
            <p:ph type="body" idx="16"/>
          </p:nvPr>
        </p:nvSpPr>
        <p:spPr>
          <a:xfrm>
            <a:off x="8557830" y="4158180"/>
            <a:ext cx="3191256" cy="205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40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40"/>
          <p:cNvSpPr txBox="1">
            <a:spLocks noGrp="1"/>
          </p:cNvSpPr>
          <p:nvPr>
            <p:ph type="body" idx="17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491" name="Google Shape;491;p40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40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s">
  <p:cSld name="Logos">
    <p:bg>
      <p:bgPr>
        <a:solidFill>
          <a:schemeClr val="lt1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1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41"/>
          <p:cNvSpPr txBox="1">
            <a:spLocks noGrp="1"/>
          </p:cNvSpPr>
          <p:nvPr>
            <p:ph type="body" idx="2"/>
          </p:nvPr>
        </p:nvSpPr>
        <p:spPr>
          <a:xfrm>
            <a:off x="442912" y="1733550"/>
            <a:ext cx="11306173" cy="50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41"/>
          <p:cNvSpPr>
            <a:spLocks noGrp="1"/>
          </p:cNvSpPr>
          <p:nvPr>
            <p:ph type="pic" idx="3"/>
          </p:nvPr>
        </p:nvSpPr>
        <p:spPr>
          <a:xfrm>
            <a:off x="442913" y="2386584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1"/>
          <p:cNvSpPr>
            <a:spLocks noGrp="1"/>
          </p:cNvSpPr>
          <p:nvPr>
            <p:ph type="pic" idx="4"/>
          </p:nvPr>
        </p:nvSpPr>
        <p:spPr>
          <a:xfrm>
            <a:off x="2775681" y="2386584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41"/>
          <p:cNvSpPr>
            <a:spLocks noGrp="1"/>
          </p:cNvSpPr>
          <p:nvPr>
            <p:ph type="pic" idx="5"/>
          </p:nvPr>
        </p:nvSpPr>
        <p:spPr>
          <a:xfrm>
            <a:off x="5108449" y="2386584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41"/>
          <p:cNvSpPr>
            <a:spLocks noGrp="1"/>
          </p:cNvSpPr>
          <p:nvPr>
            <p:ph type="pic" idx="6"/>
          </p:nvPr>
        </p:nvSpPr>
        <p:spPr>
          <a:xfrm>
            <a:off x="7441217" y="2386584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41"/>
          <p:cNvSpPr>
            <a:spLocks noGrp="1"/>
          </p:cNvSpPr>
          <p:nvPr>
            <p:ph type="pic" idx="7"/>
          </p:nvPr>
        </p:nvSpPr>
        <p:spPr>
          <a:xfrm>
            <a:off x="9773984" y="2386584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41"/>
          <p:cNvSpPr>
            <a:spLocks noGrp="1"/>
          </p:cNvSpPr>
          <p:nvPr>
            <p:ph type="pic" idx="8"/>
          </p:nvPr>
        </p:nvSpPr>
        <p:spPr>
          <a:xfrm>
            <a:off x="442913" y="3721608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41"/>
          <p:cNvSpPr>
            <a:spLocks noGrp="1"/>
          </p:cNvSpPr>
          <p:nvPr>
            <p:ph type="pic" idx="9"/>
          </p:nvPr>
        </p:nvSpPr>
        <p:spPr>
          <a:xfrm>
            <a:off x="2775681" y="3721608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41"/>
          <p:cNvSpPr>
            <a:spLocks noGrp="1"/>
          </p:cNvSpPr>
          <p:nvPr>
            <p:ph type="pic" idx="13"/>
          </p:nvPr>
        </p:nvSpPr>
        <p:spPr>
          <a:xfrm>
            <a:off x="5108449" y="3721608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41"/>
          <p:cNvSpPr>
            <a:spLocks noGrp="1"/>
          </p:cNvSpPr>
          <p:nvPr>
            <p:ph type="pic" idx="14"/>
          </p:nvPr>
        </p:nvSpPr>
        <p:spPr>
          <a:xfrm>
            <a:off x="7441217" y="3721608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41"/>
          <p:cNvSpPr>
            <a:spLocks noGrp="1"/>
          </p:cNvSpPr>
          <p:nvPr>
            <p:ph type="pic" idx="15"/>
          </p:nvPr>
        </p:nvSpPr>
        <p:spPr>
          <a:xfrm>
            <a:off x="9773984" y="3721608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41"/>
          <p:cNvSpPr>
            <a:spLocks noGrp="1"/>
          </p:cNvSpPr>
          <p:nvPr>
            <p:ph type="pic" idx="16"/>
          </p:nvPr>
        </p:nvSpPr>
        <p:spPr>
          <a:xfrm>
            <a:off x="442913" y="5073650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1"/>
          <p:cNvSpPr>
            <a:spLocks noGrp="1"/>
          </p:cNvSpPr>
          <p:nvPr>
            <p:ph type="pic" idx="17"/>
          </p:nvPr>
        </p:nvSpPr>
        <p:spPr>
          <a:xfrm>
            <a:off x="2775681" y="5073650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41"/>
          <p:cNvSpPr>
            <a:spLocks noGrp="1"/>
          </p:cNvSpPr>
          <p:nvPr>
            <p:ph type="pic" idx="18"/>
          </p:nvPr>
        </p:nvSpPr>
        <p:spPr>
          <a:xfrm>
            <a:off x="5108449" y="5073650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41"/>
          <p:cNvSpPr>
            <a:spLocks noGrp="1"/>
          </p:cNvSpPr>
          <p:nvPr>
            <p:ph type="pic" idx="19"/>
          </p:nvPr>
        </p:nvSpPr>
        <p:spPr>
          <a:xfrm>
            <a:off x="7441217" y="5073650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41"/>
          <p:cNvSpPr>
            <a:spLocks noGrp="1"/>
          </p:cNvSpPr>
          <p:nvPr>
            <p:ph type="pic" idx="20"/>
          </p:nvPr>
        </p:nvSpPr>
        <p:spPr>
          <a:xfrm>
            <a:off x="9773984" y="5073650"/>
            <a:ext cx="1975104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41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41"/>
          <p:cNvSpPr txBox="1">
            <a:spLocks noGrp="1"/>
          </p:cNvSpPr>
          <p:nvPr>
            <p:ph type="body" idx="21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14" name="Google Shape;514;p4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4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41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Comparison - Lines">
  <p:cSld name="Logo Comparison - Lines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42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42"/>
          <p:cNvSpPr/>
          <p:nvPr/>
        </p:nvSpPr>
        <p:spPr>
          <a:xfrm>
            <a:off x="442912" y="2971800"/>
            <a:ext cx="5473701" cy="4572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2"/>
          <p:cNvSpPr txBox="1">
            <a:spLocks noGrp="1"/>
          </p:cNvSpPr>
          <p:nvPr>
            <p:ph type="body" idx="2"/>
          </p:nvPr>
        </p:nvSpPr>
        <p:spPr>
          <a:xfrm>
            <a:off x="438912" y="3154680"/>
            <a:ext cx="5477256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523" name="Google Shape;523;p42"/>
          <p:cNvSpPr/>
          <p:nvPr/>
        </p:nvSpPr>
        <p:spPr>
          <a:xfrm>
            <a:off x="6276339" y="2971800"/>
            <a:ext cx="5473701" cy="4572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2"/>
          <p:cNvSpPr txBox="1">
            <a:spLocks noGrp="1"/>
          </p:cNvSpPr>
          <p:nvPr>
            <p:ph type="body" idx="3"/>
          </p:nvPr>
        </p:nvSpPr>
        <p:spPr>
          <a:xfrm>
            <a:off x="6272784" y="3154677"/>
            <a:ext cx="5477256" cy="306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525" name="Google Shape;525;p42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42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27" name="Google Shape;527;p42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2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p42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Comparison - Boxes">
  <p:cSld name="Logo Comparison - Boxes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3"/>
          <p:cNvSpPr/>
          <p:nvPr/>
        </p:nvSpPr>
        <p:spPr>
          <a:xfrm>
            <a:off x="6271832" y="1733550"/>
            <a:ext cx="5477256" cy="44831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438911" y="1733550"/>
            <a:ext cx="5477255" cy="4483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3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43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5" name="Google Shape;535;p43"/>
          <p:cNvSpPr txBox="1">
            <a:spLocks noGrp="1"/>
          </p:cNvSpPr>
          <p:nvPr>
            <p:ph type="body" idx="2"/>
          </p:nvPr>
        </p:nvSpPr>
        <p:spPr>
          <a:xfrm>
            <a:off x="804672" y="3429001"/>
            <a:ext cx="4745736" cy="26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43"/>
          <p:cNvSpPr txBox="1">
            <a:spLocks noGrp="1"/>
          </p:cNvSpPr>
          <p:nvPr>
            <p:ph type="body" idx="3"/>
          </p:nvPr>
        </p:nvSpPr>
        <p:spPr>
          <a:xfrm>
            <a:off x="6636124" y="3429000"/>
            <a:ext cx="4745736" cy="260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7" name="Google Shape;537;p43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3"/>
          <p:cNvSpPr txBox="1">
            <a:spLocks noGrp="1"/>
          </p:cNvSpPr>
          <p:nvPr>
            <p:ph type="body" idx="4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39" name="Google Shape;539;p4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4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442912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988" y="349250"/>
            <a:ext cx="1828800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Side Image">
  <p:cSld name="Section Header - Side Image">
    <p:bg>
      <p:bgPr>
        <a:solidFill>
          <a:schemeClr val="dk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>
            <a:spLocks noGrp="1"/>
          </p:cNvSpPr>
          <p:nvPr>
            <p:ph type="body" idx="1"/>
          </p:nvPr>
        </p:nvSpPr>
        <p:spPr>
          <a:xfrm>
            <a:off x="6095870" y="0"/>
            <a:ext cx="6096129" cy="6858000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5" name="Google Shape;545;p44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D7D7D"/>
          </a:solidFill>
          <a:ln>
            <a:noFill/>
          </a:ln>
        </p:spPr>
      </p:sp>
      <p:sp>
        <p:nvSpPr>
          <p:cNvPr id="546" name="Google Shape;546;p44"/>
          <p:cNvSpPr txBox="1">
            <a:spLocks noGrp="1"/>
          </p:cNvSpPr>
          <p:nvPr>
            <p:ph type="body" idx="3"/>
          </p:nvPr>
        </p:nvSpPr>
        <p:spPr>
          <a:xfrm>
            <a:off x="442912" y="6519863"/>
            <a:ext cx="438912" cy="10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2pPr>
            <a:lvl3pPr marL="1371600" lvl="2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marL="1828800" lvl="3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7" name="Google Shape;547;p44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44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44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0" name="Google Shape;550;p44"/>
          <p:cNvSpPr txBox="1">
            <a:spLocks noGrp="1"/>
          </p:cNvSpPr>
          <p:nvPr>
            <p:ph type="body" idx="4"/>
          </p:nvPr>
        </p:nvSpPr>
        <p:spPr>
          <a:xfrm>
            <a:off x="442913" y="428625"/>
            <a:ext cx="5473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1" name="Google Shape;551;p44"/>
          <p:cNvSpPr txBox="1">
            <a:spLocks noGrp="1"/>
          </p:cNvSpPr>
          <p:nvPr>
            <p:ph type="title"/>
          </p:nvPr>
        </p:nvSpPr>
        <p:spPr>
          <a:xfrm>
            <a:off x="442913" y="1733550"/>
            <a:ext cx="5473700" cy="183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 b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44"/>
          <p:cNvSpPr/>
          <p:nvPr/>
        </p:nvSpPr>
        <p:spPr>
          <a:xfrm>
            <a:off x="442912" y="3749040"/>
            <a:ext cx="5473701" cy="914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body" idx="5"/>
          </p:nvPr>
        </p:nvSpPr>
        <p:spPr>
          <a:xfrm>
            <a:off x="442913" y="4023360"/>
            <a:ext cx="5473700" cy="219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 b="0"/>
            </a:lvl9pPr>
          </a:lstStyle>
          <a:p>
            <a:endParaRPr/>
          </a:p>
        </p:txBody>
      </p:sp>
      <p:sp>
        <p:nvSpPr>
          <p:cNvPr id="554" name="Google Shape;554;p44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3484309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>
            <a:spLocks noGrp="1"/>
          </p:cNvSpPr>
          <p:nvPr>
            <p:ph type="body" idx="1"/>
          </p:nvPr>
        </p:nvSpPr>
        <p:spPr>
          <a:xfrm>
            <a:off x="0" y="4047564"/>
            <a:ext cx="12192000" cy="2810435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7" name="Google Shape;557;p45"/>
          <p:cNvSpPr>
            <a:spLocks noGrp="1"/>
          </p:cNvSpPr>
          <p:nvPr>
            <p:ph type="pic" idx="2"/>
          </p:nvPr>
        </p:nvSpPr>
        <p:spPr>
          <a:xfrm>
            <a:off x="0" y="4114800"/>
            <a:ext cx="12192000" cy="2743199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558" name="Google Shape;558;p45"/>
          <p:cNvSpPr/>
          <p:nvPr/>
        </p:nvSpPr>
        <p:spPr>
          <a:xfrm>
            <a:off x="-1" y="4023360"/>
            <a:ext cx="12192000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5"/>
          <p:cNvSpPr txBox="1">
            <a:spLocks noGrp="1"/>
          </p:cNvSpPr>
          <p:nvPr>
            <p:ph type="body" idx="3"/>
          </p:nvPr>
        </p:nvSpPr>
        <p:spPr>
          <a:xfrm>
            <a:off x="442913" y="428625"/>
            <a:ext cx="5473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0" name="Google Shape;560;p45"/>
          <p:cNvSpPr txBox="1">
            <a:spLocks noGrp="1"/>
          </p:cNvSpPr>
          <p:nvPr>
            <p:ph type="title"/>
          </p:nvPr>
        </p:nvSpPr>
        <p:spPr>
          <a:xfrm>
            <a:off x="442912" y="777551"/>
            <a:ext cx="1130198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  <a:defRPr sz="4400" b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45"/>
          <p:cNvSpPr txBox="1">
            <a:spLocks noGrp="1"/>
          </p:cNvSpPr>
          <p:nvPr>
            <p:ph type="body" idx="4"/>
          </p:nvPr>
        </p:nvSpPr>
        <p:spPr>
          <a:xfrm>
            <a:off x="442913" y="2103120"/>
            <a:ext cx="54737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9pPr>
          </a:lstStyle>
          <a:p>
            <a:endParaRPr/>
          </a:p>
        </p:txBody>
      </p:sp>
      <p:sp>
        <p:nvSpPr>
          <p:cNvPr id="562" name="Google Shape;562;p45"/>
          <p:cNvSpPr txBox="1">
            <a:spLocks noGrp="1"/>
          </p:cNvSpPr>
          <p:nvPr>
            <p:ph type="body" idx="5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63" name="Google Shape;563;p45"/>
          <p:cNvSpPr txBox="1">
            <a:spLocks noGrp="1"/>
          </p:cNvSpPr>
          <p:nvPr>
            <p:ph type="body" idx="6"/>
          </p:nvPr>
        </p:nvSpPr>
        <p:spPr>
          <a:xfrm>
            <a:off x="442912" y="6519863"/>
            <a:ext cx="438912" cy="10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2pPr>
            <a:lvl3pPr marL="1371600" lvl="2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marL="1828800" lvl="3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4" name="Google Shape;564;p45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45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45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Full Image Light">
  <p:cSld name="Section Header - Full Image Light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9" name="Google Shape;569;p4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</p:sp>
      <p:sp>
        <p:nvSpPr>
          <p:cNvPr id="570" name="Google Shape;570;p46"/>
          <p:cNvSpPr txBox="1">
            <a:spLocks noGrp="1"/>
          </p:cNvSpPr>
          <p:nvPr>
            <p:ph type="body" idx="3"/>
          </p:nvPr>
        </p:nvSpPr>
        <p:spPr>
          <a:xfrm>
            <a:off x="442913" y="428625"/>
            <a:ext cx="5473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1" name="Google Shape;571;p46"/>
          <p:cNvSpPr txBox="1">
            <a:spLocks noGrp="1"/>
          </p:cNvSpPr>
          <p:nvPr>
            <p:ph type="title"/>
          </p:nvPr>
        </p:nvSpPr>
        <p:spPr>
          <a:xfrm>
            <a:off x="442913" y="1733550"/>
            <a:ext cx="5584825" cy="183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  <a:defRPr sz="4400" b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46"/>
          <p:cNvSpPr txBox="1">
            <a:spLocks noGrp="1"/>
          </p:cNvSpPr>
          <p:nvPr>
            <p:ph type="body" idx="4"/>
          </p:nvPr>
        </p:nvSpPr>
        <p:spPr>
          <a:xfrm>
            <a:off x="442913" y="3749040"/>
            <a:ext cx="5584825" cy="91440"/>
          </a:xfrm>
          <a:prstGeom prst="rect">
            <a:avLst/>
          </a:prstGeom>
          <a:solidFill>
            <a:srgbClr val="A320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020"/>
              </a:buClr>
              <a:buSzPts val="100"/>
              <a:buFont typeface="Arial"/>
              <a:buNone/>
              <a:defRPr sz="100" b="0">
                <a:solidFill>
                  <a:srgbClr val="A32020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5pPr>
            <a:lvl6pPr marL="274320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46"/>
          <p:cNvSpPr txBox="1">
            <a:spLocks noGrp="1"/>
          </p:cNvSpPr>
          <p:nvPr>
            <p:ph type="body" idx="5"/>
          </p:nvPr>
        </p:nvSpPr>
        <p:spPr>
          <a:xfrm>
            <a:off x="442913" y="4023360"/>
            <a:ext cx="5584825" cy="219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574" name="Google Shape;574;p46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75" name="Google Shape;575;p46"/>
          <p:cNvSpPr txBox="1">
            <a:spLocks noGrp="1"/>
          </p:cNvSpPr>
          <p:nvPr>
            <p:ph type="body" idx="7"/>
          </p:nvPr>
        </p:nvSpPr>
        <p:spPr>
          <a:xfrm>
            <a:off x="442912" y="6519863"/>
            <a:ext cx="438912" cy="10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2pPr>
            <a:lvl3pPr marL="1371600" lvl="2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marL="1828800" lvl="3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6" name="Google Shape;576;p46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46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46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Full Image Dark">
  <p:cSld name="Section Header - Full Image Dark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1" name="Google Shape;581;p4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D7D7D"/>
          </a:solidFill>
          <a:ln>
            <a:noFill/>
          </a:ln>
        </p:spPr>
      </p:sp>
      <p:sp>
        <p:nvSpPr>
          <p:cNvPr id="582" name="Google Shape;582;p47"/>
          <p:cNvSpPr txBox="1">
            <a:spLocks noGrp="1"/>
          </p:cNvSpPr>
          <p:nvPr>
            <p:ph type="body" idx="3"/>
          </p:nvPr>
        </p:nvSpPr>
        <p:spPr>
          <a:xfrm>
            <a:off x="442913" y="428625"/>
            <a:ext cx="5473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3" name="Google Shape;583;p47"/>
          <p:cNvSpPr txBox="1">
            <a:spLocks noGrp="1"/>
          </p:cNvSpPr>
          <p:nvPr>
            <p:ph type="title"/>
          </p:nvPr>
        </p:nvSpPr>
        <p:spPr>
          <a:xfrm>
            <a:off x="442913" y="1733550"/>
            <a:ext cx="5586984" cy="183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 b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47"/>
          <p:cNvSpPr txBox="1">
            <a:spLocks noGrp="1"/>
          </p:cNvSpPr>
          <p:nvPr>
            <p:ph type="body" idx="4"/>
          </p:nvPr>
        </p:nvSpPr>
        <p:spPr>
          <a:xfrm>
            <a:off x="442913" y="3749040"/>
            <a:ext cx="5586984" cy="91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Font typeface="Arial"/>
              <a:buNone/>
              <a:defRPr sz="100" b="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5pPr>
            <a:lvl6pPr marL="274320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sz="100"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5" name="Google Shape;585;p47"/>
          <p:cNvSpPr txBox="1">
            <a:spLocks noGrp="1"/>
          </p:cNvSpPr>
          <p:nvPr>
            <p:ph type="body" idx="5"/>
          </p:nvPr>
        </p:nvSpPr>
        <p:spPr>
          <a:xfrm>
            <a:off x="442913" y="4023360"/>
            <a:ext cx="5586984" cy="219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586" name="Google Shape;586;p47"/>
          <p:cNvSpPr txBox="1">
            <a:spLocks noGrp="1"/>
          </p:cNvSpPr>
          <p:nvPr>
            <p:ph type="body" idx="6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587" name="Google Shape;587;p47"/>
          <p:cNvSpPr txBox="1">
            <a:spLocks noGrp="1"/>
          </p:cNvSpPr>
          <p:nvPr>
            <p:ph type="body" idx="7"/>
          </p:nvPr>
        </p:nvSpPr>
        <p:spPr>
          <a:xfrm>
            <a:off x="442912" y="6519863"/>
            <a:ext cx="438912" cy="10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2pPr>
            <a:lvl3pPr marL="1371600" lvl="2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marL="1828800" lvl="3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8" name="Google Shape;588;p47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47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47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442913" y="1733549"/>
            <a:ext cx="11306175" cy="4484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42911" y="6355080"/>
            <a:ext cx="239275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/>
          <p:nvPr/>
        </p:nvSpPr>
        <p:spPr>
          <a:xfrm>
            <a:off x="442913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Strategy&amp;</a:t>
            </a:r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953">
          <p15:clr>
            <a:srgbClr val="F26B43"/>
          </p15:clr>
        </p15:guide>
        <p15:guide id="5" pos="3727">
          <p15:clr>
            <a:srgbClr val="F26B43"/>
          </p15:clr>
        </p15:guide>
        <p15:guide id="6" orient="horz" pos="3916">
          <p15:clr>
            <a:srgbClr val="F26B43"/>
          </p15:clr>
        </p15:guide>
        <p15:guide id="7" pos="2726">
          <p15:clr>
            <a:srgbClr val="F26B43"/>
          </p15:clr>
        </p15:guide>
        <p15:guide id="8" pos="2502">
          <p15:clr>
            <a:srgbClr val="F26B43"/>
          </p15:clr>
        </p15:guide>
        <p15:guide id="9" pos="4952">
          <p15:clr>
            <a:srgbClr val="F26B43"/>
          </p15:clr>
        </p15:guide>
        <p15:guide id="10" pos="5177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1092">
          <p15:clr>
            <a:srgbClr val="F26B43"/>
          </p15:clr>
        </p15:guide>
        <p15:guide id="13" orient="horz" pos="270">
          <p15:clr>
            <a:srgbClr val="F26B43"/>
          </p15:clr>
        </p15:guide>
        <p15:guide id="14" orient="horz" pos="9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/>
              <a:t>Sentence case statement with a Georgia font size 32 and limited to two lines maximum </a:t>
            </a:r>
            <a:endParaRPr/>
          </a:p>
        </p:txBody>
      </p:sp>
      <p:sp>
        <p:nvSpPr>
          <p:cNvPr id="597" name="Google Shape;597;p1"/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Sentence case with an Arial font size 18 in Burgundy color</a:t>
            </a:r>
            <a:endParaRPr/>
          </a:p>
        </p:txBody>
      </p:sp>
      <p:sp>
        <p:nvSpPr>
          <p:cNvPr id="598" name="Google Shape;598;p1"/>
          <p:cNvSpPr txBox="1">
            <a:spLocks noGrp="1"/>
          </p:cNvSpPr>
          <p:nvPr>
            <p:ph type="ftr" idx="11"/>
          </p:nvPr>
        </p:nvSpPr>
        <p:spPr>
          <a:xfrm>
            <a:off x="442911" y="6355080"/>
            <a:ext cx="239275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[Title Placeholder]</a:t>
            </a:r>
            <a:endParaRPr/>
          </a:p>
        </p:txBody>
      </p:sp>
      <p:sp>
        <p:nvSpPr>
          <p:cNvPr id="600" name="Google Shape;600;p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2024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3" name="Google Shape;603;p1"/>
          <p:cNvGrpSpPr/>
          <p:nvPr/>
        </p:nvGrpSpPr>
        <p:grpSpPr>
          <a:xfrm>
            <a:off x="10749280" y="83035"/>
            <a:ext cx="1442720" cy="274900"/>
            <a:chOff x="7701280" y="83035"/>
            <a:chExt cx="1442720" cy="274900"/>
          </a:xfrm>
        </p:grpSpPr>
        <p:sp>
          <p:nvSpPr>
            <p:cNvPr id="604" name="Google Shape;604;p1"/>
            <p:cNvSpPr txBox="1"/>
            <p:nvPr/>
          </p:nvSpPr>
          <p:spPr>
            <a:xfrm>
              <a:off x="7701280" y="83035"/>
              <a:ext cx="985520" cy="27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Type here</a:t>
              </a:r>
              <a:endParaRPr dirty="0"/>
            </a:p>
          </p:txBody>
        </p:sp>
        <p:sp>
          <p:nvSpPr>
            <p:cNvPr id="605" name="Google Shape;605;p1"/>
            <p:cNvSpPr/>
            <p:nvPr/>
          </p:nvSpPr>
          <p:spPr>
            <a:xfrm>
              <a:off x="7701280" y="337970"/>
              <a:ext cx="1442720" cy="18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1"/>
          <p:cNvSpPr/>
          <p:nvPr/>
        </p:nvSpPr>
        <p:spPr>
          <a:xfrm>
            <a:off x="9219771" y="0"/>
            <a:ext cx="1330433" cy="357935"/>
          </a:xfrm>
          <a:custGeom>
            <a:avLst/>
            <a:gdLst/>
            <a:ahLst/>
            <a:cxnLst/>
            <a:rect l="l" t="t" r="r" b="b"/>
            <a:pathLst>
              <a:path w="1609824" h="357935" extrusionOk="0">
                <a:moveTo>
                  <a:pt x="0" y="0"/>
                </a:moveTo>
                <a:lnTo>
                  <a:pt x="1609824" y="0"/>
                </a:lnTo>
                <a:lnTo>
                  <a:pt x="1609824" y="282139"/>
                </a:lnTo>
                <a:cubicBezTo>
                  <a:pt x="1609824" y="324000"/>
                  <a:pt x="1575889" y="357935"/>
                  <a:pt x="1534028" y="357935"/>
                </a:cubicBezTo>
                <a:lnTo>
                  <a:pt x="75796" y="357935"/>
                </a:lnTo>
                <a:cubicBezTo>
                  <a:pt x="33935" y="357935"/>
                  <a:pt x="0" y="324000"/>
                  <a:pt x="0" y="282139"/>
                </a:cubicBezTo>
                <a:close/>
              </a:path>
            </a:pathLst>
          </a:custGeom>
          <a:solidFill>
            <a:srgbClr val="A32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 cap="none" baseline="30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Stamp</a:t>
            </a:r>
            <a:endParaRPr/>
          </a:p>
        </p:txBody>
      </p:sp>
      <p:sp>
        <p:nvSpPr>
          <p:cNvPr id="4" name="Google Shape;599;p1">
            <a:extLst>
              <a:ext uri="{FF2B5EF4-FFF2-40B4-BE49-F238E27FC236}">
                <a16:creationId xmlns:a16="http://schemas.microsoft.com/office/drawing/2014/main" id="{D15F5137-F82B-66ED-D0B3-51DAA88F45B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32050" y="6354763"/>
            <a:ext cx="7315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dirty="0"/>
              <a:t>Source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56,1,Slide1"/>
</p:tagLst>
</file>

<file path=ppt/theme/theme1.xml><?xml version="1.0" encoding="utf-8"?>
<a:theme xmlns:a="http://schemas.openxmlformats.org/drawingml/2006/main" name="2_PwC Strategy">
  <a:themeElements>
    <a:clrScheme name="PwC Strategy Colors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39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2_PwC Strategy</vt:lpstr>
      <vt:lpstr>Sentence case statement with a Georgia font size 32 and limited to two lines maximum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Sentence case statement with a Georgia font size 32 and limited to two lines maximum </dc:title>
  <dc:creator>Yorguo ElHachem (MiddleEast)</dc:creator>
  <cp:lastModifiedBy>Georges Hakme</cp:lastModifiedBy>
  <cp:revision>6</cp:revision>
  <dcterms:created xsi:type="dcterms:W3CDTF">2023-01-11T09:29:20Z</dcterms:created>
  <dcterms:modified xsi:type="dcterms:W3CDTF">2026-01-16T09:09:36Z</dcterms:modified>
</cp:coreProperties>
</file>