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5C"/>
    <a:srgbClr val="B41630"/>
    <a:srgbClr val="C2965B"/>
    <a:srgbClr val="B6833A"/>
    <a:srgbClr val="EDF1EE"/>
    <a:srgbClr val="4C8A74"/>
    <a:srgbClr val="CEAB7C"/>
    <a:srgbClr val="DCC3A1"/>
    <a:srgbClr val="EADDCA"/>
    <a:srgbClr val="F8F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26" Type="http://schemas.openxmlformats.org/officeDocument/2006/relationships/tableStyles" Target="tableStyles.xml"/><Relationship Id="rId25" Type="http://schemas.openxmlformats.org/officeDocument/2006/relationships/theme" Target="theme/theme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/Relationships>
</file>

<file path=ppt/slideLayouts/_rels/slideLayout3.xml.rels><?xml version="1.0" encoding="UTF-8" standalone="yes"?>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243D74-88D4-44D2-4003-995ECA8B750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S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90537-BC2B-2571-04A4-C0975FDB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201268"/>
            <a:ext cx="10696977" cy="7381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6EF5A7-CC64-87FA-1447-0365A30382CB}"/>
              </a:ext>
            </a:extLst>
          </p:cNvPr>
          <p:cNvGrpSpPr/>
          <p:nvPr userDrawn="1"/>
        </p:nvGrpSpPr>
        <p:grpSpPr>
          <a:xfrm>
            <a:off x="-14514" y="-83477"/>
            <a:ext cx="7482771" cy="6941476"/>
            <a:chOff x="-537176" y="-83477"/>
            <a:chExt cx="7482771" cy="6941476"/>
          </a:xfrm>
        </p:grpSpPr>
        <p:sp>
          <p:nvSpPr>
            <p:cNvPr id="6" name="Freeform: Shape 8">
              <a:extLst>
                <a:ext uri="{FF2B5EF4-FFF2-40B4-BE49-F238E27FC236}">
                  <a16:creationId xmlns:a16="http://schemas.microsoft.com/office/drawing/2014/main" id="{983442A9-F276-59D5-3140-DF1033637CF1}"/>
                </a:ext>
              </a:extLst>
            </p:cNvPr>
            <p:cNvSpPr/>
            <p:nvPr/>
          </p:nvSpPr>
          <p:spPr>
            <a:xfrm>
              <a:off x="-537176" y="-83477"/>
              <a:ext cx="6107248" cy="5552252"/>
            </a:xfrm>
            <a:custGeom>
              <a:avLst/>
              <a:gdLst>
                <a:gd name="connsiteX0" fmla="*/ 868871 w 1005173"/>
                <a:gd name="connsiteY0" fmla="*/ 784670 h 913828"/>
                <a:gd name="connsiteX1" fmla="*/ 855726 w 1005173"/>
                <a:gd name="connsiteY1" fmla="*/ 777050 h 913828"/>
                <a:gd name="connsiteX2" fmla="*/ 840581 w 1005173"/>
                <a:gd name="connsiteY2" fmla="*/ 792290 h 913828"/>
                <a:gd name="connsiteX3" fmla="*/ 840581 w 1005173"/>
                <a:gd name="connsiteY3" fmla="*/ 875348 h 913828"/>
                <a:gd name="connsiteX4" fmla="*/ 1005173 w 1005173"/>
                <a:gd name="connsiteY4" fmla="*/ 913733 h 913828"/>
                <a:gd name="connsiteX5" fmla="*/ 890969 w 1005173"/>
                <a:gd name="connsiteY5" fmla="*/ 845058 h 913828"/>
                <a:gd name="connsiteX6" fmla="*/ 1000601 w 1005173"/>
                <a:gd name="connsiteY6" fmla="*/ 817817 h 913828"/>
                <a:gd name="connsiteX7" fmla="*/ 1005173 w 1005173"/>
                <a:gd name="connsiteY7" fmla="*/ 828675 h 913828"/>
                <a:gd name="connsiteX8" fmla="*/ 776764 w 1005173"/>
                <a:gd name="connsiteY8" fmla="*/ 776669 h 913828"/>
                <a:gd name="connsiteX9" fmla="*/ 801719 w 1005173"/>
                <a:gd name="connsiteY9" fmla="*/ 801624 h 913828"/>
                <a:gd name="connsiteX10" fmla="*/ 826675 w 1005173"/>
                <a:gd name="connsiteY10" fmla="*/ 826580 h 913828"/>
                <a:gd name="connsiteX11" fmla="*/ 813626 w 1005173"/>
                <a:gd name="connsiteY11" fmla="*/ 848582 h 913828"/>
                <a:gd name="connsiteX12" fmla="*/ 814578 w 1005173"/>
                <a:gd name="connsiteY12" fmla="*/ 854488 h 913828"/>
                <a:gd name="connsiteX13" fmla="*/ 795719 w 1005173"/>
                <a:gd name="connsiteY13" fmla="*/ 873443 h 913828"/>
                <a:gd name="connsiteX14" fmla="*/ 776764 w 1005173"/>
                <a:gd name="connsiteY14" fmla="*/ 854488 h 913828"/>
                <a:gd name="connsiteX15" fmla="*/ 776764 w 1005173"/>
                <a:gd name="connsiteY15" fmla="*/ 913733 h 913828"/>
                <a:gd name="connsiteX16" fmla="*/ 890969 w 1005173"/>
                <a:gd name="connsiteY16" fmla="*/ 845058 h 913828"/>
                <a:gd name="connsiteX17" fmla="*/ 792004 w 1005173"/>
                <a:gd name="connsiteY17" fmla="*/ 839343 h 913828"/>
                <a:gd name="connsiteX18" fmla="*/ 776764 w 1005173"/>
                <a:gd name="connsiteY18" fmla="*/ 854583 h 913828"/>
                <a:gd name="connsiteX19" fmla="*/ 827627 w 1005173"/>
                <a:gd name="connsiteY19" fmla="*/ 756380 h 913828"/>
                <a:gd name="connsiteX20" fmla="*/ 822770 w 1005173"/>
                <a:gd name="connsiteY20" fmla="*/ 751523 h 913828"/>
                <a:gd name="connsiteX21" fmla="*/ 817912 w 1005173"/>
                <a:gd name="connsiteY21" fmla="*/ 756380 h 913828"/>
                <a:gd name="connsiteX22" fmla="*/ 822770 w 1005173"/>
                <a:gd name="connsiteY22" fmla="*/ 761238 h 913828"/>
                <a:gd name="connsiteX23" fmla="*/ 827627 w 1005173"/>
                <a:gd name="connsiteY23" fmla="*/ 756380 h 913828"/>
                <a:gd name="connsiteX24" fmla="*/ 849059 w 1005173"/>
                <a:gd name="connsiteY24" fmla="*/ 727234 h 913828"/>
                <a:gd name="connsiteX25" fmla="*/ 849059 w 1005173"/>
                <a:gd name="connsiteY25" fmla="*/ 749618 h 913828"/>
                <a:gd name="connsiteX26" fmla="*/ 842582 w 1005173"/>
                <a:gd name="connsiteY26" fmla="*/ 756095 h 913828"/>
                <a:gd name="connsiteX27" fmla="*/ 827627 w 1005173"/>
                <a:gd name="connsiteY27" fmla="*/ 756095 h 913828"/>
                <a:gd name="connsiteX28" fmla="*/ 755904 w 1005173"/>
                <a:gd name="connsiteY28" fmla="*/ 808768 h 913828"/>
                <a:gd name="connsiteX29" fmla="*/ 755904 w 1005173"/>
                <a:gd name="connsiteY29" fmla="*/ 748094 h 913828"/>
                <a:gd name="connsiteX30" fmla="*/ 773335 w 1005173"/>
                <a:gd name="connsiteY30" fmla="*/ 730663 h 913828"/>
                <a:gd name="connsiteX31" fmla="*/ 572929 w 1005173"/>
                <a:gd name="connsiteY31" fmla="*/ 744284 h 913828"/>
                <a:gd name="connsiteX32" fmla="*/ 548354 w 1005173"/>
                <a:gd name="connsiteY32" fmla="*/ 719709 h 913828"/>
                <a:gd name="connsiteX33" fmla="*/ 548354 w 1005173"/>
                <a:gd name="connsiteY33" fmla="*/ 799529 h 913828"/>
                <a:gd name="connsiteX34" fmla="*/ 548354 w 1005173"/>
                <a:gd name="connsiteY34" fmla="*/ 879348 h 913828"/>
                <a:gd name="connsiteX35" fmla="*/ 590169 w 1005173"/>
                <a:gd name="connsiteY35" fmla="*/ 837533 h 913828"/>
                <a:gd name="connsiteX36" fmla="*/ 590169 w 1005173"/>
                <a:gd name="connsiteY36" fmla="*/ 727139 h 913828"/>
                <a:gd name="connsiteX37" fmla="*/ 625126 w 1005173"/>
                <a:gd name="connsiteY37" fmla="*/ 762095 h 913828"/>
                <a:gd name="connsiteX38" fmla="*/ 625126 w 1005173"/>
                <a:gd name="connsiteY38" fmla="*/ 782669 h 913828"/>
                <a:gd name="connsiteX39" fmla="*/ 703136 w 1005173"/>
                <a:gd name="connsiteY39" fmla="*/ 874395 h 913828"/>
                <a:gd name="connsiteX40" fmla="*/ 732377 w 1005173"/>
                <a:gd name="connsiteY40" fmla="*/ 903637 h 913828"/>
                <a:gd name="connsiteX41" fmla="*/ 595027 w 1005173"/>
                <a:gd name="connsiteY41" fmla="*/ 901351 h 913828"/>
                <a:gd name="connsiteX42" fmla="*/ 607314 w 1005173"/>
                <a:gd name="connsiteY42" fmla="*/ 889064 h 913828"/>
                <a:gd name="connsiteX43" fmla="*/ 662559 w 1005173"/>
                <a:gd name="connsiteY43" fmla="*/ 889064 h 913828"/>
                <a:gd name="connsiteX44" fmla="*/ 690182 w 1005173"/>
                <a:gd name="connsiteY44" fmla="*/ 756380 h 913828"/>
                <a:gd name="connsiteX45" fmla="*/ 690182 w 1005173"/>
                <a:gd name="connsiteY45" fmla="*/ 840010 h 913828"/>
                <a:gd name="connsiteX46" fmla="*/ 643795 w 1005173"/>
                <a:gd name="connsiteY46" fmla="*/ 864108 h 913828"/>
                <a:gd name="connsiteX47" fmla="*/ 643795 w 1005173"/>
                <a:gd name="connsiteY47" fmla="*/ 812292 h 913828"/>
                <a:gd name="connsiteX48" fmla="*/ 607600 w 1005173"/>
                <a:gd name="connsiteY48" fmla="*/ 762000 h 913828"/>
                <a:gd name="connsiteX49" fmla="*/ 607600 w 1005173"/>
                <a:gd name="connsiteY49" fmla="*/ 848487 h 913828"/>
                <a:gd name="connsiteX50" fmla="*/ 639128 w 1005173"/>
                <a:gd name="connsiteY50" fmla="*/ 737997 h 913828"/>
                <a:gd name="connsiteX51" fmla="*/ 586359 w 1005173"/>
                <a:gd name="connsiteY51" fmla="*/ 685229 h 913828"/>
                <a:gd name="connsiteX52" fmla="*/ 738664 w 1005173"/>
                <a:gd name="connsiteY52" fmla="*/ 685229 h 913828"/>
                <a:gd name="connsiteX53" fmla="*/ 713994 w 1005173"/>
                <a:gd name="connsiteY53" fmla="*/ 709898 h 913828"/>
                <a:gd name="connsiteX54" fmla="*/ 776669 w 1005173"/>
                <a:gd name="connsiteY54" fmla="*/ 685229 h 913828"/>
                <a:gd name="connsiteX55" fmla="*/ 751999 w 1005173"/>
                <a:gd name="connsiteY55" fmla="*/ 709898 h 913828"/>
                <a:gd name="connsiteX56" fmla="*/ 548164 w 1005173"/>
                <a:gd name="connsiteY56" fmla="*/ 685229 h 913828"/>
                <a:gd name="connsiteX57" fmla="*/ 572738 w 1005173"/>
                <a:gd name="connsiteY57" fmla="*/ 709898 h 913828"/>
                <a:gd name="connsiteX58" fmla="*/ 589883 w 1005173"/>
                <a:gd name="connsiteY58" fmla="*/ 871919 h 913828"/>
                <a:gd name="connsiteX59" fmla="*/ 548069 w 1005173"/>
                <a:gd name="connsiteY59" fmla="*/ 913733 h 913828"/>
                <a:gd name="connsiteX60" fmla="*/ 776478 w 1005173"/>
                <a:gd name="connsiteY60" fmla="*/ 913733 h 913828"/>
                <a:gd name="connsiteX61" fmla="*/ 751808 w 1005173"/>
                <a:gd name="connsiteY61" fmla="*/ 889159 h 913828"/>
                <a:gd name="connsiteX62" fmla="*/ 662178 w 1005173"/>
                <a:gd name="connsiteY62" fmla="*/ 873347 h 913828"/>
                <a:gd name="connsiteX63" fmla="*/ 662178 w 1005173"/>
                <a:gd name="connsiteY63" fmla="*/ 796481 h 913828"/>
                <a:gd name="connsiteX64" fmla="*/ 624745 w 1005173"/>
                <a:gd name="connsiteY64" fmla="*/ 873347 h 913828"/>
                <a:gd name="connsiteX65" fmla="*/ 624745 w 1005173"/>
                <a:gd name="connsiteY65" fmla="*/ 796481 h 913828"/>
                <a:gd name="connsiteX66" fmla="*/ 662178 w 1005173"/>
                <a:gd name="connsiteY66" fmla="*/ 796481 h 913828"/>
                <a:gd name="connsiteX67" fmla="*/ 662178 w 1005173"/>
                <a:gd name="connsiteY67" fmla="*/ 738092 h 913828"/>
                <a:gd name="connsiteX68" fmla="*/ 717518 w 1005173"/>
                <a:gd name="connsiteY68" fmla="*/ 738092 h 913828"/>
                <a:gd name="connsiteX69" fmla="*/ 734568 w 1005173"/>
                <a:gd name="connsiteY69" fmla="*/ 752856 h 913828"/>
                <a:gd name="connsiteX70" fmla="*/ 734568 w 1005173"/>
                <a:gd name="connsiteY70" fmla="*/ 842296 h 913828"/>
                <a:gd name="connsiteX71" fmla="*/ 776383 w 1005173"/>
                <a:gd name="connsiteY71" fmla="*/ 884111 h 913828"/>
                <a:gd name="connsiteX72" fmla="*/ 717518 w 1005173"/>
                <a:gd name="connsiteY72" fmla="*/ 738092 h 913828"/>
                <a:gd name="connsiteX73" fmla="*/ 717518 w 1005173"/>
                <a:gd name="connsiteY73" fmla="*/ 854774 h 913828"/>
                <a:gd name="connsiteX74" fmla="*/ 743807 w 1005173"/>
                <a:gd name="connsiteY74" fmla="*/ 881063 h 913828"/>
                <a:gd name="connsiteX75" fmla="*/ 376619 w 1005173"/>
                <a:gd name="connsiteY75" fmla="*/ 719614 h 913828"/>
                <a:gd name="connsiteX76" fmla="*/ 376619 w 1005173"/>
                <a:gd name="connsiteY76" fmla="*/ 790670 h 913828"/>
                <a:gd name="connsiteX77" fmla="*/ 433769 w 1005173"/>
                <a:gd name="connsiteY77" fmla="*/ 742379 h 913828"/>
                <a:gd name="connsiteX78" fmla="*/ 433769 w 1005173"/>
                <a:gd name="connsiteY78" fmla="*/ 803339 h 913828"/>
                <a:gd name="connsiteX79" fmla="*/ 433769 w 1005173"/>
                <a:gd name="connsiteY79" fmla="*/ 846011 h 913828"/>
                <a:gd name="connsiteX80" fmla="*/ 433769 w 1005173"/>
                <a:gd name="connsiteY80" fmla="*/ 913638 h 913828"/>
                <a:gd name="connsiteX81" fmla="*/ 547973 w 1005173"/>
                <a:gd name="connsiteY81" fmla="*/ 825056 h 913828"/>
                <a:gd name="connsiteX82" fmla="*/ 509873 w 1005173"/>
                <a:gd name="connsiteY82" fmla="*/ 799624 h 913828"/>
                <a:gd name="connsiteX83" fmla="*/ 471773 w 1005173"/>
                <a:gd name="connsiteY83" fmla="*/ 825056 h 913828"/>
                <a:gd name="connsiteX84" fmla="*/ 395669 w 1005173"/>
                <a:gd name="connsiteY84" fmla="*/ 782003 h 913828"/>
                <a:gd name="connsiteX85" fmla="*/ 395669 w 1005173"/>
                <a:gd name="connsiteY85" fmla="*/ 732282 h 913828"/>
                <a:gd name="connsiteX86" fmla="*/ 471773 w 1005173"/>
                <a:gd name="connsiteY86" fmla="*/ 767810 h 913828"/>
                <a:gd name="connsiteX87" fmla="*/ 433673 w 1005173"/>
                <a:gd name="connsiteY87" fmla="*/ 742379 h 913828"/>
                <a:gd name="connsiteX88" fmla="*/ 395573 w 1005173"/>
                <a:gd name="connsiteY88" fmla="*/ 767810 h 913828"/>
                <a:gd name="connsiteX89" fmla="*/ 509778 w 1005173"/>
                <a:gd name="connsiteY89" fmla="*/ 882015 h 913828"/>
                <a:gd name="connsiteX90" fmla="*/ 471678 w 1005173"/>
                <a:gd name="connsiteY90" fmla="*/ 856583 h 913828"/>
                <a:gd name="connsiteX91" fmla="*/ 433578 w 1005173"/>
                <a:gd name="connsiteY91" fmla="*/ 882015 h 913828"/>
                <a:gd name="connsiteX92" fmla="*/ 547783 w 1005173"/>
                <a:gd name="connsiteY92" fmla="*/ 846773 h 913828"/>
                <a:gd name="connsiteX93" fmla="*/ 547783 w 1005173"/>
                <a:gd name="connsiteY93" fmla="*/ 913638 h 913828"/>
                <a:gd name="connsiteX94" fmla="*/ 433578 w 1005173"/>
                <a:gd name="connsiteY94" fmla="*/ 824865 h 913828"/>
                <a:gd name="connsiteX95" fmla="*/ 395478 w 1005173"/>
                <a:gd name="connsiteY95" fmla="*/ 799433 h 913828"/>
                <a:gd name="connsiteX96" fmla="*/ 357378 w 1005173"/>
                <a:gd name="connsiteY96" fmla="*/ 824865 h 913828"/>
                <a:gd name="connsiteX97" fmla="*/ 395478 w 1005173"/>
                <a:gd name="connsiteY97" fmla="*/ 710660 h 913828"/>
                <a:gd name="connsiteX98" fmla="*/ 357378 w 1005173"/>
                <a:gd name="connsiteY98" fmla="*/ 685229 h 913828"/>
                <a:gd name="connsiteX99" fmla="*/ 319278 w 1005173"/>
                <a:gd name="connsiteY99" fmla="*/ 723329 h 913828"/>
                <a:gd name="connsiteX100" fmla="*/ 528733 w 1005173"/>
                <a:gd name="connsiteY100" fmla="*/ 833914 h 913828"/>
                <a:gd name="connsiteX101" fmla="*/ 528733 w 1005173"/>
                <a:gd name="connsiteY101" fmla="*/ 913638 h 913828"/>
                <a:gd name="connsiteX102" fmla="*/ 452628 w 1005173"/>
                <a:gd name="connsiteY102" fmla="*/ 776573 h 913828"/>
                <a:gd name="connsiteX103" fmla="*/ 452628 w 1005173"/>
                <a:gd name="connsiteY103" fmla="*/ 847630 h 913828"/>
                <a:gd name="connsiteX104" fmla="*/ 490728 w 1005173"/>
                <a:gd name="connsiteY104" fmla="*/ 890778 h 913828"/>
                <a:gd name="connsiteX105" fmla="*/ 490728 w 1005173"/>
                <a:gd name="connsiteY105" fmla="*/ 913543 h 913828"/>
                <a:gd name="connsiteX106" fmla="*/ 490728 w 1005173"/>
                <a:gd name="connsiteY106" fmla="*/ 732092 h 913828"/>
                <a:gd name="connsiteX107" fmla="*/ 490728 w 1005173"/>
                <a:gd name="connsiteY107" fmla="*/ 790384 h 913828"/>
                <a:gd name="connsiteX108" fmla="*/ 414623 w 1005173"/>
                <a:gd name="connsiteY108" fmla="*/ 833533 h 913828"/>
                <a:gd name="connsiteX109" fmla="*/ 414623 w 1005173"/>
                <a:gd name="connsiteY109" fmla="*/ 913448 h 913828"/>
                <a:gd name="connsiteX110" fmla="*/ 395573 w 1005173"/>
                <a:gd name="connsiteY110" fmla="*/ 799243 h 913828"/>
                <a:gd name="connsiteX111" fmla="*/ 395573 w 1005173"/>
                <a:gd name="connsiteY111" fmla="*/ 913448 h 913828"/>
                <a:gd name="connsiteX112" fmla="*/ 471678 w 1005173"/>
                <a:gd name="connsiteY112" fmla="*/ 856298 h 913828"/>
                <a:gd name="connsiteX113" fmla="*/ 471678 w 1005173"/>
                <a:gd name="connsiteY113" fmla="*/ 913448 h 913828"/>
                <a:gd name="connsiteX114" fmla="*/ 509778 w 1005173"/>
                <a:gd name="connsiteY114" fmla="*/ 799243 h 913828"/>
                <a:gd name="connsiteX115" fmla="*/ 509778 w 1005173"/>
                <a:gd name="connsiteY115" fmla="*/ 913448 h 913828"/>
                <a:gd name="connsiteX116" fmla="*/ 357473 w 1005173"/>
                <a:gd name="connsiteY116" fmla="*/ 685038 h 913828"/>
                <a:gd name="connsiteX117" fmla="*/ 357473 w 1005173"/>
                <a:gd name="connsiteY117" fmla="*/ 803148 h 913828"/>
                <a:gd name="connsiteX118" fmla="*/ 357473 w 1005173"/>
                <a:gd name="connsiteY118" fmla="*/ 845820 h 913828"/>
                <a:gd name="connsiteX119" fmla="*/ 357473 w 1005173"/>
                <a:gd name="connsiteY119" fmla="*/ 913448 h 913828"/>
                <a:gd name="connsiteX120" fmla="*/ 319373 w 1005173"/>
                <a:gd name="connsiteY120" fmla="*/ 736187 h 913828"/>
                <a:gd name="connsiteX121" fmla="*/ 319373 w 1005173"/>
                <a:gd name="connsiteY121" fmla="*/ 913448 h 913828"/>
                <a:gd name="connsiteX122" fmla="*/ 471678 w 1005173"/>
                <a:gd name="connsiteY122" fmla="*/ 697706 h 913828"/>
                <a:gd name="connsiteX123" fmla="*/ 471678 w 1005173"/>
                <a:gd name="connsiteY123" fmla="*/ 838867 h 913828"/>
                <a:gd name="connsiteX124" fmla="*/ 509778 w 1005173"/>
                <a:gd name="connsiteY124" fmla="*/ 723138 h 913828"/>
                <a:gd name="connsiteX125" fmla="*/ 471678 w 1005173"/>
                <a:gd name="connsiteY125" fmla="*/ 697706 h 913828"/>
                <a:gd name="connsiteX126" fmla="*/ 433578 w 1005173"/>
                <a:gd name="connsiteY126" fmla="*/ 723138 h 913828"/>
                <a:gd name="connsiteX127" fmla="*/ 509683 w 1005173"/>
                <a:gd name="connsiteY127" fmla="*/ 777621 h 913828"/>
                <a:gd name="connsiteX128" fmla="*/ 509683 w 1005173"/>
                <a:gd name="connsiteY128" fmla="*/ 736092 h 913828"/>
                <a:gd name="connsiteX129" fmla="*/ 0 w 1005173"/>
                <a:gd name="connsiteY129" fmla="*/ 822389 h 913828"/>
                <a:gd name="connsiteX130" fmla="*/ 114205 w 1005173"/>
                <a:gd name="connsiteY130" fmla="*/ 708184 h 913828"/>
                <a:gd name="connsiteX131" fmla="*/ 45625 w 1005173"/>
                <a:gd name="connsiteY131" fmla="*/ 868109 h 913828"/>
                <a:gd name="connsiteX132" fmla="*/ 114205 w 1005173"/>
                <a:gd name="connsiteY132" fmla="*/ 799529 h 913828"/>
                <a:gd name="connsiteX133" fmla="*/ 22860 w 1005173"/>
                <a:gd name="connsiteY133" fmla="*/ 845249 h 913828"/>
                <a:gd name="connsiteX134" fmla="*/ 108680 w 1005173"/>
                <a:gd name="connsiteY134" fmla="*/ 759428 h 913828"/>
                <a:gd name="connsiteX135" fmla="*/ 157067 w 1005173"/>
                <a:gd name="connsiteY135" fmla="*/ 779526 h 913828"/>
                <a:gd name="connsiteX136" fmla="*/ 108680 w 1005173"/>
                <a:gd name="connsiteY136" fmla="*/ 759428 h 913828"/>
                <a:gd name="connsiteX137" fmla="*/ 254032 w 1005173"/>
                <a:gd name="connsiteY137" fmla="*/ 779526 h 913828"/>
                <a:gd name="connsiteX138" fmla="*/ 301276 w 1005173"/>
                <a:gd name="connsiteY138" fmla="*/ 760000 h 913828"/>
                <a:gd name="connsiteX139" fmla="*/ 157067 w 1005173"/>
                <a:gd name="connsiteY139" fmla="*/ 819722 h 913828"/>
                <a:gd name="connsiteX140" fmla="*/ 109823 w 1005173"/>
                <a:gd name="connsiteY140" fmla="*/ 839248 h 913828"/>
                <a:gd name="connsiteX141" fmla="*/ 254032 w 1005173"/>
                <a:gd name="connsiteY141" fmla="*/ 819722 h 913828"/>
                <a:gd name="connsiteX142" fmla="*/ 301276 w 1005173"/>
                <a:gd name="connsiteY142" fmla="*/ 839248 h 913828"/>
                <a:gd name="connsiteX143" fmla="*/ 225647 w 1005173"/>
                <a:gd name="connsiteY143" fmla="*/ 848106 h 913828"/>
                <a:gd name="connsiteX144" fmla="*/ 245269 w 1005173"/>
                <a:gd name="connsiteY144" fmla="*/ 895350 h 913828"/>
                <a:gd name="connsiteX145" fmla="*/ 185547 w 1005173"/>
                <a:gd name="connsiteY145" fmla="*/ 751142 h 913828"/>
                <a:gd name="connsiteX146" fmla="*/ 165926 w 1005173"/>
                <a:gd name="connsiteY146" fmla="*/ 703898 h 913828"/>
                <a:gd name="connsiteX147" fmla="*/ 185547 w 1005173"/>
                <a:gd name="connsiteY147" fmla="*/ 848106 h 913828"/>
                <a:gd name="connsiteX148" fmla="*/ 165926 w 1005173"/>
                <a:gd name="connsiteY148" fmla="*/ 895350 h 913828"/>
                <a:gd name="connsiteX149" fmla="*/ 225647 w 1005173"/>
                <a:gd name="connsiteY149" fmla="*/ 751142 h 913828"/>
                <a:gd name="connsiteX150" fmla="*/ 245174 w 1005173"/>
                <a:gd name="connsiteY150" fmla="*/ 703898 h 913828"/>
                <a:gd name="connsiteX151" fmla="*/ 246602 w 1005173"/>
                <a:gd name="connsiteY151" fmla="*/ 799624 h 913828"/>
                <a:gd name="connsiteX152" fmla="*/ 319659 w 1005173"/>
                <a:gd name="connsiteY152" fmla="*/ 799624 h 913828"/>
                <a:gd name="connsiteX153" fmla="*/ 228314 w 1005173"/>
                <a:gd name="connsiteY153" fmla="*/ 776764 h 913828"/>
                <a:gd name="connsiteX154" fmla="*/ 319659 w 1005173"/>
                <a:gd name="connsiteY154" fmla="*/ 685419 h 913828"/>
                <a:gd name="connsiteX155" fmla="*/ 228314 w 1005173"/>
                <a:gd name="connsiteY155" fmla="*/ 822484 h 913828"/>
                <a:gd name="connsiteX156" fmla="*/ 319659 w 1005173"/>
                <a:gd name="connsiteY156" fmla="*/ 913829 h 913828"/>
                <a:gd name="connsiteX157" fmla="*/ 182594 w 1005173"/>
                <a:gd name="connsiteY157" fmla="*/ 776764 h 913828"/>
                <a:gd name="connsiteX158" fmla="*/ 114014 w 1005173"/>
                <a:gd name="connsiteY158" fmla="*/ 708279 h 913828"/>
                <a:gd name="connsiteX159" fmla="*/ 205359 w 1005173"/>
                <a:gd name="connsiteY159" fmla="*/ 840772 h 913828"/>
                <a:gd name="connsiteX160" fmla="*/ 205359 w 1005173"/>
                <a:gd name="connsiteY160" fmla="*/ 913829 h 913828"/>
                <a:gd name="connsiteX161" fmla="*/ 164211 w 1005173"/>
                <a:gd name="connsiteY161" fmla="*/ 799624 h 913828"/>
                <a:gd name="connsiteX162" fmla="*/ 113919 w 1005173"/>
                <a:gd name="connsiteY162" fmla="*/ 799624 h 913828"/>
                <a:gd name="connsiteX163" fmla="*/ 205264 w 1005173"/>
                <a:gd name="connsiteY163" fmla="*/ 758476 h 913828"/>
                <a:gd name="connsiteX164" fmla="*/ 205264 w 1005173"/>
                <a:gd name="connsiteY164" fmla="*/ 685419 h 913828"/>
                <a:gd name="connsiteX165" fmla="*/ 182404 w 1005173"/>
                <a:gd name="connsiteY165" fmla="*/ 822484 h 913828"/>
                <a:gd name="connsiteX166" fmla="*/ 91059 w 1005173"/>
                <a:gd name="connsiteY166" fmla="*/ 913829 h 913828"/>
                <a:gd name="connsiteX167" fmla="*/ 605028 w 1005173"/>
                <a:gd name="connsiteY167" fmla="*/ 491300 h 913828"/>
                <a:gd name="connsiteX168" fmla="*/ 605028 w 1005173"/>
                <a:gd name="connsiteY168" fmla="*/ 562356 h 913828"/>
                <a:gd name="connsiteX169" fmla="*/ 662178 w 1005173"/>
                <a:gd name="connsiteY169" fmla="*/ 514064 h 913828"/>
                <a:gd name="connsiteX170" fmla="*/ 662178 w 1005173"/>
                <a:gd name="connsiteY170" fmla="*/ 575024 h 913828"/>
                <a:gd name="connsiteX171" fmla="*/ 662178 w 1005173"/>
                <a:gd name="connsiteY171" fmla="*/ 617696 h 913828"/>
                <a:gd name="connsiteX172" fmla="*/ 662178 w 1005173"/>
                <a:gd name="connsiteY172" fmla="*/ 685324 h 913828"/>
                <a:gd name="connsiteX173" fmla="*/ 776383 w 1005173"/>
                <a:gd name="connsiteY173" fmla="*/ 596741 h 913828"/>
                <a:gd name="connsiteX174" fmla="*/ 738283 w 1005173"/>
                <a:gd name="connsiteY174" fmla="*/ 571310 h 913828"/>
                <a:gd name="connsiteX175" fmla="*/ 700183 w 1005173"/>
                <a:gd name="connsiteY175" fmla="*/ 596741 h 913828"/>
                <a:gd name="connsiteX176" fmla="*/ 624078 w 1005173"/>
                <a:gd name="connsiteY176" fmla="*/ 553688 h 913828"/>
                <a:gd name="connsiteX177" fmla="*/ 624078 w 1005173"/>
                <a:gd name="connsiteY177" fmla="*/ 503968 h 913828"/>
                <a:gd name="connsiteX178" fmla="*/ 700183 w 1005173"/>
                <a:gd name="connsiteY178" fmla="*/ 539496 h 913828"/>
                <a:gd name="connsiteX179" fmla="*/ 662083 w 1005173"/>
                <a:gd name="connsiteY179" fmla="*/ 514064 h 913828"/>
                <a:gd name="connsiteX180" fmla="*/ 623983 w 1005173"/>
                <a:gd name="connsiteY180" fmla="*/ 539496 h 913828"/>
                <a:gd name="connsiteX181" fmla="*/ 738188 w 1005173"/>
                <a:gd name="connsiteY181" fmla="*/ 653701 h 913828"/>
                <a:gd name="connsiteX182" fmla="*/ 700088 w 1005173"/>
                <a:gd name="connsiteY182" fmla="*/ 628269 h 913828"/>
                <a:gd name="connsiteX183" fmla="*/ 661988 w 1005173"/>
                <a:gd name="connsiteY183" fmla="*/ 653701 h 913828"/>
                <a:gd name="connsiteX184" fmla="*/ 776192 w 1005173"/>
                <a:gd name="connsiteY184" fmla="*/ 618458 h 913828"/>
                <a:gd name="connsiteX185" fmla="*/ 776192 w 1005173"/>
                <a:gd name="connsiteY185" fmla="*/ 685324 h 913828"/>
                <a:gd name="connsiteX186" fmla="*/ 661988 w 1005173"/>
                <a:gd name="connsiteY186" fmla="*/ 596551 h 913828"/>
                <a:gd name="connsiteX187" fmla="*/ 623888 w 1005173"/>
                <a:gd name="connsiteY187" fmla="*/ 571119 h 913828"/>
                <a:gd name="connsiteX188" fmla="*/ 585788 w 1005173"/>
                <a:gd name="connsiteY188" fmla="*/ 596551 h 913828"/>
                <a:gd name="connsiteX189" fmla="*/ 623888 w 1005173"/>
                <a:gd name="connsiteY189" fmla="*/ 482346 h 913828"/>
                <a:gd name="connsiteX190" fmla="*/ 585788 w 1005173"/>
                <a:gd name="connsiteY190" fmla="*/ 456914 h 913828"/>
                <a:gd name="connsiteX191" fmla="*/ 547688 w 1005173"/>
                <a:gd name="connsiteY191" fmla="*/ 495014 h 913828"/>
                <a:gd name="connsiteX192" fmla="*/ 757142 w 1005173"/>
                <a:gd name="connsiteY192" fmla="*/ 605600 h 913828"/>
                <a:gd name="connsiteX193" fmla="*/ 757142 w 1005173"/>
                <a:gd name="connsiteY193" fmla="*/ 685324 h 913828"/>
                <a:gd name="connsiteX194" fmla="*/ 681038 w 1005173"/>
                <a:gd name="connsiteY194" fmla="*/ 548259 h 913828"/>
                <a:gd name="connsiteX195" fmla="*/ 681038 w 1005173"/>
                <a:gd name="connsiteY195" fmla="*/ 619316 h 913828"/>
                <a:gd name="connsiteX196" fmla="*/ 719138 w 1005173"/>
                <a:gd name="connsiteY196" fmla="*/ 662464 h 913828"/>
                <a:gd name="connsiteX197" fmla="*/ 719138 w 1005173"/>
                <a:gd name="connsiteY197" fmla="*/ 685229 h 913828"/>
                <a:gd name="connsiteX198" fmla="*/ 719138 w 1005173"/>
                <a:gd name="connsiteY198" fmla="*/ 503777 h 913828"/>
                <a:gd name="connsiteX199" fmla="*/ 719138 w 1005173"/>
                <a:gd name="connsiteY199" fmla="*/ 562070 h 913828"/>
                <a:gd name="connsiteX200" fmla="*/ 643033 w 1005173"/>
                <a:gd name="connsiteY200" fmla="*/ 605219 h 913828"/>
                <a:gd name="connsiteX201" fmla="*/ 643033 w 1005173"/>
                <a:gd name="connsiteY201" fmla="*/ 685133 h 913828"/>
                <a:gd name="connsiteX202" fmla="*/ 623983 w 1005173"/>
                <a:gd name="connsiteY202" fmla="*/ 570929 h 913828"/>
                <a:gd name="connsiteX203" fmla="*/ 623983 w 1005173"/>
                <a:gd name="connsiteY203" fmla="*/ 685133 h 913828"/>
                <a:gd name="connsiteX204" fmla="*/ 700088 w 1005173"/>
                <a:gd name="connsiteY204" fmla="*/ 627983 h 913828"/>
                <a:gd name="connsiteX205" fmla="*/ 700088 w 1005173"/>
                <a:gd name="connsiteY205" fmla="*/ 685133 h 913828"/>
                <a:gd name="connsiteX206" fmla="*/ 738188 w 1005173"/>
                <a:gd name="connsiteY206" fmla="*/ 570929 h 913828"/>
                <a:gd name="connsiteX207" fmla="*/ 738188 w 1005173"/>
                <a:gd name="connsiteY207" fmla="*/ 685133 h 913828"/>
                <a:gd name="connsiteX208" fmla="*/ 585883 w 1005173"/>
                <a:gd name="connsiteY208" fmla="*/ 456724 h 913828"/>
                <a:gd name="connsiteX209" fmla="*/ 585883 w 1005173"/>
                <a:gd name="connsiteY209" fmla="*/ 574834 h 913828"/>
                <a:gd name="connsiteX210" fmla="*/ 585883 w 1005173"/>
                <a:gd name="connsiteY210" fmla="*/ 617506 h 913828"/>
                <a:gd name="connsiteX211" fmla="*/ 585883 w 1005173"/>
                <a:gd name="connsiteY211" fmla="*/ 685133 h 913828"/>
                <a:gd name="connsiteX212" fmla="*/ 547783 w 1005173"/>
                <a:gd name="connsiteY212" fmla="*/ 507873 h 913828"/>
                <a:gd name="connsiteX213" fmla="*/ 547783 w 1005173"/>
                <a:gd name="connsiteY213" fmla="*/ 685133 h 913828"/>
                <a:gd name="connsiteX214" fmla="*/ 700088 w 1005173"/>
                <a:gd name="connsiteY214" fmla="*/ 469392 h 913828"/>
                <a:gd name="connsiteX215" fmla="*/ 700088 w 1005173"/>
                <a:gd name="connsiteY215" fmla="*/ 610553 h 913828"/>
                <a:gd name="connsiteX216" fmla="*/ 738188 w 1005173"/>
                <a:gd name="connsiteY216" fmla="*/ 494824 h 913828"/>
                <a:gd name="connsiteX217" fmla="*/ 700088 w 1005173"/>
                <a:gd name="connsiteY217" fmla="*/ 469392 h 913828"/>
                <a:gd name="connsiteX218" fmla="*/ 661988 w 1005173"/>
                <a:gd name="connsiteY218" fmla="*/ 494824 h 913828"/>
                <a:gd name="connsiteX219" fmla="*/ 738092 w 1005173"/>
                <a:gd name="connsiteY219" fmla="*/ 549307 h 913828"/>
                <a:gd name="connsiteX220" fmla="*/ 738092 w 1005173"/>
                <a:gd name="connsiteY220" fmla="*/ 507778 h 913828"/>
                <a:gd name="connsiteX221" fmla="*/ 270510 w 1005173"/>
                <a:gd name="connsiteY221" fmla="*/ 505492 h 913828"/>
                <a:gd name="connsiteX222" fmla="*/ 222409 w 1005173"/>
                <a:gd name="connsiteY222" fmla="*/ 522827 h 913828"/>
                <a:gd name="connsiteX223" fmla="*/ 205073 w 1005173"/>
                <a:gd name="connsiteY223" fmla="*/ 559975 h 913828"/>
                <a:gd name="connsiteX224" fmla="*/ 205073 w 1005173"/>
                <a:gd name="connsiteY224" fmla="*/ 570929 h 913828"/>
                <a:gd name="connsiteX225" fmla="*/ 270510 w 1005173"/>
                <a:gd name="connsiteY225" fmla="*/ 505492 h 913828"/>
                <a:gd name="connsiteX226" fmla="*/ 187738 w 1005173"/>
                <a:gd name="connsiteY226" fmla="*/ 522827 h 913828"/>
                <a:gd name="connsiteX227" fmla="*/ 139637 w 1005173"/>
                <a:gd name="connsiteY227" fmla="*/ 505492 h 913828"/>
                <a:gd name="connsiteX228" fmla="*/ 205073 w 1005173"/>
                <a:gd name="connsiteY228" fmla="*/ 570929 h 913828"/>
                <a:gd name="connsiteX229" fmla="*/ 187738 w 1005173"/>
                <a:gd name="connsiteY229" fmla="*/ 522827 h 913828"/>
                <a:gd name="connsiteX230" fmla="*/ 205073 w 1005173"/>
                <a:gd name="connsiteY230" fmla="*/ 507873 h 913828"/>
                <a:gd name="connsiteX231" fmla="*/ 166307 w 1005173"/>
                <a:gd name="connsiteY231" fmla="*/ 475679 h 913828"/>
                <a:gd name="connsiteX232" fmla="*/ 158401 w 1005173"/>
                <a:gd name="connsiteY232" fmla="*/ 506730 h 913828"/>
                <a:gd name="connsiteX233" fmla="*/ 251651 w 1005173"/>
                <a:gd name="connsiteY233" fmla="*/ 506730 h 913828"/>
                <a:gd name="connsiteX234" fmla="*/ 243745 w 1005173"/>
                <a:gd name="connsiteY234" fmla="*/ 475679 h 913828"/>
                <a:gd name="connsiteX235" fmla="*/ 202025 w 1005173"/>
                <a:gd name="connsiteY235" fmla="*/ 514160 h 913828"/>
                <a:gd name="connsiteX236" fmla="*/ 197263 w 1005173"/>
                <a:gd name="connsiteY236" fmla="*/ 535210 h 913828"/>
                <a:gd name="connsiteX237" fmla="*/ 225838 w 1005173"/>
                <a:gd name="connsiteY237" fmla="*/ 484442 h 913828"/>
                <a:gd name="connsiteX238" fmla="*/ 205073 w 1005173"/>
                <a:gd name="connsiteY238" fmla="*/ 456629 h 913828"/>
                <a:gd name="connsiteX239" fmla="*/ 184309 w 1005173"/>
                <a:gd name="connsiteY239" fmla="*/ 484442 h 913828"/>
                <a:gd name="connsiteX240" fmla="*/ 227933 w 1005173"/>
                <a:gd name="connsiteY240" fmla="*/ 593693 h 913828"/>
                <a:gd name="connsiteX241" fmla="*/ 342138 w 1005173"/>
                <a:gd name="connsiteY241" fmla="*/ 479489 h 913828"/>
                <a:gd name="connsiteX242" fmla="*/ 182213 w 1005173"/>
                <a:gd name="connsiteY242" fmla="*/ 593693 h 913828"/>
                <a:gd name="connsiteX243" fmla="*/ 90869 w 1005173"/>
                <a:gd name="connsiteY243" fmla="*/ 502349 h 913828"/>
                <a:gd name="connsiteX244" fmla="*/ 136589 w 1005173"/>
                <a:gd name="connsiteY244" fmla="*/ 639413 h 913828"/>
                <a:gd name="connsiteX245" fmla="*/ 86297 w 1005173"/>
                <a:gd name="connsiteY245" fmla="*/ 589217 h 913828"/>
                <a:gd name="connsiteX246" fmla="*/ 159353 w 1005173"/>
                <a:gd name="connsiteY246" fmla="*/ 616649 h 913828"/>
                <a:gd name="connsiteX247" fmla="*/ 90773 w 1005173"/>
                <a:gd name="connsiteY247" fmla="*/ 548069 h 913828"/>
                <a:gd name="connsiteX248" fmla="*/ 273558 w 1005173"/>
                <a:gd name="connsiteY248" fmla="*/ 639413 h 913828"/>
                <a:gd name="connsiteX249" fmla="*/ 342138 w 1005173"/>
                <a:gd name="connsiteY249" fmla="*/ 570833 h 913828"/>
                <a:gd name="connsiteX250" fmla="*/ 250793 w 1005173"/>
                <a:gd name="connsiteY250" fmla="*/ 616553 h 913828"/>
                <a:gd name="connsiteX251" fmla="*/ 336614 w 1005173"/>
                <a:gd name="connsiteY251" fmla="*/ 530733 h 913828"/>
                <a:gd name="connsiteX252" fmla="*/ 90869 w 1005173"/>
                <a:gd name="connsiteY252" fmla="*/ 685133 h 913828"/>
                <a:gd name="connsiteX253" fmla="*/ 205073 w 1005173"/>
                <a:gd name="connsiteY253" fmla="*/ 570929 h 913828"/>
                <a:gd name="connsiteX254" fmla="*/ 319278 w 1005173"/>
                <a:gd name="connsiteY254" fmla="*/ 685133 h 913828"/>
                <a:gd name="connsiteX255" fmla="*/ 170688 w 1005173"/>
                <a:gd name="connsiteY255" fmla="*/ 650748 h 913828"/>
                <a:gd name="connsiteX256" fmla="*/ 239363 w 1005173"/>
                <a:gd name="connsiteY256" fmla="*/ 650748 h 913828"/>
                <a:gd name="connsiteX257" fmla="*/ 239363 w 1005173"/>
                <a:gd name="connsiteY257" fmla="*/ 650748 h 913828"/>
                <a:gd name="connsiteX258" fmla="*/ 204978 w 1005173"/>
                <a:gd name="connsiteY258" fmla="*/ 685133 h 913828"/>
                <a:gd name="connsiteX259" fmla="*/ 170593 w 1005173"/>
                <a:gd name="connsiteY259" fmla="*/ 650748 h 913828"/>
                <a:gd name="connsiteX260" fmla="*/ 136398 w 1005173"/>
                <a:gd name="connsiteY260" fmla="*/ 685133 h 913828"/>
                <a:gd name="connsiteX261" fmla="*/ 204883 w 1005173"/>
                <a:gd name="connsiteY261" fmla="*/ 616649 h 913828"/>
                <a:gd name="connsiteX262" fmla="*/ 273463 w 1005173"/>
                <a:gd name="connsiteY262" fmla="*/ 685133 h 913828"/>
                <a:gd name="connsiteX263" fmla="*/ 384905 w 1005173"/>
                <a:gd name="connsiteY263" fmla="*/ 550831 h 913828"/>
                <a:gd name="connsiteX264" fmla="*/ 336423 w 1005173"/>
                <a:gd name="connsiteY264" fmla="*/ 530733 h 913828"/>
                <a:gd name="connsiteX265" fmla="*/ 481870 w 1005173"/>
                <a:gd name="connsiteY265" fmla="*/ 550831 h 913828"/>
                <a:gd name="connsiteX266" fmla="*/ 529114 w 1005173"/>
                <a:gd name="connsiteY266" fmla="*/ 531209 h 913828"/>
                <a:gd name="connsiteX267" fmla="*/ 384905 w 1005173"/>
                <a:gd name="connsiteY267" fmla="*/ 590931 h 913828"/>
                <a:gd name="connsiteX268" fmla="*/ 337661 w 1005173"/>
                <a:gd name="connsiteY268" fmla="*/ 610457 h 913828"/>
                <a:gd name="connsiteX269" fmla="*/ 481870 w 1005173"/>
                <a:gd name="connsiteY269" fmla="*/ 590931 h 913828"/>
                <a:gd name="connsiteX270" fmla="*/ 529114 w 1005173"/>
                <a:gd name="connsiteY270" fmla="*/ 610457 h 913828"/>
                <a:gd name="connsiteX271" fmla="*/ 453485 w 1005173"/>
                <a:gd name="connsiteY271" fmla="*/ 619316 h 913828"/>
                <a:gd name="connsiteX272" fmla="*/ 473012 w 1005173"/>
                <a:gd name="connsiteY272" fmla="*/ 666559 h 913828"/>
                <a:gd name="connsiteX273" fmla="*/ 413290 w 1005173"/>
                <a:gd name="connsiteY273" fmla="*/ 522351 h 913828"/>
                <a:gd name="connsiteX274" fmla="*/ 393668 w 1005173"/>
                <a:gd name="connsiteY274" fmla="*/ 475107 h 913828"/>
                <a:gd name="connsiteX275" fmla="*/ 413290 w 1005173"/>
                <a:gd name="connsiteY275" fmla="*/ 619316 h 913828"/>
                <a:gd name="connsiteX276" fmla="*/ 393668 w 1005173"/>
                <a:gd name="connsiteY276" fmla="*/ 666559 h 913828"/>
                <a:gd name="connsiteX277" fmla="*/ 453390 w 1005173"/>
                <a:gd name="connsiteY277" fmla="*/ 522351 h 913828"/>
                <a:gd name="connsiteX278" fmla="*/ 472916 w 1005173"/>
                <a:gd name="connsiteY278" fmla="*/ 475107 h 913828"/>
                <a:gd name="connsiteX279" fmla="*/ 474345 w 1005173"/>
                <a:gd name="connsiteY279" fmla="*/ 570833 h 913828"/>
                <a:gd name="connsiteX280" fmla="*/ 547402 w 1005173"/>
                <a:gd name="connsiteY280" fmla="*/ 570833 h 913828"/>
                <a:gd name="connsiteX281" fmla="*/ 456057 w 1005173"/>
                <a:gd name="connsiteY281" fmla="*/ 547973 h 913828"/>
                <a:gd name="connsiteX282" fmla="*/ 547402 w 1005173"/>
                <a:gd name="connsiteY282" fmla="*/ 456629 h 913828"/>
                <a:gd name="connsiteX283" fmla="*/ 456057 w 1005173"/>
                <a:gd name="connsiteY283" fmla="*/ 593693 h 913828"/>
                <a:gd name="connsiteX284" fmla="*/ 547402 w 1005173"/>
                <a:gd name="connsiteY284" fmla="*/ 685038 h 913828"/>
                <a:gd name="connsiteX285" fmla="*/ 410337 w 1005173"/>
                <a:gd name="connsiteY285" fmla="*/ 547973 h 913828"/>
                <a:gd name="connsiteX286" fmla="*/ 341852 w 1005173"/>
                <a:gd name="connsiteY286" fmla="*/ 479489 h 913828"/>
                <a:gd name="connsiteX287" fmla="*/ 433197 w 1005173"/>
                <a:gd name="connsiteY287" fmla="*/ 611981 h 913828"/>
                <a:gd name="connsiteX288" fmla="*/ 433197 w 1005173"/>
                <a:gd name="connsiteY288" fmla="*/ 685038 h 913828"/>
                <a:gd name="connsiteX289" fmla="*/ 392049 w 1005173"/>
                <a:gd name="connsiteY289" fmla="*/ 570833 h 913828"/>
                <a:gd name="connsiteX290" fmla="*/ 341757 w 1005173"/>
                <a:gd name="connsiteY290" fmla="*/ 570833 h 913828"/>
                <a:gd name="connsiteX291" fmla="*/ 433102 w 1005173"/>
                <a:gd name="connsiteY291" fmla="*/ 529685 h 913828"/>
                <a:gd name="connsiteX292" fmla="*/ 433102 w 1005173"/>
                <a:gd name="connsiteY292" fmla="*/ 456533 h 913828"/>
                <a:gd name="connsiteX293" fmla="*/ 410242 w 1005173"/>
                <a:gd name="connsiteY293" fmla="*/ 593598 h 913828"/>
                <a:gd name="connsiteX294" fmla="*/ 318897 w 1005173"/>
                <a:gd name="connsiteY294" fmla="*/ 684943 h 913828"/>
                <a:gd name="connsiteX295" fmla="*/ 286512 w 1005173"/>
                <a:gd name="connsiteY295" fmla="*/ 390239 h 913828"/>
                <a:gd name="connsiteX296" fmla="*/ 272987 w 1005173"/>
                <a:gd name="connsiteY296" fmla="*/ 369665 h 913828"/>
                <a:gd name="connsiteX297" fmla="*/ 295751 w 1005173"/>
                <a:gd name="connsiteY297" fmla="*/ 344615 h 913828"/>
                <a:gd name="connsiteX298" fmla="*/ 318897 w 1005173"/>
                <a:gd name="connsiteY298" fmla="*/ 319469 h 913828"/>
                <a:gd name="connsiteX299" fmla="*/ 318897 w 1005173"/>
                <a:gd name="connsiteY299" fmla="*/ 393859 h 913828"/>
                <a:gd name="connsiteX300" fmla="*/ 300990 w 1005173"/>
                <a:gd name="connsiteY300" fmla="*/ 410146 h 913828"/>
                <a:gd name="connsiteX301" fmla="*/ 286417 w 1005173"/>
                <a:gd name="connsiteY301" fmla="*/ 397097 h 913828"/>
                <a:gd name="connsiteX302" fmla="*/ 286417 w 1005173"/>
                <a:gd name="connsiteY302" fmla="*/ 390239 h 913828"/>
                <a:gd name="connsiteX303" fmla="*/ 195548 w 1005173"/>
                <a:gd name="connsiteY303" fmla="*/ 358140 h 913828"/>
                <a:gd name="connsiteX304" fmla="*/ 190214 w 1005173"/>
                <a:gd name="connsiteY304" fmla="*/ 352806 h 913828"/>
                <a:gd name="connsiteX305" fmla="*/ 169640 w 1005173"/>
                <a:gd name="connsiteY305" fmla="*/ 358140 h 913828"/>
                <a:gd name="connsiteX306" fmla="*/ 174974 w 1005173"/>
                <a:gd name="connsiteY306" fmla="*/ 352806 h 913828"/>
                <a:gd name="connsiteX307" fmla="*/ 182594 w 1005173"/>
                <a:gd name="connsiteY307" fmla="*/ 363474 h 913828"/>
                <a:gd name="connsiteX308" fmla="*/ 182594 w 1005173"/>
                <a:gd name="connsiteY308" fmla="*/ 355854 h 913828"/>
                <a:gd name="connsiteX309" fmla="*/ 239649 w 1005173"/>
                <a:gd name="connsiteY309" fmla="*/ 358140 h 913828"/>
                <a:gd name="connsiteX310" fmla="*/ 234315 w 1005173"/>
                <a:gd name="connsiteY310" fmla="*/ 352806 h 913828"/>
                <a:gd name="connsiteX311" fmla="*/ 213741 w 1005173"/>
                <a:gd name="connsiteY311" fmla="*/ 358140 h 913828"/>
                <a:gd name="connsiteX312" fmla="*/ 219075 w 1005173"/>
                <a:gd name="connsiteY312" fmla="*/ 352806 h 913828"/>
                <a:gd name="connsiteX313" fmla="*/ 226695 w 1005173"/>
                <a:gd name="connsiteY313" fmla="*/ 363474 h 913828"/>
                <a:gd name="connsiteX314" fmla="*/ 226695 w 1005173"/>
                <a:gd name="connsiteY314" fmla="*/ 355854 h 913828"/>
                <a:gd name="connsiteX315" fmla="*/ 238697 w 1005173"/>
                <a:gd name="connsiteY315" fmla="*/ 339376 h 913828"/>
                <a:gd name="connsiteX316" fmla="*/ 226695 w 1005173"/>
                <a:gd name="connsiteY316" fmla="*/ 327374 h 913828"/>
                <a:gd name="connsiteX317" fmla="*/ 214694 w 1005173"/>
                <a:gd name="connsiteY317" fmla="*/ 339376 h 913828"/>
                <a:gd name="connsiteX318" fmla="*/ 238601 w 1005173"/>
                <a:gd name="connsiteY318" fmla="*/ 339376 h 913828"/>
                <a:gd name="connsiteX319" fmla="*/ 222790 w 1005173"/>
                <a:gd name="connsiteY319" fmla="*/ 339376 h 913828"/>
                <a:gd name="connsiteX320" fmla="*/ 222790 w 1005173"/>
                <a:gd name="connsiteY320" fmla="*/ 342519 h 913828"/>
                <a:gd name="connsiteX321" fmla="*/ 226790 w 1005173"/>
                <a:gd name="connsiteY321" fmla="*/ 346424 h 913828"/>
                <a:gd name="connsiteX322" fmla="*/ 230696 w 1005173"/>
                <a:gd name="connsiteY322" fmla="*/ 342519 h 913828"/>
                <a:gd name="connsiteX323" fmla="*/ 230696 w 1005173"/>
                <a:gd name="connsiteY323" fmla="*/ 339376 h 913828"/>
                <a:gd name="connsiteX324" fmla="*/ 170688 w 1005173"/>
                <a:gd name="connsiteY324" fmla="*/ 339376 h 913828"/>
                <a:gd name="connsiteX325" fmla="*/ 182690 w 1005173"/>
                <a:gd name="connsiteY325" fmla="*/ 327374 h 913828"/>
                <a:gd name="connsiteX326" fmla="*/ 194691 w 1005173"/>
                <a:gd name="connsiteY326" fmla="*/ 339376 h 913828"/>
                <a:gd name="connsiteX327" fmla="*/ 170783 w 1005173"/>
                <a:gd name="connsiteY327" fmla="*/ 339376 h 913828"/>
                <a:gd name="connsiteX328" fmla="*/ 186595 w 1005173"/>
                <a:gd name="connsiteY328" fmla="*/ 339376 h 913828"/>
                <a:gd name="connsiteX329" fmla="*/ 186595 w 1005173"/>
                <a:gd name="connsiteY329" fmla="*/ 342519 h 913828"/>
                <a:gd name="connsiteX330" fmla="*/ 182594 w 1005173"/>
                <a:gd name="connsiteY330" fmla="*/ 346424 h 913828"/>
                <a:gd name="connsiteX331" fmla="*/ 178689 w 1005173"/>
                <a:gd name="connsiteY331" fmla="*/ 342519 h 913828"/>
                <a:gd name="connsiteX332" fmla="*/ 178689 w 1005173"/>
                <a:gd name="connsiteY332" fmla="*/ 339376 h 913828"/>
                <a:gd name="connsiteX333" fmla="*/ 303657 w 1005173"/>
                <a:gd name="connsiteY333" fmla="*/ 378619 h 913828"/>
                <a:gd name="connsiteX334" fmla="*/ 318802 w 1005173"/>
                <a:gd name="connsiteY334" fmla="*/ 393764 h 913828"/>
                <a:gd name="connsiteX335" fmla="*/ 318802 w 1005173"/>
                <a:gd name="connsiteY335" fmla="*/ 371380 h 913828"/>
                <a:gd name="connsiteX336" fmla="*/ 318802 w 1005173"/>
                <a:gd name="connsiteY336" fmla="*/ 456438 h 913828"/>
                <a:gd name="connsiteX337" fmla="*/ 142208 w 1005173"/>
                <a:gd name="connsiteY337" fmla="*/ 270320 h 913828"/>
                <a:gd name="connsiteX338" fmla="*/ 137351 w 1005173"/>
                <a:gd name="connsiteY338" fmla="*/ 265462 h 913828"/>
                <a:gd name="connsiteX339" fmla="*/ 132493 w 1005173"/>
                <a:gd name="connsiteY339" fmla="*/ 270320 h 913828"/>
                <a:gd name="connsiteX340" fmla="*/ 137351 w 1005173"/>
                <a:gd name="connsiteY340" fmla="*/ 275177 h 913828"/>
                <a:gd name="connsiteX341" fmla="*/ 142208 w 1005173"/>
                <a:gd name="connsiteY341" fmla="*/ 270320 h 913828"/>
                <a:gd name="connsiteX342" fmla="*/ 96298 w 1005173"/>
                <a:gd name="connsiteY342" fmla="*/ 270320 h 913828"/>
                <a:gd name="connsiteX343" fmla="*/ 91440 w 1005173"/>
                <a:gd name="connsiteY343" fmla="*/ 265462 h 913828"/>
                <a:gd name="connsiteX344" fmla="*/ 86582 w 1005173"/>
                <a:gd name="connsiteY344" fmla="*/ 270320 h 913828"/>
                <a:gd name="connsiteX345" fmla="*/ 91440 w 1005173"/>
                <a:gd name="connsiteY345" fmla="*/ 275177 h 913828"/>
                <a:gd name="connsiteX346" fmla="*/ 96298 w 1005173"/>
                <a:gd name="connsiteY346" fmla="*/ 270320 h 913828"/>
                <a:gd name="connsiteX347" fmla="*/ 117348 w 1005173"/>
                <a:gd name="connsiteY347" fmla="*/ 299276 h 913828"/>
                <a:gd name="connsiteX348" fmla="*/ 112490 w 1005173"/>
                <a:gd name="connsiteY348" fmla="*/ 294418 h 913828"/>
                <a:gd name="connsiteX349" fmla="*/ 107633 w 1005173"/>
                <a:gd name="connsiteY349" fmla="*/ 299276 h 913828"/>
                <a:gd name="connsiteX350" fmla="*/ 112490 w 1005173"/>
                <a:gd name="connsiteY350" fmla="*/ 304133 h 913828"/>
                <a:gd name="connsiteX351" fmla="*/ 117348 w 1005173"/>
                <a:gd name="connsiteY351" fmla="*/ 299276 h 913828"/>
                <a:gd name="connsiteX352" fmla="*/ 156972 w 1005173"/>
                <a:gd name="connsiteY352" fmla="*/ 249460 h 913828"/>
                <a:gd name="connsiteX353" fmla="*/ 152114 w 1005173"/>
                <a:gd name="connsiteY353" fmla="*/ 244602 h 913828"/>
                <a:gd name="connsiteX354" fmla="*/ 147257 w 1005173"/>
                <a:gd name="connsiteY354" fmla="*/ 249460 h 913828"/>
                <a:gd name="connsiteX355" fmla="*/ 152114 w 1005173"/>
                <a:gd name="connsiteY355" fmla="*/ 254318 h 913828"/>
                <a:gd name="connsiteX356" fmla="*/ 156972 w 1005173"/>
                <a:gd name="connsiteY356" fmla="*/ 249460 h 913828"/>
                <a:gd name="connsiteX357" fmla="*/ 112490 w 1005173"/>
                <a:gd name="connsiteY357" fmla="*/ 294418 h 913828"/>
                <a:gd name="connsiteX358" fmla="*/ 112490 w 1005173"/>
                <a:gd name="connsiteY358" fmla="*/ 255937 h 913828"/>
                <a:gd name="connsiteX359" fmla="*/ 118967 w 1005173"/>
                <a:gd name="connsiteY359" fmla="*/ 249460 h 913828"/>
                <a:gd name="connsiteX360" fmla="*/ 147161 w 1005173"/>
                <a:gd name="connsiteY360" fmla="*/ 249460 h 913828"/>
                <a:gd name="connsiteX361" fmla="*/ 226505 w 1005173"/>
                <a:gd name="connsiteY361" fmla="*/ 301181 h 913828"/>
                <a:gd name="connsiteX362" fmla="*/ 226505 w 1005173"/>
                <a:gd name="connsiteY362" fmla="*/ 263938 h 913828"/>
                <a:gd name="connsiteX363" fmla="*/ 219551 w 1005173"/>
                <a:gd name="connsiteY363" fmla="*/ 256985 h 913828"/>
                <a:gd name="connsiteX364" fmla="*/ 191262 w 1005173"/>
                <a:gd name="connsiteY364" fmla="*/ 256985 h 913828"/>
                <a:gd name="connsiteX365" fmla="*/ 300704 w 1005173"/>
                <a:gd name="connsiteY365" fmla="*/ 268605 h 913828"/>
                <a:gd name="connsiteX366" fmla="*/ 300704 w 1005173"/>
                <a:gd name="connsiteY366" fmla="*/ 303276 h 913828"/>
                <a:gd name="connsiteX367" fmla="*/ 281654 w 1005173"/>
                <a:gd name="connsiteY367" fmla="*/ 332804 h 913828"/>
                <a:gd name="connsiteX368" fmla="*/ 281654 w 1005173"/>
                <a:gd name="connsiteY368" fmla="*/ 286607 h 913828"/>
                <a:gd name="connsiteX369" fmla="*/ 274225 w 1005173"/>
                <a:gd name="connsiteY369" fmla="*/ 279178 h 913828"/>
                <a:gd name="connsiteX370" fmla="*/ 247460 w 1005173"/>
                <a:gd name="connsiteY370" fmla="*/ 279178 h 913828"/>
                <a:gd name="connsiteX371" fmla="*/ 319754 w 1005173"/>
                <a:gd name="connsiteY371" fmla="*/ 319754 h 913828"/>
                <a:gd name="connsiteX372" fmla="*/ 319754 w 1005173"/>
                <a:gd name="connsiteY372" fmla="*/ 269177 h 913828"/>
                <a:gd name="connsiteX373" fmla="*/ 314992 w 1005173"/>
                <a:gd name="connsiteY373" fmla="*/ 257747 h 913828"/>
                <a:gd name="connsiteX374" fmla="*/ 291179 w 1005173"/>
                <a:gd name="connsiteY374" fmla="*/ 234220 h 913828"/>
                <a:gd name="connsiteX375" fmla="*/ 267367 w 1005173"/>
                <a:gd name="connsiteY375" fmla="*/ 257747 h 913828"/>
                <a:gd name="connsiteX376" fmla="*/ 262604 w 1005173"/>
                <a:gd name="connsiteY376" fmla="*/ 269177 h 913828"/>
                <a:gd name="connsiteX377" fmla="*/ 262604 w 1005173"/>
                <a:gd name="connsiteY377" fmla="*/ 279273 h 913828"/>
                <a:gd name="connsiteX378" fmla="*/ 142113 w 1005173"/>
                <a:gd name="connsiteY378" fmla="*/ 270415 h 913828"/>
                <a:gd name="connsiteX379" fmla="*/ 184690 w 1005173"/>
                <a:gd name="connsiteY379" fmla="*/ 270415 h 913828"/>
                <a:gd name="connsiteX380" fmla="*/ 191167 w 1005173"/>
                <a:gd name="connsiteY380" fmla="*/ 263938 h 913828"/>
                <a:gd name="connsiteX381" fmla="*/ 191167 w 1005173"/>
                <a:gd name="connsiteY381" fmla="*/ 257080 h 913828"/>
                <a:gd name="connsiteX382" fmla="*/ 183356 w 1005173"/>
                <a:gd name="connsiteY382" fmla="*/ 257080 h 913828"/>
                <a:gd name="connsiteX383" fmla="*/ 176879 w 1005173"/>
                <a:gd name="connsiteY383" fmla="*/ 250603 h 913828"/>
                <a:gd name="connsiteX384" fmla="*/ 176879 w 1005173"/>
                <a:gd name="connsiteY384" fmla="*/ 235077 h 913828"/>
                <a:gd name="connsiteX385" fmla="*/ 170402 w 1005173"/>
                <a:gd name="connsiteY385" fmla="*/ 228600 h 913828"/>
                <a:gd name="connsiteX386" fmla="*/ 91249 w 1005173"/>
                <a:gd name="connsiteY386" fmla="*/ 228600 h 913828"/>
                <a:gd name="connsiteX387" fmla="*/ 91249 w 1005173"/>
                <a:gd name="connsiteY387" fmla="*/ 265652 h 913828"/>
                <a:gd name="connsiteX388" fmla="*/ 247364 w 1005173"/>
                <a:gd name="connsiteY388" fmla="*/ 320326 h 913828"/>
                <a:gd name="connsiteX389" fmla="*/ 247364 w 1005173"/>
                <a:gd name="connsiteY389" fmla="*/ 236030 h 913828"/>
                <a:gd name="connsiteX390" fmla="*/ 239935 w 1005173"/>
                <a:gd name="connsiteY390" fmla="*/ 228600 h 913828"/>
                <a:gd name="connsiteX391" fmla="*/ 212884 w 1005173"/>
                <a:gd name="connsiteY391" fmla="*/ 228600 h 913828"/>
                <a:gd name="connsiteX392" fmla="*/ 205454 w 1005173"/>
                <a:gd name="connsiteY392" fmla="*/ 236030 h 913828"/>
                <a:gd name="connsiteX393" fmla="*/ 205454 w 1005173"/>
                <a:gd name="connsiteY393" fmla="*/ 388334 h 913828"/>
                <a:gd name="connsiteX394" fmla="*/ 158306 w 1005173"/>
                <a:gd name="connsiteY394" fmla="*/ 445961 h 913828"/>
                <a:gd name="connsiteX395" fmla="*/ 148304 w 1005173"/>
                <a:gd name="connsiteY395" fmla="*/ 457010 h 913828"/>
                <a:gd name="connsiteX396" fmla="*/ 178213 w 1005173"/>
                <a:gd name="connsiteY396" fmla="*/ 423863 h 913828"/>
                <a:gd name="connsiteX397" fmla="*/ 168212 w 1005173"/>
                <a:gd name="connsiteY397" fmla="*/ 434912 h 913828"/>
                <a:gd name="connsiteX398" fmla="*/ 198120 w 1005173"/>
                <a:gd name="connsiteY398" fmla="*/ 401765 h 913828"/>
                <a:gd name="connsiteX399" fmla="*/ 188119 w 1005173"/>
                <a:gd name="connsiteY399" fmla="*/ 412814 h 913828"/>
                <a:gd name="connsiteX400" fmla="*/ 205359 w 1005173"/>
                <a:gd name="connsiteY400" fmla="*/ 457010 h 913828"/>
                <a:gd name="connsiteX401" fmla="*/ 205359 w 1005173"/>
                <a:gd name="connsiteY401" fmla="*/ 388334 h 913828"/>
                <a:gd name="connsiteX402" fmla="*/ 252508 w 1005173"/>
                <a:gd name="connsiteY402" fmla="*/ 445961 h 913828"/>
                <a:gd name="connsiteX403" fmla="*/ 262509 w 1005173"/>
                <a:gd name="connsiteY403" fmla="*/ 457010 h 913828"/>
                <a:gd name="connsiteX404" fmla="*/ 232601 w 1005173"/>
                <a:gd name="connsiteY404" fmla="*/ 423863 h 913828"/>
                <a:gd name="connsiteX405" fmla="*/ 242602 w 1005173"/>
                <a:gd name="connsiteY405" fmla="*/ 434912 h 913828"/>
                <a:gd name="connsiteX406" fmla="*/ 212693 w 1005173"/>
                <a:gd name="connsiteY406" fmla="*/ 401765 h 913828"/>
                <a:gd name="connsiteX407" fmla="*/ 222695 w 1005173"/>
                <a:gd name="connsiteY407" fmla="*/ 412814 h 913828"/>
                <a:gd name="connsiteX408" fmla="*/ 227552 w 1005173"/>
                <a:gd name="connsiteY408" fmla="*/ 327946 h 913828"/>
                <a:gd name="connsiteX409" fmla="*/ 240697 w 1005173"/>
                <a:gd name="connsiteY409" fmla="*/ 320326 h 913828"/>
                <a:gd name="connsiteX410" fmla="*/ 255842 w 1005173"/>
                <a:gd name="connsiteY410" fmla="*/ 335471 h 913828"/>
                <a:gd name="connsiteX411" fmla="*/ 255842 w 1005173"/>
                <a:gd name="connsiteY411" fmla="*/ 418624 h 913828"/>
                <a:gd name="connsiteX412" fmla="*/ 183356 w 1005173"/>
                <a:gd name="connsiteY412" fmla="*/ 327946 h 913828"/>
                <a:gd name="connsiteX413" fmla="*/ 170212 w 1005173"/>
                <a:gd name="connsiteY413" fmla="*/ 320326 h 913828"/>
                <a:gd name="connsiteX414" fmla="*/ 155067 w 1005173"/>
                <a:gd name="connsiteY414" fmla="*/ 335471 h 913828"/>
                <a:gd name="connsiteX415" fmla="*/ 155067 w 1005173"/>
                <a:gd name="connsiteY415" fmla="*/ 418624 h 913828"/>
                <a:gd name="connsiteX416" fmla="*/ 319659 w 1005173"/>
                <a:gd name="connsiteY416" fmla="*/ 457010 h 913828"/>
                <a:gd name="connsiteX417" fmla="*/ 205454 w 1005173"/>
                <a:gd name="connsiteY417" fmla="*/ 388334 h 913828"/>
                <a:gd name="connsiteX418" fmla="*/ 315087 w 1005173"/>
                <a:gd name="connsiteY418" fmla="*/ 361093 h 913828"/>
                <a:gd name="connsiteX419" fmla="*/ 319659 w 1005173"/>
                <a:gd name="connsiteY419" fmla="*/ 371951 h 913828"/>
                <a:gd name="connsiteX420" fmla="*/ 91249 w 1005173"/>
                <a:gd name="connsiteY420" fmla="*/ 319945 h 913828"/>
                <a:gd name="connsiteX421" fmla="*/ 116205 w 1005173"/>
                <a:gd name="connsiteY421" fmla="*/ 344900 h 913828"/>
                <a:gd name="connsiteX422" fmla="*/ 141161 w 1005173"/>
                <a:gd name="connsiteY422" fmla="*/ 369856 h 913828"/>
                <a:gd name="connsiteX423" fmla="*/ 128111 w 1005173"/>
                <a:gd name="connsiteY423" fmla="*/ 391859 h 913828"/>
                <a:gd name="connsiteX424" fmla="*/ 129064 w 1005173"/>
                <a:gd name="connsiteY424" fmla="*/ 397764 h 913828"/>
                <a:gd name="connsiteX425" fmla="*/ 110204 w 1005173"/>
                <a:gd name="connsiteY425" fmla="*/ 416624 h 913828"/>
                <a:gd name="connsiteX426" fmla="*/ 91249 w 1005173"/>
                <a:gd name="connsiteY426" fmla="*/ 397764 h 913828"/>
                <a:gd name="connsiteX427" fmla="*/ 91249 w 1005173"/>
                <a:gd name="connsiteY427" fmla="*/ 457010 h 913828"/>
                <a:gd name="connsiteX428" fmla="*/ 205454 w 1005173"/>
                <a:gd name="connsiteY428" fmla="*/ 388334 h 913828"/>
                <a:gd name="connsiteX429" fmla="*/ 142113 w 1005173"/>
                <a:gd name="connsiteY429" fmla="*/ 299657 h 913828"/>
                <a:gd name="connsiteX430" fmla="*/ 137255 w 1005173"/>
                <a:gd name="connsiteY430" fmla="*/ 294799 h 913828"/>
                <a:gd name="connsiteX431" fmla="*/ 132398 w 1005173"/>
                <a:gd name="connsiteY431" fmla="*/ 299657 h 913828"/>
                <a:gd name="connsiteX432" fmla="*/ 137255 w 1005173"/>
                <a:gd name="connsiteY432" fmla="*/ 304514 h 913828"/>
                <a:gd name="connsiteX433" fmla="*/ 142113 w 1005173"/>
                <a:gd name="connsiteY433" fmla="*/ 299657 h 913828"/>
                <a:gd name="connsiteX434" fmla="*/ 163544 w 1005173"/>
                <a:gd name="connsiteY434" fmla="*/ 270510 h 913828"/>
                <a:gd name="connsiteX435" fmla="*/ 163544 w 1005173"/>
                <a:gd name="connsiteY435" fmla="*/ 292894 h 913828"/>
                <a:gd name="connsiteX436" fmla="*/ 157067 w 1005173"/>
                <a:gd name="connsiteY436" fmla="*/ 299371 h 913828"/>
                <a:gd name="connsiteX437" fmla="*/ 142113 w 1005173"/>
                <a:gd name="connsiteY437" fmla="*/ 299371 h 913828"/>
                <a:gd name="connsiteX438" fmla="*/ 499301 w 1005173"/>
                <a:gd name="connsiteY438" fmla="*/ 277368 h 913828"/>
                <a:gd name="connsiteX439" fmla="*/ 451199 w 1005173"/>
                <a:gd name="connsiteY439" fmla="*/ 294704 h 913828"/>
                <a:gd name="connsiteX440" fmla="*/ 433864 w 1005173"/>
                <a:gd name="connsiteY440" fmla="*/ 331851 h 913828"/>
                <a:gd name="connsiteX441" fmla="*/ 433864 w 1005173"/>
                <a:gd name="connsiteY441" fmla="*/ 342805 h 913828"/>
                <a:gd name="connsiteX442" fmla="*/ 499301 w 1005173"/>
                <a:gd name="connsiteY442" fmla="*/ 277368 h 913828"/>
                <a:gd name="connsiteX443" fmla="*/ 416528 w 1005173"/>
                <a:gd name="connsiteY443" fmla="*/ 294704 h 913828"/>
                <a:gd name="connsiteX444" fmla="*/ 368427 w 1005173"/>
                <a:gd name="connsiteY444" fmla="*/ 277368 h 913828"/>
                <a:gd name="connsiteX445" fmla="*/ 433864 w 1005173"/>
                <a:gd name="connsiteY445" fmla="*/ 342805 h 913828"/>
                <a:gd name="connsiteX446" fmla="*/ 416528 w 1005173"/>
                <a:gd name="connsiteY446" fmla="*/ 294704 h 913828"/>
                <a:gd name="connsiteX447" fmla="*/ 433864 w 1005173"/>
                <a:gd name="connsiteY447" fmla="*/ 279749 h 913828"/>
                <a:gd name="connsiteX448" fmla="*/ 395097 w 1005173"/>
                <a:gd name="connsiteY448" fmla="*/ 247555 h 913828"/>
                <a:gd name="connsiteX449" fmla="*/ 387191 w 1005173"/>
                <a:gd name="connsiteY449" fmla="*/ 278606 h 913828"/>
                <a:gd name="connsiteX450" fmla="*/ 480441 w 1005173"/>
                <a:gd name="connsiteY450" fmla="*/ 278606 h 913828"/>
                <a:gd name="connsiteX451" fmla="*/ 472535 w 1005173"/>
                <a:gd name="connsiteY451" fmla="*/ 247555 h 913828"/>
                <a:gd name="connsiteX452" fmla="*/ 430816 w 1005173"/>
                <a:gd name="connsiteY452" fmla="*/ 286036 h 913828"/>
                <a:gd name="connsiteX453" fmla="*/ 426053 w 1005173"/>
                <a:gd name="connsiteY453" fmla="*/ 307086 h 913828"/>
                <a:gd name="connsiteX454" fmla="*/ 454628 w 1005173"/>
                <a:gd name="connsiteY454" fmla="*/ 256318 h 913828"/>
                <a:gd name="connsiteX455" fmla="*/ 433864 w 1005173"/>
                <a:gd name="connsiteY455" fmla="*/ 228505 h 913828"/>
                <a:gd name="connsiteX456" fmla="*/ 413099 w 1005173"/>
                <a:gd name="connsiteY456" fmla="*/ 256318 h 913828"/>
                <a:gd name="connsiteX457" fmla="*/ 456724 w 1005173"/>
                <a:gd name="connsiteY457" fmla="*/ 365570 h 913828"/>
                <a:gd name="connsiteX458" fmla="*/ 570929 w 1005173"/>
                <a:gd name="connsiteY458" fmla="*/ 251365 h 913828"/>
                <a:gd name="connsiteX459" fmla="*/ 411004 w 1005173"/>
                <a:gd name="connsiteY459" fmla="*/ 365570 h 913828"/>
                <a:gd name="connsiteX460" fmla="*/ 319659 w 1005173"/>
                <a:gd name="connsiteY460" fmla="*/ 274225 h 913828"/>
                <a:gd name="connsiteX461" fmla="*/ 365379 w 1005173"/>
                <a:gd name="connsiteY461" fmla="*/ 411290 h 913828"/>
                <a:gd name="connsiteX462" fmla="*/ 315087 w 1005173"/>
                <a:gd name="connsiteY462" fmla="*/ 361093 h 913828"/>
                <a:gd name="connsiteX463" fmla="*/ 388144 w 1005173"/>
                <a:gd name="connsiteY463" fmla="*/ 388525 h 913828"/>
                <a:gd name="connsiteX464" fmla="*/ 319564 w 1005173"/>
                <a:gd name="connsiteY464" fmla="*/ 319945 h 913828"/>
                <a:gd name="connsiteX465" fmla="*/ 502349 w 1005173"/>
                <a:gd name="connsiteY465" fmla="*/ 411290 h 913828"/>
                <a:gd name="connsiteX466" fmla="*/ 570929 w 1005173"/>
                <a:gd name="connsiteY466" fmla="*/ 342805 h 913828"/>
                <a:gd name="connsiteX467" fmla="*/ 479584 w 1005173"/>
                <a:gd name="connsiteY467" fmla="*/ 388525 h 913828"/>
                <a:gd name="connsiteX468" fmla="*/ 565404 w 1005173"/>
                <a:gd name="connsiteY468" fmla="*/ 302705 h 913828"/>
                <a:gd name="connsiteX469" fmla="*/ 319659 w 1005173"/>
                <a:gd name="connsiteY469" fmla="*/ 457105 h 913828"/>
                <a:gd name="connsiteX470" fmla="*/ 433864 w 1005173"/>
                <a:gd name="connsiteY470" fmla="*/ 342900 h 913828"/>
                <a:gd name="connsiteX471" fmla="*/ 548069 w 1005173"/>
                <a:gd name="connsiteY471" fmla="*/ 457105 h 913828"/>
                <a:gd name="connsiteX472" fmla="*/ 399479 w 1005173"/>
                <a:gd name="connsiteY472" fmla="*/ 422720 h 913828"/>
                <a:gd name="connsiteX473" fmla="*/ 468249 w 1005173"/>
                <a:gd name="connsiteY473" fmla="*/ 422720 h 913828"/>
                <a:gd name="connsiteX474" fmla="*/ 468249 w 1005173"/>
                <a:gd name="connsiteY474" fmla="*/ 422720 h 913828"/>
                <a:gd name="connsiteX475" fmla="*/ 433864 w 1005173"/>
                <a:gd name="connsiteY475" fmla="*/ 457105 h 913828"/>
                <a:gd name="connsiteX476" fmla="*/ 399479 w 1005173"/>
                <a:gd name="connsiteY476" fmla="*/ 422720 h 913828"/>
                <a:gd name="connsiteX477" fmla="*/ 365284 w 1005173"/>
                <a:gd name="connsiteY477" fmla="*/ 457105 h 913828"/>
                <a:gd name="connsiteX478" fmla="*/ 433769 w 1005173"/>
                <a:gd name="connsiteY478" fmla="*/ 388620 h 913828"/>
                <a:gd name="connsiteX479" fmla="*/ 502349 w 1005173"/>
                <a:gd name="connsiteY479" fmla="*/ 457105 h 913828"/>
                <a:gd name="connsiteX480" fmla="*/ 298895 w 1005173"/>
                <a:gd name="connsiteY480" fmla="*/ 123444 h 913828"/>
                <a:gd name="connsiteX481" fmla="*/ 298895 w 1005173"/>
                <a:gd name="connsiteY481" fmla="*/ 62770 h 913828"/>
                <a:gd name="connsiteX482" fmla="*/ 316325 w 1005173"/>
                <a:gd name="connsiteY482" fmla="*/ 45339 h 913828"/>
                <a:gd name="connsiteX483" fmla="*/ 115919 w 1005173"/>
                <a:gd name="connsiteY483" fmla="*/ 58960 h 913828"/>
                <a:gd name="connsiteX484" fmla="*/ 91345 w 1005173"/>
                <a:gd name="connsiteY484" fmla="*/ 34290 h 913828"/>
                <a:gd name="connsiteX485" fmla="*/ 91345 w 1005173"/>
                <a:gd name="connsiteY485" fmla="*/ 193929 h 913828"/>
                <a:gd name="connsiteX486" fmla="*/ 133160 w 1005173"/>
                <a:gd name="connsiteY486" fmla="*/ 152114 h 913828"/>
                <a:gd name="connsiteX487" fmla="*/ 133160 w 1005173"/>
                <a:gd name="connsiteY487" fmla="*/ 41815 h 913828"/>
                <a:gd name="connsiteX488" fmla="*/ 168116 w 1005173"/>
                <a:gd name="connsiteY488" fmla="*/ 76772 h 913828"/>
                <a:gd name="connsiteX489" fmla="*/ 168116 w 1005173"/>
                <a:gd name="connsiteY489" fmla="*/ 97346 h 913828"/>
                <a:gd name="connsiteX490" fmla="*/ 246126 w 1005173"/>
                <a:gd name="connsiteY490" fmla="*/ 189071 h 913828"/>
                <a:gd name="connsiteX491" fmla="*/ 275368 w 1005173"/>
                <a:gd name="connsiteY491" fmla="*/ 218313 h 913828"/>
                <a:gd name="connsiteX492" fmla="*/ 138017 w 1005173"/>
                <a:gd name="connsiteY492" fmla="*/ 216027 h 913828"/>
                <a:gd name="connsiteX493" fmla="*/ 150305 w 1005173"/>
                <a:gd name="connsiteY493" fmla="*/ 203740 h 913828"/>
                <a:gd name="connsiteX494" fmla="*/ 205550 w 1005173"/>
                <a:gd name="connsiteY494" fmla="*/ 203740 h 913828"/>
                <a:gd name="connsiteX495" fmla="*/ 233172 w 1005173"/>
                <a:gd name="connsiteY495" fmla="*/ 71057 h 913828"/>
                <a:gd name="connsiteX496" fmla="*/ 233172 w 1005173"/>
                <a:gd name="connsiteY496" fmla="*/ 154686 h 913828"/>
                <a:gd name="connsiteX497" fmla="*/ 186785 w 1005173"/>
                <a:gd name="connsiteY497" fmla="*/ 178784 h 913828"/>
                <a:gd name="connsiteX498" fmla="*/ 186785 w 1005173"/>
                <a:gd name="connsiteY498" fmla="*/ 126968 h 913828"/>
                <a:gd name="connsiteX499" fmla="*/ 150590 w 1005173"/>
                <a:gd name="connsiteY499" fmla="*/ 76676 h 913828"/>
                <a:gd name="connsiteX500" fmla="*/ 150590 w 1005173"/>
                <a:gd name="connsiteY500" fmla="*/ 163163 h 913828"/>
                <a:gd name="connsiteX501" fmla="*/ 182118 w 1005173"/>
                <a:gd name="connsiteY501" fmla="*/ 52673 h 913828"/>
                <a:gd name="connsiteX502" fmla="*/ 129445 w 1005173"/>
                <a:gd name="connsiteY502" fmla="*/ 0 h 913828"/>
                <a:gd name="connsiteX503" fmla="*/ 281750 w 1005173"/>
                <a:gd name="connsiteY503" fmla="*/ 0 h 913828"/>
                <a:gd name="connsiteX504" fmla="*/ 257080 w 1005173"/>
                <a:gd name="connsiteY504" fmla="*/ 24575 h 913828"/>
                <a:gd name="connsiteX505" fmla="*/ 319850 w 1005173"/>
                <a:gd name="connsiteY505" fmla="*/ 0 h 913828"/>
                <a:gd name="connsiteX506" fmla="*/ 295275 w 1005173"/>
                <a:gd name="connsiteY506" fmla="*/ 24575 h 913828"/>
                <a:gd name="connsiteX507" fmla="*/ 91345 w 1005173"/>
                <a:gd name="connsiteY507" fmla="*/ 0 h 913828"/>
                <a:gd name="connsiteX508" fmla="*/ 115919 w 1005173"/>
                <a:gd name="connsiteY508" fmla="*/ 24575 h 913828"/>
                <a:gd name="connsiteX509" fmla="*/ 133064 w 1005173"/>
                <a:gd name="connsiteY509" fmla="*/ 186595 h 913828"/>
                <a:gd name="connsiteX510" fmla="*/ 91249 w 1005173"/>
                <a:gd name="connsiteY510" fmla="*/ 228410 h 913828"/>
                <a:gd name="connsiteX511" fmla="*/ 319659 w 1005173"/>
                <a:gd name="connsiteY511" fmla="*/ 228410 h 913828"/>
                <a:gd name="connsiteX512" fmla="*/ 295085 w 1005173"/>
                <a:gd name="connsiteY512" fmla="*/ 203835 h 913828"/>
                <a:gd name="connsiteX513" fmla="*/ 205454 w 1005173"/>
                <a:gd name="connsiteY513" fmla="*/ 188024 h 913828"/>
                <a:gd name="connsiteX514" fmla="*/ 205454 w 1005173"/>
                <a:gd name="connsiteY514" fmla="*/ 111157 h 913828"/>
                <a:gd name="connsiteX515" fmla="*/ 168021 w 1005173"/>
                <a:gd name="connsiteY515" fmla="*/ 188024 h 913828"/>
                <a:gd name="connsiteX516" fmla="*/ 168021 w 1005173"/>
                <a:gd name="connsiteY516" fmla="*/ 111157 h 913828"/>
                <a:gd name="connsiteX517" fmla="*/ 205454 w 1005173"/>
                <a:gd name="connsiteY517" fmla="*/ 111157 h 913828"/>
                <a:gd name="connsiteX518" fmla="*/ 205454 w 1005173"/>
                <a:gd name="connsiteY518" fmla="*/ 52769 h 913828"/>
                <a:gd name="connsiteX519" fmla="*/ 260795 w 1005173"/>
                <a:gd name="connsiteY519" fmla="*/ 52769 h 913828"/>
                <a:gd name="connsiteX520" fmla="*/ 277844 w 1005173"/>
                <a:gd name="connsiteY520" fmla="*/ 67532 h 913828"/>
                <a:gd name="connsiteX521" fmla="*/ 277844 w 1005173"/>
                <a:gd name="connsiteY521" fmla="*/ 156972 h 913828"/>
                <a:gd name="connsiteX522" fmla="*/ 319659 w 1005173"/>
                <a:gd name="connsiteY522" fmla="*/ 198787 h 913828"/>
                <a:gd name="connsiteX523" fmla="*/ 260795 w 1005173"/>
                <a:gd name="connsiteY523" fmla="*/ 52769 h 913828"/>
                <a:gd name="connsiteX524" fmla="*/ 260795 w 1005173"/>
                <a:gd name="connsiteY524" fmla="*/ 169450 h 913828"/>
                <a:gd name="connsiteX525" fmla="*/ 287084 w 1005173"/>
                <a:gd name="connsiteY525" fmla="*/ 195739 h 91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</a:cxnLst>
              <a:rect l="l" t="t" r="r" b="b"/>
              <a:pathLst>
                <a:path w="1005173" h="913828">
                  <a:moveTo>
                    <a:pt x="868871" y="784670"/>
                  </a:moveTo>
                  <a:cubicBezTo>
                    <a:pt x="866299" y="780098"/>
                    <a:pt x="861346" y="777050"/>
                    <a:pt x="855726" y="777050"/>
                  </a:cubicBezTo>
                  <a:cubicBezTo>
                    <a:pt x="847344" y="777050"/>
                    <a:pt x="840581" y="783812"/>
                    <a:pt x="840581" y="792290"/>
                  </a:cubicBezTo>
                  <a:lnTo>
                    <a:pt x="840581" y="875348"/>
                  </a:lnTo>
                  <a:moveTo>
                    <a:pt x="1005173" y="913733"/>
                  </a:moveTo>
                  <a:lnTo>
                    <a:pt x="890969" y="845058"/>
                  </a:lnTo>
                  <a:moveTo>
                    <a:pt x="1000601" y="817817"/>
                  </a:moveTo>
                  <a:cubicBezTo>
                    <a:pt x="1003459" y="820579"/>
                    <a:pt x="1005173" y="824389"/>
                    <a:pt x="1005173" y="828675"/>
                  </a:cubicBezTo>
                  <a:moveTo>
                    <a:pt x="776764" y="776669"/>
                  </a:moveTo>
                  <a:cubicBezTo>
                    <a:pt x="790575" y="776669"/>
                    <a:pt x="801719" y="787813"/>
                    <a:pt x="801719" y="801624"/>
                  </a:cubicBezTo>
                  <a:cubicBezTo>
                    <a:pt x="815531" y="801624"/>
                    <a:pt x="826675" y="812768"/>
                    <a:pt x="826675" y="826580"/>
                  </a:cubicBezTo>
                  <a:cubicBezTo>
                    <a:pt x="826675" y="836105"/>
                    <a:pt x="821341" y="844296"/>
                    <a:pt x="813626" y="848582"/>
                  </a:cubicBezTo>
                  <a:cubicBezTo>
                    <a:pt x="814197" y="850392"/>
                    <a:pt x="814578" y="852392"/>
                    <a:pt x="814578" y="854488"/>
                  </a:cubicBezTo>
                  <a:cubicBezTo>
                    <a:pt x="814578" y="864965"/>
                    <a:pt x="806101" y="873443"/>
                    <a:pt x="795719" y="873443"/>
                  </a:cubicBezTo>
                  <a:cubicBezTo>
                    <a:pt x="785336" y="873443"/>
                    <a:pt x="776764" y="864965"/>
                    <a:pt x="776764" y="854488"/>
                  </a:cubicBezTo>
                  <a:moveTo>
                    <a:pt x="776764" y="913733"/>
                  </a:moveTo>
                  <a:lnTo>
                    <a:pt x="890969" y="845058"/>
                  </a:lnTo>
                  <a:moveTo>
                    <a:pt x="792004" y="839343"/>
                  </a:moveTo>
                  <a:cubicBezTo>
                    <a:pt x="783622" y="839343"/>
                    <a:pt x="776764" y="846106"/>
                    <a:pt x="776764" y="854583"/>
                  </a:cubicBezTo>
                  <a:moveTo>
                    <a:pt x="827627" y="756380"/>
                  </a:moveTo>
                  <a:cubicBezTo>
                    <a:pt x="827627" y="753713"/>
                    <a:pt x="825436" y="751523"/>
                    <a:pt x="822770" y="751523"/>
                  </a:cubicBezTo>
                  <a:cubicBezTo>
                    <a:pt x="820103" y="751523"/>
                    <a:pt x="817912" y="753713"/>
                    <a:pt x="817912" y="756380"/>
                  </a:cubicBezTo>
                  <a:cubicBezTo>
                    <a:pt x="817912" y="759047"/>
                    <a:pt x="820103" y="761238"/>
                    <a:pt x="822770" y="761238"/>
                  </a:cubicBezTo>
                  <a:cubicBezTo>
                    <a:pt x="825436" y="761238"/>
                    <a:pt x="827627" y="759047"/>
                    <a:pt x="827627" y="756380"/>
                  </a:cubicBezTo>
                  <a:close/>
                  <a:moveTo>
                    <a:pt x="849059" y="727234"/>
                  </a:moveTo>
                  <a:lnTo>
                    <a:pt x="849059" y="749618"/>
                  </a:lnTo>
                  <a:cubicBezTo>
                    <a:pt x="849059" y="753237"/>
                    <a:pt x="846106" y="756095"/>
                    <a:pt x="842582" y="756095"/>
                  </a:cubicBezTo>
                  <a:lnTo>
                    <a:pt x="827627" y="756095"/>
                  </a:lnTo>
                  <a:moveTo>
                    <a:pt x="755904" y="808768"/>
                  </a:moveTo>
                  <a:lnTo>
                    <a:pt x="755904" y="748094"/>
                  </a:lnTo>
                  <a:lnTo>
                    <a:pt x="773335" y="730663"/>
                  </a:lnTo>
                  <a:moveTo>
                    <a:pt x="572929" y="744284"/>
                  </a:moveTo>
                  <a:lnTo>
                    <a:pt x="548354" y="719709"/>
                  </a:lnTo>
                  <a:lnTo>
                    <a:pt x="548354" y="799529"/>
                  </a:lnTo>
                  <a:moveTo>
                    <a:pt x="548354" y="879348"/>
                  </a:moveTo>
                  <a:lnTo>
                    <a:pt x="590169" y="837533"/>
                  </a:lnTo>
                  <a:lnTo>
                    <a:pt x="590169" y="727139"/>
                  </a:lnTo>
                  <a:cubicBezTo>
                    <a:pt x="590169" y="727139"/>
                    <a:pt x="625126" y="762095"/>
                    <a:pt x="625126" y="762095"/>
                  </a:cubicBezTo>
                  <a:lnTo>
                    <a:pt x="625126" y="782669"/>
                  </a:lnTo>
                  <a:moveTo>
                    <a:pt x="703136" y="874395"/>
                  </a:moveTo>
                  <a:lnTo>
                    <a:pt x="732377" y="903637"/>
                  </a:lnTo>
                  <a:moveTo>
                    <a:pt x="595027" y="901351"/>
                  </a:moveTo>
                  <a:lnTo>
                    <a:pt x="607314" y="889064"/>
                  </a:lnTo>
                  <a:lnTo>
                    <a:pt x="662559" y="889064"/>
                  </a:lnTo>
                  <a:moveTo>
                    <a:pt x="690182" y="756380"/>
                  </a:moveTo>
                  <a:lnTo>
                    <a:pt x="690182" y="840010"/>
                  </a:lnTo>
                  <a:moveTo>
                    <a:pt x="643795" y="864108"/>
                  </a:moveTo>
                  <a:lnTo>
                    <a:pt x="643795" y="812292"/>
                  </a:lnTo>
                  <a:moveTo>
                    <a:pt x="607600" y="762000"/>
                  </a:moveTo>
                  <a:lnTo>
                    <a:pt x="607600" y="848487"/>
                  </a:lnTo>
                  <a:moveTo>
                    <a:pt x="639128" y="737997"/>
                  </a:moveTo>
                  <a:lnTo>
                    <a:pt x="586359" y="685229"/>
                  </a:lnTo>
                  <a:moveTo>
                    <a:pt x="738664" y="685229"/>
                  </a:moveTo>
                  <a:lnTo>
                    <a:pt x="713994" y="709898"/>
                  </a:lnTo>
                  <a:moveTo>
                    <a:pt x="776669" y="685229"/>
                  </a:moveTo>
                  <a:lnTo>
                    <a:pt x="751999" y="709898"/>
                  </a:lnTo>
                  <a:moveTo>
                    <a:pt x="548164" y="685229"/>
                  </a:moveTo>
                  <a:lnTo>
                    <a:pt x="572738" y="709898"/>
                  </a:lnTo>
                  <a:moveTo>
                    <a:pt x="589883" y="871919"/>
                  </a:moveTo>
                  <a:lnTo>
                    <a:pt x="548069" y="913733"/>
                  </a:lnTo>
                  <a:moveTo>
                    <a:pt x="776478" y="913733"/>
                  </a:moveTo>
                  <a:lnTo>
                    <a:pt x="751808" y="889159"/>
                  </a:lnTo>
                  <a:moveTo>
                    <a:pt x="662178" y="873347"/>
                  </a:moveTo>
                  <a:lnTo>
                    <a:pt x="662178" y="796481"/>
                  </a:lnTo>
                  <a:moveTo>
                    <a:pt x="624745" y="873347"/>
                  </a:moveTo>
                  <a:lnTo>
                    <a:pt x="624745" y="796481"/>
                  </a:lnTo>
                  <a:lnTo>
                    <a:pt x="662178" y="796481"/>
                  </a:lnTo>
                  <a:lnTo>
                    <a:pt x="662178" y="738092"/>
                  </a:lnTo>
                  <a:lnTo>
                    <a:pt x="717518" y="738092"/>
                  </a:lnTo>
                  <a:lnTo>
                    <a:pt x="734568" y="752856"/>
                  </a:lnTo>
                  <a:lnTo>
                    <a:pt x="734568" y="842296"/>
                  </a:lnTo>
                  <a:lnTo>
                    <a:pt x="776383" y="884111"/>
                  </a:lnTo>
                  <a:moveTo>
                    <a:pt x="717518" y="738092"/>
                  </a:moveTo>
                  <a:lnTo>
                    <a:pt x="717518" y="854774"/>
                  </a:lnTo>
                  <a:lnTo>
                    <a:pt x="743807" y="881063"/>
                  </a:lnTo>
                  <a:moveTo>
                    <a:pt x="376619" y="719614"/>
                  </a:moveTo>
                  <a:lnTo>
                    <a:pt x="376619" y="790670"/>
                  </a:lnTo>
                  <a:moveTo>
                    <a:pt x="433769" y="742379"/>
                  </a:moveTo>
                  <a:lnTo>
                    <a:pt x="433769" y="803339"/>
                  </a:lnTo>
                  <a:moveTo>
                    <a:pt x="433769" y="846011"/>
                  </a:moveTo>
                  <a:lnTo>
                    <a:pt x="433769" y="913638"/>
                  </a:lnTo>
                  <a:moveTo>
                    <a:pt x="547973" y="825056"/>
                  </a:moveTo>
                  <a:lnTo>
                    <a:pt x="509873" y="799624"/>
                  </a:lnTo>
                  <a:lnTo>
                    <a:pt x="471773" y="825056"/>
                  </a:lnTo>
                  <a:moveTo>
                    <a:pt x="395669" y="782003"/>
                  </a:moveTo>
                  <a:lnTo>
                    <a:pt x="395669" y="732282"/>
                  </a:lnTo>
                  <a:moveTo>
                    <a:pt x="471773" y="767810"/>
                  </a:moveTo>
                  <a:lnTo>
                    <a:pt x="433673" y="742379"/>
                  </a:lnTo>
                  <a:lnTo>
                    <a:pt x="395573" y="767810"/>
                  </a:lnTo>
                  <a:moveTo>
                    <a:pt x="509778" y="882015"/>
                  </a:moveTo>
                  <a:lnTo>
                    <a:pt x="471678" y="856583"/>
                  </a:lnTo>
                  <a:lnTo>
                    <a:pt x="433578" y="882015"/>
                  </a:lnTo>
                  <a:moveTo>
                    <a:pt x="547783" y="846773"/>
                  </a:moveTo>
                  <a:lnTo>
                    <a:pt x="547783" y="913638"/>
                  </a:lnTo>
                  <a:moveTo>
                    <a:pt x="433578" y="824865"/>
                  </a:moveTo>
                  <a:lnTo>
                    <a:pt x="395478" y="799433"/>
                  </a:lnTo>
                  <a:lnTo>
                    <a:pt x="357378" y="824865"/>
                  </a:lnTo>
                  <a:moveTo>
                    <a:pt x="395478" y="710660"/>
                  </a:moveTo>
                  <a:lnTo>
                    <a:pt x="357378" y="685229"/>
                  </a:lnTo>
                  <a:lnTo>
                    <a:pt x="319278" y="723329"/>
                  </a:lnTo>
                  <a:moveTo>
                    <a:pt x="528733" y="833914"/>
                  </a:moveTo>
                  <a:lnTo>
                    <a:pt x="528733" y="913638"/>
                  </a:lnTo>
                  <a:moveTo>
                    <a:pt x="452628" y="776573"/>
                  </a:moveTo>
                  <a:lnTo>
                    <a:pt x="452628" y="847630"/>
                  </a:lnTo>
                  <a:moveTo>
                    <a:pt x="490728" y="890778"/>
                  </a:moveTo>
                  <a:lnTo>
                    <a:pt x="490728" y="913543"/>
                  </a:lnTo>
                  <a:moveTo>
                    <a:pt x="490728" y="732092"/>
                  </a:moveTo>
                  <a:lnTo>
                    <a:pt x="490728" y="790384"/>
                  </a:lnTo>
                  <a:moveTo>
                    <a:pt x="414623" y="833533"/>
                  </a:moveTo>
                  <a:lnTo>
                    <a:pt x="414623" y="913448"/>
                  </a:lnTo>
                  <a:moveTo>
                    <a:pt x="395573" y="799243"/>
                  </a:moveTo>
                  <a:lnTo>
                    <a:pt x="395573" y="913448"/>
                  </a:lnTo>
                  <a:moveTo>
                    <a:pt x="471678" y="856298"/>
                  </a:moveTo>
                  <a:lnTo>
                    <a:pt x="471678" y="913448"/>
                  </a:lnTo>
                  <a:moveTo>
                    <a:pt x="509778" y="799243"/>
                  </a:moveTo>
                  <a:lnTo>
                    <a:pt x="509778" y="913448"/>
                  </a:lnTo>
                  <a:moveTo>
                    <a:pt x="357473" y="685038"/>
                  </a:moveTo>
                  <a:lnTo>
                    <a:pt x="357473" y="803148"/>
                  </a:lnTo>
                  <a:moveTo>
                    <a:pt x="357473" y="845820"/>
                  </a:moveTo>
                  <a:lnTo>
                    <a:pt x="357473" y="913448"/>
                  </a:lnTo>
                  <a:moveTo>
                    <a:pt x="319373" y="736187"/>
                  </a:moveTo>
                  <a:lnTo>
                    <a:pt x="319373" y="913448"/>
                  </a:lnTo>
                  <a:moveTo>
                    <a:pt x="471678" y="697706"/>
                  </a:moveTo>
                  <a:lnTo>
                    <a:pt x="471678" y="838867"/>
                  </a:lnTo>
                  <a:moveTo>
                    <a:pt x="509778" y="723138"/>
                  </a:moveTo>
                  <a:lnTo>
                    <a:pt x="471678" y="697706"/>
                  </a:lnTo>
                  <a:lnTo>
                    <a:pt x="433578" y="723138"/>
                  </a:lnTo>
                  <a:moveTo>
                    <a:pt x="509683" y="777621"/>
                  </a:moveTo>
                  <a:lnTo>
                    <a:pt x="509683" y="736092"/>
                  </a:lnTo>
                  <a:moveTo>
                    <a:pt x="0" y="822389"/>
                  </a:moveTo>
                  <a:lnTo>
                    <a:pt x="114205" y="708184"/>
                  </a:lnTo>
                  <a:moveTo>
                    <a:pt x="45625" y="868109"/>
                  </a:moveTo>
                  <a:lnTo>
                    <a:pt x="114205" y="799529"/>
                  </a:lnTo>
                  <a:moveTo>
                    <a:pt x="22860" y="845249"/>
                  </a:moveTo>
                  <a:lnTo>
                    <a:pt x="108680" y="759428"/>
                  </a:lnTo>
                  <a:moveTo>
                    <a:pt x="157067" y="779526"/>
                  </a:moveTo>
                  <a:lnTo>
                    <a:pt x="108680" y="759428"/>
                  </a:lnTo>
                  <a:moveTo>
                    <a:pt x="254032" y="779526"/>
                  </a:moveTo>
                  <a:lnTo>
                    <a:pt x="301276" y="760000"/>
                  </a:lnTo>
                  <a:moveTo>
                    <a:pt x="157067" y="819722"/>
                  </a:moveTo>
                  <a:lnTo>
                    <a:pt x="109823" y="839248"/>
                  </a:lnTo>
                  <a:moveTo>
                    <a:pt x="254032" y="819722"/>
                  </a:moveTo>
                  <a:lnTo>
                    <a:pt x="301276" y="839248"/>
                  </a:lnTo>
                  <a:moveTo>
                    <a:pt x="225647" y="848106"/>
                  </a:moveTo>
                  <a:lnTo>
                    <a:pt x="245269" y="895350"/>
                  </a:lnTo>
                  <a:moveTo>
                    <a:pt x="185547" y="751142"/>
                  </a:moveTo>
                  <a:lnTo>
                    <a:pt x="165926" y="703898"/>
                  </a:lnTo>
                  <a:moveTo>
                    <a:pt x="185547" y="848106"/>
                  </a:moveTo>
                  <a:lnTo>
                    <a:pt x="165926" y="895350"/>
                  </a:lnTo>
                  <a:moveTo>
                    <a:pt x="225647" y="751142"/>
                  </a:moveTo>
                  <a:lnTo>
                    <a:pt x="245174" y="703898"/>
                  </a:lnTo>
                  <a:moveTo>
                    <a:pt x="246602" y="799624"/>
                  </a:moveTo>
                  <a:lnTo>
                    <a:pt x="319659" y="799624"/>
                  </a:lnTo>
                  <a:moveTo>
                    <a:pt x="228314" y="776764"/>
                  </a:moveTo>
                  <a:lnTo>
                    <a:pt x="319659" y="685419"/>
                  </a:lnTo>
                  <a:moveTo>
                    <a:pt x="228314" y="822484"/>
                  </a:moveTo>
                  <a:lnTo>
                    <a:pt x="319659" y="913829"/>
                  </a:lnTo>
                  <a:moveTo>
                    <a:pt x="182594" y="776764"/>
                  </a:moveTo>
                  <a:lnTo>
                    <a:pt x="114014" y="708279"/>
                  </a:lnTo>
                  <a:moveTo>
                    <a:pt x="205359" y="840772"/>
                  </a:moveTo>
                  <a:lnTo>
                    <a:pt x="205359" y="913829"/>
                  </a:lnTo>
                  <a:moveTo>
                    <a:pt x="164211" y="799624"/>
                  </a:moveTo>
                  <a:lnTo>
                    <a:pt x="113919" y="799624"/>
                  </a:lnTo>
                  <a:moveTo>
                    <a:pt x="205264" y="758476"/>
                  </a:moveTo>
                  <a:lnTo>
                    <a:pt x="205264" y="685419"/>
                  </a:lnTo>
                  <a:moveTo>
                    <a:pt x="182404" y="822484"/>
                  </a:moveTo>
                  <a:lnTo>
                    <a:pt x="91059" y="913829"/>
                  </a:lnTo>
                  <a:moveTo>
                    <a:pt x="605028" y="491300"/>
                  </a:moveTo>
                  <a:lnTo>
                    <a:pt x="605028" y="562356"/>
                  </a:lnTo>
                  <a:moveTo>
                    <a:pt x="662178" y="514064"/>
                  </a:moveTo>
                  <a:lnTo>
                    <a:pt x="662178" y="575024"/>
                  </a:lnTo>
                  <a:moveTo>
                    <a:pt x="662178" y="617696"/>
                  </a:moveTo>
                  <a:lnTo>
                    <a:pt x="662178" y="685324"/>
                  </a:lnTo>
                  <a:moveTo>
                    <a:pt x="776383" y="596741"/>
                  </a:moveTo>
                  <a:lnTo>
                    <a:pt x="738283" y="571310"/>
                  </a:lnTo>
                  <a:lnTo>
                    <a:pt x="700183" y="596741"/>
                  </a:lnTo>
                  <a:moveTo>
                    <a:pt x="624078" y="553688"/>
                  </a:moveTo>
                  <a:lnTo>
                    <a:pt x="624078" y="503968"/>
                  </a:lnTo>
                  <a:moveTo>
                    <a:pt x="700183" y="539496"/>
                  </a:moveTo>
                  <a:lnTo>
                    <a:pt x="662083" y="514064"/>
                  </a:lnTo>
                  <a:lnTo>
                    <a:pt x="623983" y="539496"/>
                  </a:lnTo>
                  <a:moveTo>
                    <a:pt x="738188" y="653701"/>
                  </a:moveTo>
                  <a:lnTo>
                    <a:pt x="700088" y="628269"/>
                  </a:lnTo>
                  <a:lnTo>
                    <a:pt x="661988" y="653701"/>
                  </a:lnTo>
                  <a:moveTo>
                    <a:pt x="776192" y="618458"/>
                  </a:moveTo>
                  <a:lnTo>
                    <a:pt x="776192" y="685324"/>
                  </a:lnTo>
                  <a:moveTo>
                    <a:pt x="661988" y="596551"/>
                  </a:moveTo>
                  <a:lnTo>
                    <a:pt x="623888" y="571119"/>
                  </a:lnTo>
                  <a:lnTo>
                    <a:pt x="585788" y="596551"/>
                  </a:lnTo>
                  <a:moveTo>
                    <a:pt x="623888" y="482346"/>
                  </a:moveTo>
                  <a:lnTo>
                    <a:pt x="585788" y="456914"/>
                  </a:lnTo>
                  <a:lnTo>
                    <a:pt x="547688" y="495014"/>
                  </a:lnTo>
                  <a:moveTo>
                    <a:pt x="757142" y="605600"/>
                  </a:moveTo>
                  <a:lnTo>
                    <a:pt x="757142" y="685324"/>
                  </a:lnTo>
                  <a:moveTo>
                    <a:pt x="681038" y="548259"/>
                  </a:moveTo>
                  <a:lnTo>
                    <a:pt x="681038" y="619316"/>
                  </a:lnTo>
                  <a:moveTo>
                    <a:pt x="719138" y="662464"/>
                  </a:moveTo>
                  <a:lnTo>
                    <a:pt x="719138" y="685229"/>
                  </a:lnTo>
                  <a:moveTo>
                    <a:pt x="719138" y="503777"/>
                  </a:moveTo>
                  <a:lnTo>
                    <a:pt x="719138" y="562070"/>
                  </a:lnTo>
                  <a:moveTo>
                    <a:pt x="643033" y="605219"/>
                  </a:moveTo>
                  <a:lnTo>
                    <a:pt x="643033" y="685133"/>
                  </a:lnTo>
                  <a:moveTo>
                    <a:pt x="623983" y="570929"/>
                  </a:moveTo>
                  <a:lnTo>
                    <a:pt x="623983" y="685133"/>
                  </a:lnTo>
                  <a:moveTo>
                    <a:pt x="700088" y="627983"/>
                  </a:moveTo>
                  <a:lnTo>
                    <a:pt x="700088" y="685133"/>
                  </a:lnTo>
                  <a:moveTo>
                    <a:pt x="738188" y="570929"/>
                  </a:moveTo>
                  <a:lnTo>
                    <a:pt x="738188" y="685133"/>
                  </a:lnTo>
                  <a:moveTo>
                    <a:pt x="585883" y="456724"/>
                  </a:moveTo>
                  <a:lnTo>
                    <a:pt x="585883" y="574834"/>
                  </a:lnTo>
                  <a:moveTo>
                    <a:pt x="585883" y="617506"/>
                  </a:moveTo>
                  <a:lnTo>
                    <a:pt x="585883" y="685133"/>
                  </a:lnTo>
                  <a:moveTo>
                    <a:pt x="547783" y="507873"/>
                  </a:moveTo>
                  <a:lnTo>
                    <a:pt x="547783" y="685133"/>
                  </a:lnTo>
                  <a:moveTo>
                    <a:pt x="700088" y="469392"/>
                  </a:moveTo>
                  <a:lnTo>
                    <a:pt x="700088" y="610553"/>
                  </a:lnTo>
                  <a:moveTo>
                    <a:pt x="738188" y="494824"/>
                  </a:moveTo>
                  <a:lnTo>
                    <a:pt x="700088" y="469392"/>
                  </a:lnTo>
                  <a:lnTo>
                    <a:pt x="661988" y="494824"/>
                  </a:lnTo>
                  <a:moveTo>
                    <a:pt x="738092" y="549307"/>
                  </a:moveTo>
                  <a:lnTo>
                    <a:pt x="738092" y="507778"/>
                  </a:lnTo>
                  <a:moveTo>
                    <a:pt x="270510" y="505492"/>
                  </a:moveTo>
                  <a:cubicBezTo>
                    <a:pt x="253365" y="503872"/>
                    <a:pt x="235553" y="509683"/>
                    <a:pt x="222409" y="522827"/>
                  </a:cubicBezTo>
                  <a:cubicBezTo>
                    <a:pt x="212027" y="533210"/>
                    <a:pt x="206312" y="546449"/>
                    <a:pt x="205073" y="559975"/>
                  </a:cubicBezTo>
                  <a:cubicBezTo>
                    <a:pt x="205359" y="563594"/>
                    <a:pt x="205454" y="567309"/>
                    <a:pt x="205073" y="570929"/>
                  </a:cubicBezTo>
                  <a:lnTo>
                    <a:pt x="270510" y="505492"/>
                  </a:lnTo>
                  <a:close/>
                  <a:moveTo>
                    <a:pt x="187738" y="522827"/>
                  </a:moveTo>
                  <a:cubicBezTo>
                    <a:pt x="174593" y="509683"/>
                    <a:pt x="156877" y="503872"/>
                    <a:pt x="139637" y="505492"/>
                  </a:cubicBezTo>
                  <a:lnTo>
                    <a:pt x="205073" y="570929"/>
                  </a:lnTo>
                  <a:cubicBezTo>
                    <a:pt x="206693" y="553784"/>
                    <a:pt x="200882" y="535972"/>
                    <a:pt x="187738" y="522827"/>
                  </a:cubicBezTo>
                  <a:close/>
                  <a:moveTo>
                    <a:pt x="205073" y="507873"/>
                  </a:moveTo>
                  <a:cubicBezTo>
                    <a:pt x="196596" y="492062"/>
                    <a:pt x="182499" y="480822"/>
                    <a:pt x="166307" y="475679"/>
                  </a:cubicBezTo>
                  <a:cubicBezTo>
                    <a:pt x="161258" y="485108"/>
                    <a:pt x="158496" y="495776"/>
                    <a:pt x="158401" y="506730"/>
                  </a:cubicBezTo>
                  <a:moveTo>
                    <a:pt x="251651" y="506730"/>
                  </a:moveTo>
                  <a:cubicBezTo>
                    <a:pt x="251555" y="495871"/>
                    <a:pt x="248793" y="485204"/>
                    <a:pt x="243745" y="475679"/>
                  </a:cubicBezTo>
                  <a:cubicBezTo>
                    <a:pt x="225457" y="481489"/>
                    <a:pt x="209836" y="495014"/>
                    <a:pt x="202025" y="514160"/>
                  </a:cubicBezTo>
                  <a:cubicBezTo>
                    <a:pt x="199263" y="521113"/>
                    <a:pt x="197644" y="528161"/>
                    <a:pt x="197263" y="535210"/>
                  </a:cubicBezTo>
                  <a:moveTo>
                    <a:pt x="225838" y="484442"/>
                  </a:moveTo>
                  <a:cubicBezTo>
                    <a:pt x="221171" y="473583"/>
                    <a:pt x="214027" y="464058"/>
                    <a:pt x="205073" y="456629"/>
                  </a:cubicBezTo>
                  <a:cubicBezTo>
                    <a:pt x="196120" y="464058"/>
                    <a:pt x="188976" y="473583"/>
                    <a:pt x="184309" y="484442"/>
                  </a:cubicBezTo>
                  <a:moveTo>
                    <a:pt x="227933" y="593693"/>
                  </a:moveTo>
                  <a:lnTo>
                    <a:pt x="342138" y="479489"/>
                  </a:lnTo>
                  <a:moveTo>
                    <a:pt x="182213" y="593693"/>
                  </a:moveTo>
                  <a:lnTo>
                    <a:pt x="90869" y="502349"/>
                  </a:lnTo>
                  <a:moveTo>
                    <a:pt x="136589" y="639413"/>
                  </a:moveTo>
                  <a:lnTo>
                    <a:pt x="86297" y="589217"/>
                  </a:lnTo>
                  <a:moveTo>
                    <a:pt x="159353" y="616649"/>
                  </a:moveTo>
                  <a:lnTo>
                    <a:pt x="90773" y="548069"/>
                  </a:lnTo>
                  <a:moveTo>
                    <a:pt x="273558" y="639413"/>
                  </a:moveTo>
                  <a:lnTo>
                    <a:pt x="342138" y="570833"/>
                  </a:lnTo>
                  <a:moveTo>
                    <a:pt x="250793" y="616553"/>
                  </a:moveTo>
                  <a:lnTo>
                    <a:pt x="336614" y="530733"/>
                  </a:lnTo>
                  <a:moveTo>
                    <a:pt x="90869" y="685133"/>
                  </a:moveTo>
                  <a:lnTo>
                    <a:pt x="205073" y="570929"/>
                  </a:lnTo>
                  <a:lnTo>
                    <a:pt x="319278" y="685133"/>
                  </a:lnTo>
                  <a:moveTo>
                    <a:pt x="170688" y="650748"/>
                  </a:moveTo>
                  <a:lnTo>
                    <a:pt x="239363" y="650748"/>
                  </a:lnTo>
                  <a:moveTo>
                    <a:pt x="239363" y="650748"/>
                  </a:moveTo>
                  <a:lnTo>
                    <a:pt x="204978" y="685133"/>
                  </a:lnTo>
                  <a:lnTo>
                    <a:pt x="170593" y="650748"/>
                  </a:lnTo>
                  <a:moveTo>
                    <a:pt x="136398" y="685133"/>
                  </a:moveTo>
                  <a:lnTo>
                    <a:pt x="204883" y="616649"/>
                  </a:lnTo>
                  <a:lnTo>
                    <a:pt x="273463" y="685133"/>
                  </a:lnTo>
                  <a:moveTo>
                    <a:pt x="384905" y="550831"/>
                  </a:moveTo>
                  <a:lnTo>
                    <a:pt x="336423" y="530733"/>
                  </a:lnTo>
                  <a:moveTo>
                    <a:pt x="481870" y="550831"/>
                  </a:moveTo>
                  <a:lnTo>
                    <a:pt x="529114" y="531209"/>
                  </a:lnTo>
                  <a:moveTo>
                    <a:pt x="384905" y="590931"/>
                  </a:moveTo>
                  <a:lnTo>
                    <a:pt x="337661" y="610457"/>
                  </a:lnTo>
                  <a:moveTo>
                    <a:pt x="481870" y="590931"/>
                  </a:moveTo>
                  <a:lnTo>
                    <a:pt x="529114" y="610457"/>
                  </a:lnTo>
                  <a:moveTo>
                    <a:pt x="453485" y="619316"/>
                  </a:moveTo>
                  <a:lnTo>
                    <a:pt x="473012" y="666559"/>
                  </a:lnTo>
                  <a:moveTo>
                    <a:pt x="413290" y="522351"/>
                  </a:moveTo>
                  <a:lnTo>
                    <a:pt x="393668" y="475107"/>
                  </a:lnTo>
                  <a:moveTo>
                    <a:pt x="413290" y="619316"/>
                  </a:moveTo>
                  <a:lnTo>
                    <a:pt x="393668" y="666559"/>
                  </a:lnTo>
                  <a:moveTo>
                    <a:pt x="453390" y="522351"/>
                  </a:moveTo>
                  <a:lnTo>
                    <a:pt x="472916" y="475107"/>
                  </a:lnTo>
                  <a:moveTo>
                    <a:pt x="474345" y="570833"/>
                  </a:moveTo>
                  <a:lnTo>
                    <a:pt x="547402" y="570833"/>
                  </a:lnTo>
                  <a:moveTo>
                    <a:pt x="456057" y="547973"/>
                  </a:moveTo>
                  <a:lnTo>
                    <a:pt x="547402" y="456629"/>
                  </a:lnTo>
                  <a:moveTo>
                    <a:pt x="456057" y="593693"/>
                  </a:moveTo>
                  <a:lnTo>
                    <a:pt x="547402" y="685038"/>
                  </a:lnTo>
                  <a:moveTo>
                    <a:pt x="410337" y="547973"/>
                  </a:moveTo>
                  <a:lnTo>
                    <a:pt x="341852" y="479489"/>
                  </a:lnTo>
                  <a:moveTo>
                    <a:pt x="433197" y="611981"/>
                  </a:moveTo>
                  <a:lnTo>
                    <a:pt x="433197" y="685038"/>
                  </a:lnTo>
                  <a:moveTo>
                    <a:pt x="392049" y="570833"/>
                  </a:moveTo>
                  <a:lnTo>
                    <a:pt x="341757" y="570833"/>
                  </a:lnTo>
                  <a:moveTo>
                    <a:pt x="433102" y="529685"/>
                  </a:moveTo>
                  <a:lnTo>
                    <a:pt x="433102" y="456533"/>
                  </a:lnTo>
                  <a:moveTo>
                    <a:pt x="410242" y="593598"/>
                  </a:moveTo>
                  <a:lnTo>
                    <a:pt x="318897" y="684943"/>
                  </a:lnTo>
                  <a:moveTo>
                    <a:pt x="286512" y="390239"/>
                  </a:moveTo>
                  <a:cubicBezTo>
                    <a:pt x="278797" y="386525"/>
                    <a:pt x="273368" y="378809"/>
                    <a:pt x="272987" y="369665"/>
                  </a:cubicBezTo>
                  <a:cubicBezTo>
                    <a:pt x="272415" y="356426"/>
                    <a:pt x="282607" y="345281"/>
                    <a:pt x="295751" y="344615"/>
                  </a:cubicBezTo>
                  <a:cubicBezTo>
                    <a:pt x="295370" y="331280"/>
                    <a:pt x="305562" y="320040"/>
                    <a:pt x="318897" y="319469"/>
                  </a:cubicBezTo>
                  <a:moveTo>
                    <a:pt x="318897" y="393859"/>
                  </a:moveTo>
                  <a:cubicBezTo>
                    <a:pt x="318897" y="403479"/>
                    <a:pt x="310706" y="411099"/>
                    <a:pt x="300990" y="410146"/>
                  </a:cubicBezTo>
                  <a:cubicBezTo>
                    <a:pt x="293846" y="409480"/>
                    <a:pt x="287846" y="404051"/>
                    <a:pt x="286417" y="397097"/>
                  </a:cubicBezTo>
                  <a:cubicBezTo>
                    <a:pt x="285941" y="394716"/>
                    <a:pt x="286036" y="392430"/>
                    <a:pt x="286417" y="390239"/>
                  </a:cubicBezTo>
                  <a:moveTo>
                    <a:pt x="195548" y="358140"/>
                  </a:moveTo>
                  <a:lnTo>
                    <a:pt x="190214" y="352806"/>
                  </a:lnTo>
                  <a:moveTo>
                    <a:pt x="169640" y="358140"/>
                  </a:moveTo>
                  <a:lnTo>
                    <a:pt x="174974" y="352806"/>
                  </a:lnTo>
                  <a:moveTo>
                    <a:pt x="182594" y="363474"/>
                  </a:moveTo>
                  <a:lnTo>
                    <a:pt x="182594" y="355854"/>
                  </a:lnTo>
                  <a:moveTo>
                    <a:pt x="239649" y="358140"/>
                  </a:moveTo>
                  <a:lnTo>
                    <a:pt x="234315" y="352806"/>
                  </a:lnTo>
                  <a:moveTo>
                    <a:pt x="213741" y="358140"/>
                  </a:moveTo>
                  <a:lnTo>
                    <a:pt x="219075" y="352806"/>
                  </a:lnTo>
                  <a:moveTo>
                    <a:pt x="226695" y="363474"/>
                  </a:moveTo>
                  <a:lnTo>
                    <a:pt x="226695" y="355854"/>
                  </a:lnTo>
                  <a:moveTo>
                    <a:pt x="238697" y="339376"/>
                  </a:moveTo>
                  <a:cubicBezTo>
                    <a:pt x="238697" y="332804"/>
                    <a:pt x="233363" y="327374"/>
                    <a:pt x="226695" y="327374"/>
                  </a:cubicBezTo>
                  <a:cubicBezTo>
                    <a:pt x="220027" y="327374"/>
                    <a:pt x="214694" y="332708"/>
                    <a:pt x="214694" y="339376"/>
                  </a:cubicBezTo>
                  <a:lnTo>
                    <a:pt x="238601" y="339376"/>
                  </a:lnTo>
                  <a:close/>
                  <a:moveTo>
                    <a:pt x="222790" y="339376"/>
                  </a:moveTo>
                  <a:lnTo>
                    <a:pt x="222790" y="342519"/>
                  </a:lnTo>
                  <a:cubicBezTo>
                    <a:pt x="222790" y="344710"/>
                    <a:pt x="224504" y="346424"/>
                    <a:pt x="226790" y="346424"/>
                  </a:cubicBezTo>
                  <a:cubicBezTo>
                    <a:pt x="229076" y="346424"/>
                    <a:pt x="230696" y="344615"/>
                    <a:pt x="230696" y="342519"/>
                  </a:cubicBezTo>
                  <a:lnTo>
                    <a:pt x="230696" y="339376"/>
                  </a:lnTo>
                  <a:moveTo>
                    <a:pt x="170688" y="339376"/>
                  </a:moveTo>
                  <a:cubicBezTo>
                    <a:pt x="170688" y="332804"/>
                    <a:pt x="176022" y="327374"/>
                    <a:pt x="182690" y="327374"/>
                  </a:cubicBezTo>
                  <a:cubicBezTo>
                    <a:pt x="189357" y="327374"/>
                    <a:pt x="194691" y="332708"/>
                    <a:pt x="194691" y="339376"/>
                  </a:cubicBezTo>
                  <a:lnTo>
                    <a:pt x="170783" y="339376"/>
                  </a:lnTo>
                  <a:close/>
                  <a:moveTo>
                    <a:pt x="186595" y="339376"/>
                  </a:moveTo>
                  <a:lnTo>
                    <a:pt x="186595" y="342519"/>
                  </a:lnTo>
                  <a:cubicBezTo>
                    <a:pt x="186595" y="344710"/>
                    <a:pt x="184880" y="346424"/>
                    <a:pt x="182594" y="346424"/>
                  </a:cubicBezTo>
                  <a:cubicBezTo>
                    <a:pt x="180308" y="346424"/>
                    <a:pt x="178689" y="344615"/>
                    <a:pt x="178689" y="342519"/>
                  </a:cubicBezTo>
                  <a:lnTo>
                    <a:pt x="178689" y="339376"/>
                  </a:lnTo>
                  <a:moveTo>
                    <a:pt x="303657" y="378619"/>
                  </a:moveTo>
                  <a:cubicBezTo>
                    <a:pt x="312039" y="378619"/>
                    <a:pt x="318802" y="385382"/>
                    <a:pt x="318802" y="393764"/>
                  </a:cubicBezTo>
                  <a:moveTo>
                    <a:pt x="318802" y="371380"/>
                  </a:moveTo>
                  <a:lnTo>
                    <a:pt x="318802" y="456438"/>
                  </a:lnTo>
                  <a:moveTo>
                    <a:pt x="142208" y="270320"/>
                  </a:moveTo>
                  <a:cubicBezTo>
                    <a:pt x="142208" y="267653"/>
                    <a:pt x="140018" y="265462"/>
                    <a:pt x="137351" y="265462"/>
                  </a:cubicBezTo>
                  <a:cubicBezTo>
                    <a:pt x="134684" y="265462"/>
                    <a:pt x="132493" y="267653"/>
                    <a:pt x="132493" y="270320"/>
                  </a:cubicBezTo>
                  <a:cubicBezTo>
                    <a:pt x="132493" y="272987"/>
                    <a:pt x="134684" y="275177"/>
                    <a:pt x="137351" y="275177"/>
                  </a:cubicBezTo>
                  <a:cubicBezTo>
                    <a:pt x="140018" y="275177"/>
                    <a:pt x="142208" y="272987"/>
                    <a:pt x="142208" y="270320"/>
                  </a:cubicBezTo>
                  <a:close/>
                  <a:moveTo>
                    <a:pt x="96298" y="270320"/>
                  </a:moveTo>
                  <a:cubicBezTo>
                    <a:pt x="96298" y="267653"/>
                    <a:pt x="94107" y="265462"/>
                    <a:pt x="91440" y="265462"/>
                  </a:cubicBezTo>
                  <a:cubicBezTo>
                    <a:pt x="88773" y="265462"/>
                    <a:pt x="86582" y="267653"/>
                    <a:pt x="86582" y="270320"/>
                  </a:cubicBezTo>
                  <a:cubicBezTo>
                    <a:pt x="86582" y="272987"/>
                    <a:pt x="88773" y="275177"/>
                    <a:pt x="91440" y="275177"/>
                  </a:cubicBezTo>
                  <a:cubicBezTo>
                    <a:pt x="94107" y="275177"/>
                    <a:pt x="96298" y="272987"/>
                    <a:pt x="96298" y="270320"/>
                  </a:cubicBezTo>
                  <a:close/>
                  <a:moveTo>
                    <a:pt x="117348" y="299276"/>
                  </a:moveTo>
                  <a:cubicBezTo>
                    <a:pt x="117348" y="296609"/>
                    <a:pt x="115157" y="294418"/>
                    <a:pt x="112490" y="294418"/>
                  </a:cubicBezTo>
                  <a:cubicBezTo>
                    <a:pt x="109823" y="294418"/>
                    <a:pt x="107633" y="296609"/>
                    <a:pt x="107633" y="299276"/>
                  </a:cubicBezTo>
                  <a:cubicBezTo>
                    <a:pt x="107633" y="301943"/>
                    <a:pt x="109823" y="304133"/>
                    <a:pt x="112490" y="304133"/>
                  </a:cubicBezTo>
                  <a:cubicBezTo>
                    <a:pt x="115157" y="304133"/>
                    <a:pt x="117348" y="301943"/>
                    <a:pt x="117348" y="299276"/>
                  </a:cubicBezTo>
                  <a:close/>
                  <a:moveTo>
                    <a:pt x="156972" y="249460"/>
                  </a:moveTo>
                  <a:cubicBezTo>
                    <a:pt x="156972" y="246793"/>
                    <a:pt x="154781" y="244602"/>
                    <a:pt x="152114" y="244602"/>
                  </a:cubicBezTo>
                  <a:cubicBezTo>
                    <a:pt x="149447" y="244602"/>
                    <a:pt x="147257" y="246793"/>
                    <a:pt x="147257" y="249460"/>
                  </a:cubicBezTo>
                  <a:cubicBezTo>
                    <a:pt x="147257" y="252127"/>
                    <a:pt x="149447" y="254318"/>
                    <a:pt x="152114" y="254318"/>
                  </a:cubicBezTo>
                  <a:cubicBezTo>
                    <a:pt x="154781" y="254318"/>
                    <a:pt x="156972" y="252127"/>
                    <a:pt x="156972" y="249460"/>
                  </a:cubicBezTo>
                  <a:close/>
                  <a:moveTo>
                    <a:pt x="112490" y="294418"/>
                  </a:moveTo>
                  <a:lnTo>
                    <a:pt x="112490" y="255937"/>
                  </a:lnTo>
                  <a:cubicBezTo>
                    <a:pt x="112490" y="252317"/>
                    <a:pt x="115443" y="249460"/>
                    <a:pt x="118967" y="249460"/>
                  </a:cubicBezTo>
                  <a:lnTo>
                    <a:pt x="147161" y="249460"/>
                  </a:lnTo>
                  <a:moveTo>
                    <a:pt x="226505" y="301181"/>
                  </a:moveTo>
                  <a:lnTo>
                    <a:pt x="226505" y="263938"/>
                  </a:lnTo>
                  <a:cubicBezTo>
                    <a:pt x="226505" y="260128"/>
                    <a:pt x="223361" y="256985"/>
                    <a:pt x="219551" y="256985"/>
                  </a:cubicBezTo>
                  <a:lnTo>
                    <a:pt x="191262" y="256985"/>
                  </a:lnTo>
                  <a:moveTo>
                    <a:pt x="300704" y="268605"/>
                  </a:moveTo>
                  <a:lnTo>
                    <a:pt x="300704" y="303276"/>
                  </a:lnTo>
                  <a:moveTo>
                    <a:pt x="281654" y="332804"/>
                  </a:moveTo>
                  <a:lnTo>
                    <a:pt x="281654" y="286607"/>
                  </a:lnTo>
                  <a:cubicBezTo>
                    <a:pt x="281654" y="282512"/>
                    <a:pt x="278321" y="279178"/>
                    <a:pt x="274225" y="279178"/>
                  </a:cubicBezTo>
                  <a:lnTo>
                    <a:pt x="247460" y="279178"/>
                  </a:lnTo>
                  <a:moveTo>
                    <a:pt x="319754" y="319754"/>
                  </a:moveTo>
                  <a:lnTo>
                    <a:pt x="319754" y="269177"/>
                  </a:lnTo>
                  <a:cubicBezTo>
                    <a:pt x="319754" y="264890"/>
                    <a:pt x="318040" y="260795"/>
                    <a:pt x="314992" y="257747"/>
                  </a:cubicBezTo>
                  <a:lnTo>
                    <a:pt x="291179" y="234220"/>
                  </a:lnTo>
                  <a:lnTo>
                    <a:pt x="267367" y="257747"/>
                  </a:lnTo>
                  <a:cubicBezTo>
                    <a:pt x="264319" y="260795"/>
                    <a:pt x="262604" y="264890"/>
                    <a:pt x="262604" y="269177"/>
                  </a:cubicBezTo>
                  <a:lnTo>
                    <a:pt x="262604" y="279273"/>
                  </a:lnTo>
                  <a:moveTo>
                    <a:pt x="142113" y="270415"/>
                  </a:moveTo>
                  <a:lnTo>
                    <a:pt x="184690" y="270415"/>
                  </a:lnTo>
                  <a:cubicBezTo>
                    <a:pt x="188309" y="270415"/>
                    <a:pt x="191167" y="267462"/>
                    <a:pt x="191167" y="263938"/>
                  </a:cubicBezTo>
                  <a:lnTo>
                    <a:pt x="191167" y="257080"/>
                  </a:lnTo>
                  <a:lnTo>
                    <a:pt x="183356" y="257080"/>
                  </a:lnTo>
                  <a:cubicBezTo>
                    <a:pt x="179737" y="257080"/>
                    <a:pt x="176879" y="254127"/>
                    <a:pt x="176879" y="250603"/>
                  </a:cubicBezTo>
                  <a:lnTo>
                    <a:pt x="176879" y="235077"/>
                  </a:lnTo>
                  <a:cubicBezTo>
                    <a:pt x="176879" y="231458"/>
                    <a:pt x="173927" y="228600"/>
                    <a:pt x="170402" y="228600"/>
                  </a:cubicBezTo>
                  <a:lnTo>
                    <a:pt x="91249" y="228600"/>
                  </a:lnTo>
                  <a:lnTo>
                    <a:pt x="91249" y="265652"/>
                  </a:lnTo>
                  <a:moveTo>
                    <a:pt x="247364" y="320326"/>
                  </a:moveTo>
                  <a:lnTo>
                    <a:pt x="247364" y="236030"/>
                  </a:lnTo>
                  <a:cubicBezTo>
                    <a:pt x="247364" y="231934"/>
                    <a:pt x="244031" y="228600"/>
                    <a:pt x="239935" y="228600"/>
                  </a:cubicBezTo>
                  <a:lnTo>
                    <a:pt x="212884" y="228600"/>
                  </a:lnTo>
                  <a:cubicBezTo>
                    <a:pt x="208788" y="228600"/>
                    <a:pt x="205454" y="231934"/>
                    <a:pt x="205454" y="236030"/>
                  </a:cubicBezTo>
                  <a:lnTo>
                    <a:pt x="205454" y="388334"/>
                  </a:lnTo>
                  <a:moveTo>
                    <a:pt x="158306" y="445961"/>
                  </a:moveTo>
                  <a:lnTo>
                    <a:pt x="148304" y="457010"/>
                  </a:lnTo>
                  <a:moveTo>
                    <a:pt x="178213" y="423863"/>
                  </a:moveTo>
                  <a:lnTo>
                    <a:pt x="168212" y="434912"/>
                  </a:lnTo>
                  <a:moveTo>
                    <a:pt x="198120" y="401765"/>
                  </a:moveTo>
                  <a:lnTo>
                    <a:pt x="188119" y="412814"/>
                  </a:lnTo>
                  <a:moveTo>
                    <a:pt x="205359" y="457010"/>
                  </a:moveTo>
                  <a:lnTo>
                    <a:pt x="205359" y="388334"/>
                  </a:lnTo>
                  <a:moveTo>
                    <a:pt x="252508" y="445961"/>
                  </a:moveTo>
                  <a:lnTo>
                    <a:pt x="262509" y="457010"/>
                  </a:lnTo>
                  <a:moveTo>
                    <a:pt x="232601" y="423863"/>
                  </a:moveTo>
                  <a:lnTo>
                    <a:pt x="242602" y="434912"/>
                  </a:lnTo>
                  <a:moveTo>
                    <a:pt x="212693" y="401765"/>
                  </a:moveTo>
                  <a:lnTo>
                    <a:pt x="222695" y="412814"/>
                  </a:lnTo>
                  <a:moveTo>
                    <a:pt x="227552" y="327946"/>
                  </a:moveTo>
                  <a:cubicBezTo>
                    <a:pt x="230124" y="323374"/>
                    <a:pt x="235077" y="320326"/>
                    <a:pt x="240697" y="320326"/>
                  </a:cubicBezTo>
                  <a:cubicBezTo>
                    <a:pt x="249079" y="320326"/>
                    <a:pt x="255842" y="327089"/>
                    <a:pt x="255842" y="335471"/>
                  </a:cubicBezTo>
                  <a:lnTo>
                    <a:pt x="255842" y="418624"/>
                  </a:lnTo>
                  <a:moveTo>
                    <a:pt x="183356" y="327946"/>
                  </a:moveTo>
                  <a:cubicBezTo>
                    <a:pt x="180785" y="323374"/>
                    <a:pt x="175832" y="320326"/>
                    <a:pt x="170212" y="320326"/>
                  </a:cubicBezTo>
                  <a:cubicBezTo>
                    <a:pt x="161830" y="320326"/>
                    <a:pt x="155067" y="327089"/>
                    <a:pt x="155067" y="335471"/>
                  </a:cubicBezTo>
                  <a:lnTo>
                    <a:pt x="155067" y="418624"/>
                  </a:lnTo>
                  <a:moveTo>
                    <a:pt x="319659" y="457010"/>
                  </a:moveTo>
                  <a:lnTo>
                    <a:pt x="205454" y="388334"/>
                  </a:lnTo>
                  <a:moveTo>
                    <a:pt x="315087" y="361093"/>
                  </a:moveTo>
                  <a:cubicBezTo>
                    <a:pt x="317945" y="363855"/>
                    <a:pt x="319659" y="367665"/>
                    <a:pt x="319659" y="371951"/>
                  </a:cubicBezTo>
                  <a:moveTo>
                    <a:pt x="91249" y="319945"/>
                  </a:moveTo>
                  <a:cubicBezTo>
                    <a:pt x="105061" y="319945"/>
                    <a:pt x="116205" y="331089"/>
                    <a:pt x="116205" y="344900"/>
                  </a:cubicBezTo>
                  <a:cubicBezTo>
                    <a:pt x="130016" y="344900"/>
                    <a:pt x="141161" y="356045"/>
                    <a:pt x="141161" y="369856"/>
                  </a:cubicBezTo>
                  <a:cubicBezTo>
                    <a:pt x="141161" y="379381"/>
                    <a:pt x="135827" y="387572"/>
                    <a:pt x="128111" y="391859"/>
                  </a:cubicBezTo>
                  <a:cubicBezTo>
                    <a:pt x="128683" y="393668"/>
                    <a:pt x="129064" y="395669"/>
                    <a:pt x="129064" y="397764"/>
                  </a:cubicBezTo>
                  <a:cubicBezTo>
                    <a:pt x="129064" y="408242"/>
                    <a:pt x="120587" y="416624"/>
                    <a:pt x="110204" y="416624"/>
                  </a:cubicBezTo>
                  <a:cubicBezTo>
                    <a:pt x="99822" y="416624"/>
                    <a:pt x="91249" y="408146"/>
                    <a:pt x="91249" y="397764"/>
                  </a:cubicBezTo>
                  <a:moveTo>
                    <a:pt x="91249" y="457010"/>
                  </a:moveTo>
                  <a:lnTo>
                    <a:pt x="205454" y="388334"/>
                  </a:lnTo>
                  <a:moveTo>
                    <a:pt x="142113" y="299657"/>
                  </a:moveTo>
                  <a:cubicBezTo>
                    <a:pt x="142113" y="296990"/>
                    <a:pt x="139922" y="294799"/>
                    <a:pt x="137255" y="294799"/>
                  </a:cubicBezTo>
                  <a:cubicBezTo>
                    <a:pt x="134588" y="294799"/>
                    <a:pt x="132398" y="296990"/>
                    <a:pt x="132398" y="299657"/>
                  </a:cubicBezTo>
                  <a:cubicBezTo>
                    <a:pt x="132398" y="302324"/>
                    <a:pt x="134588" y="304514"/>
                    <a:pt x="137255" y="304514"/>
                  </a:cubicBezTo>
                  <a:cubicBezTo>
                    <a:pt x="139922" y="304514"/>
                    <a:pt x="142113" y="302324"/>
                    <a:pt x="142113" y="299657"/>
                  </a:cubicBezTo>
                  <a:close/>
                  <a:moveTo>
                    <a:pt x="163544" y="270510"/>
                  </a:moveTo>
                  <a:lnTo>
                    <a:pt x="163544" y="292894"/>
                  </a:lnTo>
                  <a:cubicBezTo>
                    <a:pt x="163544" y="296513"/>
                    <a:pt x="160592" y="299371"/>
                    <a:pt x="157067" y="299371"/>
                  </a:cubicBezTo>
                  <a:lnTo>
                    <a:pt x="142113" y="299371"/>
                  </a:lnTo>
                  <a:moveTo>
                    <a:pt x="499301" y="277368"/>
                  </a:moveTo>
                  <a:cubicBezTo>
                    <a:pt x="482156" y="275749"/>
                    <a:pt x="464344" y="281559"/>
                    <a:pt x="451199" y="294704"/>
                  </a:cubicBezTo>
                  <a:cubicBezTo>
                    <a:pt x="440817" y="305086"/>
                    <a:pt x="435007" y="318326"/>
                    <a:pt x="433864" y="331851"/>
                  </a:cubicBezTo>
                  <a:cubicBezTo>
                    <a:pt x="434150" y="335471"/>
                    <a:pt x="434245" y="339185"/>
                    <a:pt x="433864" y="342805"/>
                  </a:cubicBezTo>
                  <a:lnTo>
                    <a:pt x="499301" y="277368"/>
                  </a:lnTo>
                  <a:close/>
                  <a:moveTo>
                    <a:pt x="416528" y="294704"/>
                  </a:moveTo>
                  <a:cubicBezTo>
                    <a:pt x="403384" y="281559"/>
                    <a:pt x="385667" y="275749"/>
                    <a:pt x="368427" y="277368"/>
                  </a:cubicBezTo>
                  <a:lnTo>
                    <a:pt x="433864" y="342805"/>
                  </a:lnTo>
                  <a:cubicBezTo>
                    <a:pt x="435483" y="325660"/>
                    <a:pt x="429673" y="307848"/>
                    <a:pt x="416528" y="294704"/>
                  </a:cubicBezTo>
                  <a:close/>
                  <a:moveTo>
                    <a:pt x="433864" y="279749"/>
                  </a:moveTo>
                  <a:cubicBezTo>
                    <a:pt x="425387" y="263938"/>
                    <a:pt x="411290" y="252698"/>
                    <a:pt x="395097" y="247555"/>
                  </a:cubicBezTo>
                  <a:cubicBezTo>
                    <a:pt x="390049" y="256985"/>
                    <a:pt x="387287" y="267653"/>
                    <a:pt x="387191" y="278606"/>
                  </a:cubicBezTo>
                  <a:moveTo>
                    <a:pt x="480441" y="278606"/>
                  </a:moveTo>
                  <a:cubicBezTo>
                    <a:pt x="480346" y="267748"/>
                    <a:pt x="477584" y="257080"/>
                    <a:pt x="472535" y="247555"/>
                  </a:cubicBezTo>
                  <a:cubicBezTo>
                    <a:pt x="454247" y="253365"/>
                    <a:pt x="438626" y="266891"/>
                    <a:pt x="430816" y="286036"/>
                  </a:cubicBezTo>
                  <a:cubicBezTo>
                    <a:pt x="427958" y="292989"/>
                    <a:pt x="426434" y="300038"/>
                    <a:pt x="426053" y="307086"/>
                  </a:cubicBezTo>
                  <a:moveTo>
                    <a:pt x="454628" y="256318"/>
                  </a:moveTo>
                  <a:cubicBezTo>
                    <a:pt x="449961" y="245459"/>
                    <a:pt x="442817" y="235934"/>
                    <a:pt x="433864" y="228505"/>
                  </a:cubicBezTo>
                  <a:cubicBezTo>
                    <a:pt x="424910" y="235934"/>
                    <a:pt x="417767" y="245459"/>
                    <a:pt x="413099" y="256318"/>
                  </a:cubicBezTo>
                  <a:moveTo>
                    <a:pt x="456724" y="365570"/>
                  </a:moveTo>
                  <a:lnTo>
                    <a:pt x="570929" y="251365"/>
                  </a:lnTo>
                  <a:moveTo>
                    <a:pt x="411004" y="365570"/>
                  </a:moveTo>
                  <a:lnTo>
                    <a:pt x="319659" y="274225"/>
                  </a:lnTo>
                  <a:moveTo>
                    <a:pt x="365379" y="411290"/>
                  </a:moveTo>
                  <a:lnTo>
                    <a:pt x="315087" y="361093"/>
                  </a:lnTo>
                  <a:moveTo>
                    <a:pt x="388144" y="388525"/>
                  </a:moveTo>
                  <a:lnTo>
                    <a:pt x="319564" y="319945"/>
                  </a:lnTo>
                  <a:moveTo>
                    <a:pt x="502349" y="411290"/>
                  </a:moveTo>
                  <a:lnTo>
                    <a:pt x="570929" y="342805"/>
                  </a:lnTo>
                  <a:moveTo>
                    <a:pt x="479584" y="388525"/>
                  </a:moveTo>
                  <a:lnTo>
                    <a:pt x="565404" y="302705"/>
                  </a:lnTo>
                  <a:moveTo>
                    <a:pt x="319659" y="457105"/>
                  </a:moveTo>
                  <a:lnTo>
                    <a:pt x="433864" y="342900"/>
                  </a:lnTo>
                  <a:lnTo>
                    <a:pt x="548069" y="457105"/>
                  </a:lnTo>
                  <a:moveTo>
                    <a:pt x="399479" y="422720"/>
                  </a:moveTo>
                  <a:lnTo>
                    <a:pt x="468249" y="422720"/>
                  </a:lnTo>
                  <a:moveTo>
                    <a:pt x="468249" y="422720"/>
                  </a:moveTo>
                  <a:lnTo>
                    <a:pt x="433864" y="457105"/>
                  </a:lnTo>
                  <a:lnTo>
                    <a:pt x="399479" y="422720"/>
                  </a:lnTo>
                  <a:moveTo>
                    <a:pt x="365284" y="457105"/>
                  </a:moveTo>
                  <a:lnTo>
                    <a:pt x="433769" y="388620"/>
                  </a:lnTo>
                  <a:lnTo>
                    <a:pt x="502349" y="457105"/>
                  </a:lnTo>
                  <a:moveTo>
                    <a:pt x="298895" y="123444"/>
                  </a:moveTo>
                  <a:lnTo>
                    <a:pt x="298895" y="62770"/>
                  </a:lnTo>
                  <a:lnTo>
                    <a:pt x="316325" y="45339"/>
                  </a:lnTo>
                  <a:moveTo>
                    <a:pt x="115919" y="58960"/>
                  </a:moveTo>
                  <a:lnTo>
                    <a:pt x="91345" y="34290"/>
                  </a:lnTo>
                  <a:moveTo>
                    <a:pt x="91345" y="193929"/>
                  </a:moveTo>
                  <a:lnTo>
                    <a:pt x="133160" y="152114"/>
                  </a:lnTo>
                  <a:lnTo>
                    <a:pt x="133160" y="41815"/>
                  </a:lnTo>
                  <a:cubicBezTo>
                    <a:pt x="133160" y="41815"/>
                    <a:pt x="168116" y="76772"/>
                    <a:pt x="168116" y="76772"/>
                  </a:cubicBezTo>
                  <a:lnTo>
                    <a:pt x="168116" y="97346"/>
                  </a:lnTo>
                  <a:moveTo>
                    <a:pt x="246126" y="189071"/>
                  </a:moveTo>
                  <a:lnTo>
                    <a:pt x="275368" y="218313"/>
                  </a:lnTo>
                  <a:moveTo>
                    <a:pt x="138017" y="216027"/>
                  </a:moveTo>
                  <a:lnTo>
                    <a:pt x="150305" y="203740"/>
                  </a:lnTo>
                  <a:lnTo>
                    <a:pt x="205550" y="203740"/>
                  </a:lnTo>
                  <a:moveTo>
                    <a:pt x="233172" y="71057"/>
                  </a:moveTo>
                  <a:lnTo>
                    <a:pt x="233172" y="154686"/>
                  </a:lnTo>
                  <a:moveTo>
                    <a:pt x="186785" y="178784"/>
                  </a:moveTo>
                  <a:lnTo>
                    <a:pt x="186785" y="126968"/>
                  </a:lnTo>
                  <a:moveTo>
                    <a:pt x="150590" y="76676"/>
                  </a:moveTo>
                  <a:lnTo>
                    <a:pt x="150590" y="163163"/>
                  </a:lnTo>
                  <a:moveTo>
                    <a:pt x="182118" y="52673"/>
                  </a:moveTo>
                  <a:lnTo>
                    <a:pt x="129445" y="0"/>
                  </a:lnTo>
                  <a:moveTo>
                    <a:pt x="281750" y="0"/>
                  </a:moveTo>
                  <a:lnTo>
                    <a:pt x="257080" y="24575"/>
                  </a:lnTo>
                  <a:moveTo>
                    <a:pt x="319850" y="0"/>
                  </a:moveTo>
                  <a:lnTo>
                    <a:pt x="295275" y="24575"/>
                  </a:lnTo>
                  <a:moveTo>
                    <a:pt x="91345" y="0"/>
                  </a:moveTo>
                  <a:lnTo>
                    <a:pt x="115919" y="24575"/>
                  </a:lnTo>
                  <a:moveTo>
                    <a:pt x="133064" y="186595"/>
                  </a:moveTo>
                  <a:lnTo>
                    <a:pt x="91249" y="228410"/>
                  </a:lnTo>
                  <a:moveTo>
                    <a:pt x="319659" y="228410"/>
                  </a:moveTo>
                  <a:lnTo>
                    <a:pt x="295085" y="203835"/>
                  </a:lnTo>
                  <a:moveTo>
                    <a:pt x="205454" y="188024"/>
                  </a:moveTo>
                  <a:lnTo>
                    <a:pt x="205454" y="111157"/>
                  </a:lnTo>
                  <a:moveTo>
                    <a:pt x="168021" y="188024"/>
                  </a:moveTo>
                  <a:lnTo>
                    <a:pt x="168021" y="111157"/>
                  </a:lnTo>
                  <a:lnTo>
                    <a:pt x="205454" y="111157"/>
                  </a:lnTo>
                  <a:lnTo>
                    <a:pt x="205454" y="52769"/>
                  </a:lnTo>
                  <a:lnTo>
                    <a:pt x="260795" y="52769"/>
                  </a:lnTo>
                  <a:lnTo>
                    <a:pt x="277844" y="67532"/>
                  </a:lnTo>
                  <a:lnTo>
                    <a:pt x="277844" y="156972"/>
                  </a:lnTo>
                  <a:lnTo>
                    <a:pt x="319659" y="198787"/>
                  </a:lnTo>
                  <a:moveTo>
                    <a:pt x="260795" y="52769"/>
                  </a:moveTo>
                  <a:lnTo>
                    <a:pt x="260795" y="169450"/>
                  </a:lnTo>
                  <a:lnTo>
                    <a:pt x="287084" y="195739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  <a:alpha val="45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en-US"/>
            </a:p>
          </p:txBody>
        </p:sp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EC0EC2D3-CA3F-DFC3-91EB-374469CC76C3}"/>
                </a:ext>
              </a:extLst>
            </p:cNvPr>
            <p:cNvSpPr/>
            <p:nvPr/>
          </p:nvSpPr>
          <p:spPr>
            <a:xfrm>
              <a:off x="5571" y="4079558"/>
              <a:ext cx="6940024" cy="2778441"/>
            </a:xfrm>
            <a:custGeom>
              <a:avLst/>
              <a:gdLst>
                <a:gd name="connsiteX0" fmla="*/ 653701 w 1142237"/>
                <a:gd name="connsiteY0" fmla="*/ 390906 h 457295"/>
                <a:gd name="connsiteX1" fmla="*/ 640175 w 1142237"/>
                <a:gd name="connsiteY1" fmla="*/ 370332 h 457295"/>
                <a:gd name="connsiteX2" fmla="*/ 662940 w 1142237"/>
                <a:gd name="connsiteY2" fmla="*/ 345281 h 457295"/>
                <a:gd name="connsiteX3" fmla="*/ 686086 w 1142237"/>
                <a:gd name="connsiteY3" fmla="*/ 320135 h 457295"/>
                <a:gd name="connsiteX4" fmla="*/ 686086 w 1142237"/>
                <a:gd name="connsiteY4" fmla="*/ 394525 h 457295"/>
                <a:gd name="connsiteX5" fmla="*/ 668179 w 1142237"/>
                <a:gd name="connsiteY5" fmla="*/ 410813 h 457295"/>
                <a:gd name="connsiteX6" fmla="*/ 653606 w 1142237"/>
                <a:gd name="connsiteY6" fmla="*/ 397764 h 457295"/>
                <a:gd name="connsiteX7" fmla="*/ 653606 w 1142237"/>
                <a:gd name="connsiteY7" fmla="*/ 390906 h 457295"/>
                <a:gd name="connsiteX8" fmla="*/ 462153 w 1142237"/>
                <a:gd name="connsiteY8" fmla="*/ 354997 h 457295"/>
                <a:gd name="connsiteX9" fmla="*/ 457581 w 1142237"/>
                <a:gd name="connsiteY9" fmla="*/ 365855 h 457295"/>
                <a:gd name="connsiteX10" fmla="*/ 562737 w 1142237"/>
                <a:gd name="connsiteY10" fmla="*/ 358807 h 457295"/>
                <a:gd name="connsiteX11" fmla="*/ 557403 w 1142237"/>
                <a:gd name="connsiteY11" fmla="*/ 353473 h 457295"/>
                <a:gd name="connsiteX12" fmla="*/ 536829 w 1142237"/>
                <a:gd name="connsiteY12" fmla="*/ 358807 h 457295"/>
                <a:gd name="connsiteX13" fmla="*/ 542163 w 1142237"/>
                <a:gd name="connsiteY13" fmla="*/ 353473 h 457295"/>
                <a:gd name="connsiteX14" fmla="*/ 549783 w 1142237"/>
                <a:gd name="connsiteY14" fmla="*/ 364141 h 457295"/>
                <a:gd name="connsiteX15" fmla="*/ 549783 w 1142237"/>
                <a:gd name="connsiteY15" fmla="*/ 356521 h 457295"/>
                <a:gd name="connsiteX16" fmla="*/ 606838 w 1142237"/>
                <a:gd name="connsiteY16" fmla="*/ 358807 h 457295"/>
                <a:gd name="connsiteX17" fmla="*/ 601504 w 1142237"/>
                <a:gd name="connsiteY17" fmla="*/ 353473 h 457295"/>
                <a:gd name="connsiteX18" fmla="*/ 580930 w 1142237"/>
                <a:gd name="connsiteY18" fmla="*/ 358807 h 457295"/>
                <a:gd name="connsiteX19" fmla="*/ 586264 w 1142237"/>
                <a:gd name="connsiteY19" fmla="*/ 353473 h 457295"/>
                <a:gd name="connsiteX20" fmla="*/ 593884 w 1142237"/>
                <a:gd name="connsiteY20" fmla="*/ 364141 h 457295"/>
                <a:gd name="connsiteX21" fmla="*/ 593884 w 1142237"/>
                <a:gd name="connsiteY21" fmla="*/ 356521 h 457295"/>
                <a:gd name="connsiteX22" fmla="*/ 605885 w 1142237"/>
                <a:gd name="connsiteY22" fmla="*/ 340043 h 457295"/>
                <a:gd name="connsiteX23" fmla="*/ 593884 w 1142237"/>
                <a:gd name="connsiteY23" fmla="*/ 328041 h 457295"/>
                <a:gd name="connsiteX24" fmla="*/ 581882 w 1142237"/>
                <a:gd name="connsiteY24" fmla="*/ 340043 h 457295"/>
                <a:gd name="connsiteX25" fmla="*/ 605790 w 1142237"/>
                <a:gd name="connsiteY25" fmla="*/ 340043 h 457295"/>
                <a:gd name="connsiteX26" fmla="*/ 589979 w 1142237"/>
                <a:gd name="connsiteY26" fmla="*/ 340043 h 457295"/>
                <a:gd name="connsiteX27" fmla="*/ 589979 w 1142237"/>
                <a:gd name="connsiteY27" fmla="*/ 343186 h 457295"/>
                <a:gd name="connsiteX28" fmla="*/ 593884 w 1142237"/>
                <a:gd name="connsiteY28" fmla="*/ 347091 h 457295"/>
                <a:gd name="connsiteX29" fmla="*/ 597789 w 1142237"/>
                <a:gd name="connsiteY29" fmla="*/ 343186 h 457295"/>
                <a:gd name="connsiteX30" fmla="*/ 597789 w 1142237"/>
                <a:gd name="connsiteY30" fmla="*/ 340043 h 457295"/>
                <a:gd name="connsiteX31" fmla="*/ 537782 w 1142237"/>
                <a:gd name="connsiteY31" fmla="*/ 340043 h 457295"/>
                <a:gd name="connsiteX32" fmla="*/ 549783 w 1142237"/>
                <a:gd name="connsiteY32" fmla="*/ 328041 h 457295"/>
                <a:gd name="connsiteX33" fmla="*/ 561785 w 1142237"/>
                <a:gd name="connsiteY33" fmla="*/ 340043 h 457295"/>
                <a:gd name="connsiteX34" fmla="*/ 537877 w 1142237"/>
                <a:gd name="connsiteY34" fmla="*/ 340043 h 457295"/>
                <a:gd name="connsiteX35" fmla="*/ 553688 w 1142237"/>
                <a:gd name="connsiteY35" fmla="*/ 340043 h 457295"/>
                <a:gd name="connsiteX36" fmla="*/ 553688 w 1142237"/>
                <a:gd name="connsiteY36" fmla="*/ 343186 h 457295"/>
                <a:gd name="connsiteX37" fmla="*/ 549783 w 1142237"/>
                <a:gd name="connsiteY37" fmla="*/ 347091 h 457295"/>
                <a:gd name="connsiteX38" fmla="*/ 545878 w 1142237"/>
                <a:gd name="connsiteY38" fmla="*/ 343186 h 457295"/>
                <a:gd name="connsiteX39" fmla="*/ 545878 w 1142237"/>
                <a:gd name="connsiteY39" fmla="*/ 340043 h 457295"/>
                <a:gd name="connsiteX40" fmla="*/ 670846 w 1142237"/>
                <a:gd name="connsiteY40" fmla="*/ 379286 h 457295"/>
                <a:gd name="connsiteX41" fmla="*/ 685991 w 1142237"/>
                <a:gd name="connsiteY41" fmla="*/ 394525 h 457295"/>
                <a:gd name="connsiteX42" fmla="*/ 685991 w 1142237"/>
                <a:gd name="connsiteY42" fmla="*/ 372142 h 457295"/>
                <a:gd name="connsiteX43" fmla="*/ 685991 w 1142237"/>
                <a:gd name="connsiteY43" fmla="*/ 457200 h 457295"/>
                <a:gd name="connsiteX44" fmla="*/ 457581 w 1142237"/>
                <a:gd name="connsiteY44" fmla="*/ 365855 h 457295"/>
                <a:gd name="connsiteX45" fmla="*/ 457581 w 1142237"/>
                <a:gd name="connsiteY45" fmla="*/ 457200 h 457295"/>
                <a:gd name="connsiteX46" fmla="*/ 462439 w 1142237"/>
                <a:gd name="connsiteY46" fmla="*/ 270700 h 457295"/>
                <a:gd name="connsiteX47" fmla="*/ 457581 w 1142237"/>
                <a:gd name="connsiteY47" fmla="*/ 265843 h 457295"/>
                <a:gd name="connsiteX48" fmla="*/ 452723 w 1142237"/>
                <a:gd name="connsiteY48" fmla="*/ 270700 h 457295"/>
                <a:gd name="connsiteX49" fmla="*/ 457581 w 1142237"/>
                <a:gd name="connsiteY49" fmla="*/ 275558 h 457295"/>
                <a:gd name="connsiteX50" fmla="*/ 462439 w 1142237"/>
                <a:gd name="connsiteY50" fmla="*/ 270700 h 457295"/>
                <a:gd name="connsiteX51" fmla="*/ 508445 w 1142237"/>
                <a:gd name="connsiteY51" fmla="*/ 270700 h 457295"/>
                <a:gd name="connsiteX52" fmla="*/ 503587 w 1142237"/>
                <a:gd name="connsiteY52" fmla="*/ 265843 h 457295"/>
                <a:gd name="connsiteX53" fmla="*/ 498729 w 1142237"/>
                <a:gd name="connsiteY53" fmla="*/ 270700 h 457295"/>
                <a:gd name="connsiteX54" fmla="*/ 503587 w 1142237"/>
                <a:gd name="connsiteY54" fmla="*/ 275558 h 457295"/>
                <a:gd name="connsiteX55" fmla="*/ 508445 w 1142237"/>
                <a:gd name="connsiteY55" fmla="*/ 270700 h 457295"/>
                <a:gd name="connsiteX56" fmla="*/ 483584 w 1142237"/>
                <a:gd name="connsiteY56" fmla="*/ 299657 h 457295"/>
                <a:gd name="connsiteX57" fmla="*/ 478727 w 1142237"/>
                <a:gd name="connsiteY57" fmla="*/ 294799 h 457295"/>
                <a:gd name="connsiteX58" fmla="*/ 473869 w 1142237"/>
                <a:gd name="connsiteY58" fmla="*/ 299657 h 457295"/>
                <a:gd name="connsiteX59" fmla="*/ 478727 w 1142237"/>
                <a:gd name="connsiteY59" fmla="*/ 304514 h 457295"/>
                <a:gd name="connsiteX60" fmla="*/ 483584 w 1142237"/>
                <a:gd name="connsiteY60" fmla="*/ 299657 h 457295"/>
                <a:gd name="connsiteX61" fmla="*/ 523208 w 1142237"/>
                <a:gd name="connsiteY61" fmla="*/ 249746 h 457295"/>
                <a:gd name="connsiteX62" fmla="*/ 518351 w 1142237"/>
                <a:gd name="connsiteY62" fmla="*/ 244888 h 457295"/>
                <a:gd name="connsiteX63" fmla="*/ 513493 w 1142237"/>
                <a:gd name="connsiteY63" fmla="*/ 249746 h 457295"/>
                <a:gd name="connsiteX64" fmla="*/ 518351 w 1142237"/>
                <a:gd name="connsiteY64" fmla="*/ 254603 h 457295"/>
                <a:gd name="connsiteX65" fmla="*/ 523208 w 1142237"/>
                <a:gd name="connsiteY65" fmla="*/ 249746 h 457295"/>
                <a:gd name="connsiteX66" fmla="*/ 478727 w 1142237"/>
                <a:gd name="connsiteY66" fmla="*/ 294704 h 457295"/>
                <a:gd name="connsiteX67" fmla="*/ 478727 w 1142237"/>
                <a:gd name="connsiteY67" fmla="*/ 256223 h 457295"/>
                <a:gd name="connsiteX68" fmla="*/ 485204 w 1142237"/>
                <a:gd name="connsiteY68" fmla="*/ 249746 h 457295"/>
                <a:gd name="connsiteX69" fmla="*/ 513398 w 1142237"/>
                <a:gd name="connsiteY69" fmla="*/ 249746 h 457295"/>
                <a:gd name="connsiteX70" fmla="*/ 592741 w 1142237"/>
                <a:gd name="connsiteY70" fmla="*/ 301466 h 457295"/>
                <a:gd name="connsiteX71" fmla="*/ 592741 w 1142237"/>
                <a:gd name="connsiteY71" fmla="*/ 264223 h 457295"/>
                <a:gd name="connsiteX72" fmla="*/ 585788 w 1142237"/>
                <a:gd name="connsiteY72" fmla="*/ 257270 h 457295"/>
                <a:gd name="connsiteX73" fmla="*/ 557498 w 1142237"/>
                <a:gd name="connsiteY73" fmla="*/ 257270 h 457295"/>
                <a:gd name="connsiteX74" fmla="*/ 666941 w 1142237"/>
                <a:gd name="connsiteY74" fmla="*/ 268891 h 457295"/>
                <a:gd name="connsiteX75" fmla="*/ 666941 w 1142237"/>
                <a:gd name="connsiteY75" fmla="*/ 303562 h 457295"/>
                <a:gd name="connsiteX76" fmla="*/ 647891 w 1142237"/>
                <a:gd name="connsiteY76" fmla="*/ 333089 h 457295"/>
                <a:gd name="connsiteX77" fmla="*/ 647891 w 1142237"/>
                <a:gd name="connsiteY77" fmla="*/ 286893 h 457295"/>
                <a:gd name="connsiteX78" fmla="*/ 640461 w 1142237"/>
                <a:gd name="connsiteY78" fmla="*/ 279464 h 457295"/>
                <a:gd name="connsiteX79" fmla="*/ 613696 w 1142237"/>
                <a:gd name="connsiteY79" fmla="*/ 279464 h 457295"/>
                <a:gd name="connsiteX80" fmla="*/ 685991 w 1142237"/>
                <a:gd name="connsiteY80" fmla="*/ 320040 h 457295"/>
                <a:gd name="connsiteX81" fmla="*/ 685991 w 1142237"/>
                <a:gd name="connsiteY81" fmla="*/ 269462 h 457295"/>
                <a:gd name="connsiteX82" fmla="*/ 681228 w 1142237"/>
                <a:gd name="connsiteY82" fmla="*/ 258032 h 457295"/>
                <a:gd name="connsiteX83" fmla="*/ 657416 w 1142237"/>
                <a:gd name="connsiteY83" fmla="*/ 234506 h 457295"/>
                <a:gd name="connsiteX84" fmla="*/ 633603 w 1142237"/>
                <a:gd name="connsiteY84" fmla="*/ 258032 h 457295"/>
                <a:gd name="connsiteX85" fmla="*/ 628841 w 1142237"/>
                <a:gd name="connsiteY85" fmla="*/ 269462 h 457295"/>
                <a:gd name="connsiteX86" fmla="*/ 628841 w 1142237"/>
                <a:gd name="connsiteY86" fmla="*/ 279559 h 457295"/>
                <a:gd name="connsiteX87" fmla="*/ 508349 w 1142237"/>
                <a:gd name="connsiteY87" fmla="*/ 270700 h 457295"/>
                <a:gd name="connsiteX88" fmla="*/ 550926 w 1142237"/>
                <a:gd name="connsiteY88" fmla="*/ 270700 h 457295"/>
                <a:gd name="connsiteX89" fmla="*/ 557403 w 1142237"/>
                <a:gd name="connsiteY89" fmla="*/ 264223 h 457295"/>
                <a:gd name="connsiteX90" fmla="*/ 557403 w 1142237"/>
                <a:gd name="connsiteY90" fmla="*/ 257366 h 457295"/>
                <a:gd name="connsiteX91" fmla="*/ 549593 w 1142237"/>
                <a:gd name="connsiteY91" fmla="*/ 257366 h 457295"/>
                <a:gd name="connsiteX92" fmla="*/ 543116 w 1142237"/>
                <a:gd name="connsiteY92" fmla="*/ 250889 h 457295"/>
                <a:gd name="connsiteX93" fmla="*/ 543116 w 1142237"/>
                <a:gd name="connsiteY93" fmla="*/ 235363 h 457295"/>
                <a:gd name="connsiteX94" fmla="*/ 536639 w 1142237"/>
                <a:gd name="connsiteY94" fmla="*/ 228886 h 457295"/>
                <a:gd name="connsiteX95" fmla="*/ 457486 w 1142237"/>
                <a:gd name="connsiteY95" fmla="*/ 228886 h 457295"/>
                <a:gd name="connsiteX96" fmla="*/ 457486 w 1142237"/>
                <a:gd name="connsiteY96" fmla="*/ 265938 h 457295"/>
                <a:gd name="connsiteX97" fmla="*/ 613601 w 1142237"/>
                <a:gd name="connsiteY97" fmla="*/ 320612 h 457295"/>
                <a:gd name="connsiteX98" fmla="*/ 613601 w 1142237"/>
                <a:gd name="connsiteY98" fmla="*/ 236315 h 457295"/>
                <a:gd name="connsiteX99" fmla="*/ 606171 w 1142237"/>
                <a:gd name="connsiteY99" fmla="*/ 228886 h 457295"/>
                <a:gd name="connsiteX100" fmla="*/ 579120 w 1142237"/>
                <a:gd name="connsiteY100" fmla="*/ 228886 h 457295"/>
                <a:gd name="connsiteX101" fmla="*/ 571691 w 1142237"/>
                <a:gd name="connsiteY101" fmla="*/ 236315 h 457295"/>
                <a:gd name="connsiteX102" fmla="*/ 571691 w 1142237"/>
                <a:gd name="connsiteY102" fmla="*/ 388620 h 457295"/>
                <a:gd name="connsiteX103" fmla="*/ 544449 w 1142237"/>
                <a:gd name="connsiteY103" fmla="*/ 424148 h 457295"/>
                <a:gd name="connsiteX104" fmla="*/ 534448 w 1142237"/>
                <a:gd name="connsiteY104" fmla="*/ 435197 h 457295"/>
                <a:gd name="connsiteX105" fmla="*/ 564356 w 1142237"/>
                <a:gd name="connsiteY105" fmla="*/ 402050 h 457295"/>
                <a:gd name="connsiteX106" fmla="*/ 554355 w 1142237"/>
                <a:gd name="connsiteY106" fmla="*/ 413099 h 457295"/>
                <a:gd name="connsiteX107" fmla="*/ 571595 w 1142237"/>
                <a:gd name="connsiteY107" fmla="*/ 457295 h 457295"/>
                <a:gd name="connsiteX108" fmla="*/ 571595 w 1142237"/>
                <a:gd name="connsiteY108" fmla="*/ 388620 h 457295"/>
                <a:gd name="connsiteX109" fmla="*/ 598837 w 1142237"/>
                <a:gd name="connsiteY109" fmla="*/ 424148 h 457295"/>
                <a:gd name="connsiteX110" fmla="*/ 608838 w 1142237"/>
                <a:gd name="connsiteY110" fmla="*/ 435197 h 457295"/>
                <a:gd name="connsiteX111" fmla="*/ 578930 w 1142237"/>
                <a:gd name="connsiteY111" fmla="*/ 402050 h 457295"/>
                <a:gd name="connsiteX112" fmla="*/ 588931 w 1142237"/>
                <a:gd name="connsiteY112" fmla="*/ 413099 h 457295"/>
                <a:gd name="connsiteX113" fmla="*/ 593789 w 1142237"/>
                <a:gd name="connsiteY113" fmla="*/ 328232 h 457295"/>
                <a:gd name="connsiteX114" fmla="*/ 606933 w 1142237"/>
                <a:gd name="connsiteY114" fmla="*/ 320612 h 457295"/>
                <a:gd name="connsiteX115" fmla="*/ 622078 w 1142237"/>
                <a:gd name="connsiteY115" fmla="*/ 335756 h 457295"/>
                <a:gd name="connsiteX116" fmla="*/ 622078 w 1142237"/>
                <a:gd name="connsiteY116" fmla="*/ 418814 h 457295"/>
                <a:gd name="connsiteX117" fmla="*/ 549688 w 1142237"/>
                <a:gd name="connsiteY117" fmla="*/ 328136 h 457295"/>
                <a:gd name="connsiteX118" fmla="*/ 536543 w 1142237"/>
                <a:gd name="connsiteY118" fmla="*/ 320516 h 457295"/>
                <a:gd name="connsiteX119" fmla="*/ 521399 w 1142237"/>
                <a:gd name="connsiteY119" fmla="*/ 335661 h 457295"/>
                <a:gd name="connsiteX120" fmla="*/ 521399 w 1142237"/>
                <a:gd name="connsiteY120" fmla="*/ 418719 h 457295"/>
                <a:gd name="connsiteX121" fmla="*/ 685991 w 1142237"/>
                <a:gd name="connsiteY121" fmla="*/ 457105 h 457295"/>
                <a:gd name="connsiteX122" fmla="*/ 571786 w 1142237"/>
                <a:gd name="connsiteY122" fmla="*/ 388430 h 457295"/>
                <a:gd name="connsiteX123" fmla="*/ 681419 w 1142237"/>
                <a:gd name="connsiteY123" fmla="*/ 361188 h 457295"/>
                <a:gd name="connsiteX124" fmla="*/ 685991 w 1142237"/>
                <a:gd name="connsiteY124" fmla="*/ 372046 h 457295"/>
                <a:gd name="connsiteX125" fmla="*/ 457581 w 1142237"/>
                <a:gd name="connsiteY125" fmla="*/ 320040 h 457295"/>
                <a:gd name="connsiteX126" fmla="*/ 482537 w 1142237"/>
                <a:gd name="connsiteY126" fmla="*/ 344996 h 457295"/>
                <a:gd name="connsiteX127" fmla="*/ 507492 w 1142237"/>
                <a:gd name="connsiteY127" fmla="*/ 369951 h 457295"/>
                <a:gd name="connsiteX128" fmla="*/ 494348 w 1142237"/>
                <a:gd name="connsiteY128" fmla="*/ 391954 h 457295"/>
                <a:gd name="connsiteX129" fmla="*/ 495300 w 1142237"/>
                <a:gd name="connsiteY129" fmla="*/ 397859 h 457295"/>
                <a:gd name="connsiteX130" fmla="*/ 476441 w 1142237"/>
                <a:gd name="connsiteY130" fmla="*/ 416719 h 457295"/>
                <a:gd name="connsiteX131" fmla="*/ 457581 w 1142237"/>
                <a:gd name="connsiteY131" fmla="*/ 397859 h 457295"/>
                <a:gd name="connsiteX132" fmla="*/ 457581 w 1142237"/>
                <a:gd name="connsiteY132" fmla="*/ 457105 h 457295"/>
                <a:gd name="connsiteX133" fmla="*/ 571786 w 1142237"/>
                <a:gd name="connsiteY133" fmla="*/ 388430 h 457295"/>
                <a:gd name="connsiteX134" fmla="*/ 472726 w 1142237"/>
                <a:gd name="connsiteY134" fmla="*/ 382715 h 457295"/>
                <a:gd name="connsiteX135" fmla="*/ 457486 w 1142237"/>
                <a:gd name="connsiteY135" fmla="*/ 397955 h 457295"/>
                <a:gd name="connsiteX136" fmla="*/ 508349 w 1142237"/>
                <a:gd name="connsiteY136" fmla="*/ 299752 h 457295"/>
                <a:gd name="connsiteX137" fmla="*/ 503492 w 1142237"/>
                <a:gd name="connsiteY137" fmla="*/ 294894 h 457295"/>
                <a:gd name="connsiteX138" fmla="*/ 498634 w 1142237"/>
                <a:gd name="connsiteY138" fmla="*/ 299752 h 457295"/>
                <a:gd name="connsiteX139" fmla="*/ 503492 w 1142237"/>
                <a:gd name="connsiteY139" fmla="*/ 304610 h 457295"/>
                <a:gd name="connsiteX140" fmla="*/ 508349 w 1142237"/>
                <a:gd name="connsiteY140" fmla="*/ 299752 h 457295"/>
                <a:gd name="connsiteX141" fmla="*/ 529781 w 1142237"/>
                <a:gd name="connsiteY141" fmla="*/ 270605 h 457295"/>
                <a:gd name="connsiteX142" fmla="*/ 529781 w 1142237"/>
                <a:gd name="connsiteY142" fmla="*/ 292989 h 457295"/>
                <a:gd name="connsiteX143" fmla="*/ 523303 w 1142237"/>
                <a:gd name="connsiteY143" fmla="*/ 299466 h 457295"/>
                <a:gd name="connsiteX144" fmla="*/ 508349 w 1142237"/>
                <a:gd name="connsiteY144" fmla="*/ 299466 h 457295"/>
                <a:gd name="connsiteX145" fmla="*/ 436626 w 1142237"/>
                <a:gd name="connsiteY145" fmla="*/ 352139 h 457295"/>
                <a:gd name="connsiteX146" fmla="*/ 436626 w 1142237"/>
                <a:gd name="connsiteY146" fmla="*/ 291465 h 457295"/>
                <a:gd name="connsiteX147" fmla="*/ 454057 w 1142237"/>
                <a:gd name="connsiteY147" fmla="*/ 274034 h 457295"/>
                <a:gd name="connsiteX148" fmla="*/ 253651 w 1142237"/>
                <a:gd name="connsiteY148" fmla="*/ 287655 h 457295"/>
                <a:gd name="connsiteX149" fmla="*/ 229076 w 1142237"/>
                <a:gd name="connsiteY149" fmla="*/ 263081 h 457295"/>
                <a:gd name="connsiteX150" fmla="*/ 229076 w 1142237"/>
                <a:gd name="connsiteY150" fmla="*/ 342900 h 457295"/>
                <a:gd name="connsiteX151" fmla="*/ 229076 w 1142237"/>
                <a:gd name="connsiteY151" fmla="*/ 422720 h 457295"/>
                <a:gd name="connsiteX152" fmla="*/ 270891 w 1142237"/>
                <a:gd name="connsiteY152" fmla="*/ 380905 h 457295"/>
                <a:gd name="connsiteX153" fmla="*/ 270891 w 1142237"/>
                <a:gd name="connsiteY153" fmla="*/ 270510 h 457295"/>
                <a:gd name="connsiteX154" fmla="*/ 305848 w 1142237"/>
                <a:gd name="connsiteY154" fmla="*/ 305467 h 457295"/>
                <a:gd name="connsiteX155" fmla="*/ 305848 w 1142237"/>
                <a:gd name="connsiteY155" fmla="*/ 326041 h 457295"/>
                <a:gd name="connsiteX156" fmla="*/ 383762 w 1142237"/>
                <a:gd name="connsiteY156" fmla="*/ 417767 h 457295"/>
                <a:gd name="connsiteX157" fmla="*/ 413004 w 1142237"/>
                <a:gd name="connsiteY157" fmla="*/ 447008 h 457295"/>
                <a:gd name="connsiteX158" fmla="*/ 275654 w 1142237"/>
                <a:gd name="connsiteY158" fmla="*/ 444722 h 457295"/>
                <a:gd name="connsiteX159" fmla="*/ 287941 w 1142237"/>
                <a:gd name="connsiteY159" fmla="*/ 432435 h 457295"/>
                <a:gd name="connsiteX160" fmla="*/ 343186 w 1142237"/>
                <a:gd name="connsiteY160" fmla="*/ 432435 h 457295"/>
                <a:gd name="connsiteX161" fmla="*/ 370808 w 1142237"/>
                <a:gd name="connsiteY161" fmla="*/ 299752 h 457295"/>
                <a:gd name="connsiteX162" fmla="*/ 370808 w 1142237"/>
                <a:gd name="connsiteY162" fmla="*/ 383381 h 457295"/>
                <a:gd name="connsiteX163" fmla="*/ 324422 w 1142237"/>
                <a:gd name="connsiteY163" fmla="*/ 407480 h 457295"/>
                <a:gd name="connsiteX164" fmla="*/ 324422 w 1142237"/>
                <a:gd name="connsiteY164" fmla="*/ 355664 h 457295"/>
                <a:gd name="connsiteX165" fmla="*/ 288227 w 1142237"/>
                <a:gd name="connsiteY165" fmla="*/ 305371 h 457295"/>
                <a:gd name="connsiteX166" fmla="*/ 288227 w 1142237"/>
                <a:gd name="connsiteY166" fmla="*/ 391859 h 457295"/>
                <a:gd name="connsiteX167" fmla="*/ 319754 w 1142237"/>
                <a:gd name="connsiteY167" fmla="*/ 281369 h 457295"/>
                <a:gd name="connsiteX168" fmla="*/ 266986 w 1142237"/>
                <a:gd name="connsiteY168" fmla="*/ 228600 h 457295"/>
                <a:gd name="connsiteX169" fmla="*/ 419291 w 1142237"/>
                <a:gd name="connsiteY169" fmla="*/ 228600 h 457295"/>
                <a:gd name="connsiteX170" fmla="*/ 394716 w 1142237"/>
                <a:gd name="connsiteY170" fmla="*/ 253175 h 457295"/>
                <a:gd name="connsiteX171" fmla="*/ 457391 w 1142237"/>
                <a:gd name="connsiteY171" fmla="*/ 228600 h 457295"/>
                <a:gd name="connsiteX172" fmla="*/ 432721 w 1142237"/>
                <a:gd name="connsiteY172" fmla="*/ 253175 h 457295"/>
                <a:gd name="connsiteX173" fmla="*/ 228886 w 1142237"/>
                <a:gd name="connsiteY173" fmla="*/ 228600 h 457295"/>
                <a:gd name="connsiteX174" fmla="*/ 253460 w 1142237"/>
                <a:gd name="connsiteY174" fmla="*/ 253175 h 457295"/>
                <a:gd name="connsiteX175" fmla="*/ 270605 w 1142237"/>
                <a:gd name="connsiteY175" fmla="*/ 415195 h 457295"/>
                <a:gd name="connsiteX176" fmla="*/ 228791 w 1142237"/>
                <a:gd name="connsiteY176" fmla="*/ 457010 h 457295"/>
                <a:gd name="connsiteX177" fmla="*/ 457200 w 1142237"/>
                <a:gd name="connsiteY177" fmla="*/ 457010 h 457295"/>
                <a:gd name="connsiteX178" fmla="*/ 432530 w 1142237"/>
                <a:gd name="connsiteY178" fmla="*/ 432435 h 457295"/>
                <a:gd name="connsiteX179" fmla="*/ 342900 w 1142237"/>
                <a:gd name="connsiteY179" fmla="*/ 416623 h 457295"/>
                <a:gd name="connsiteX180" fmla="*/ 342900 w 1142237"/>
                <a:gd name="connsiteY180" fmla="*/ 339757 h 457295"/>
                <a:gd name="connsiteX181" fmla="*/ 305467 w 1142237"/>
                <a:gd name="connsiteY181" fmla="*/ 416623 h 457295"/>
                <a:gd name="connsiteX182" fmla="*/ 305467 w 1142237"/>
                <a:gd name="connsiteY182" fmla="*/ 339757 h 457295"/>
                <a:gd name="connsiteX183" fmla="*/ 342900 w 1142237"/>
                <a:gd name="connsiteY183" fmla="*/ 339757 h 457295"/>
                <a:gd name="connsiteX184" fmla="*/ 342900 w 1142237"/>
                <a:gd name="connsiteY184" fmla="*/ 281369 h 457295"/>
                <a:gd name="connsiteX185" fmla="*/ 398240 w 1142237"/>
                <a:gd name="connsiteY185" fmla="*/ 281369 h 457295"/>
                <a:gd name="connsiteX186" fmla="*/ 415385 w 1142237"/>
                <a:gd name="connsiteY186" fmla="*/ 296132 h 457295"/>
                <a:gd name="connsiteX187" fmla="*/ 415385 w 1142237"/>
                <a:gd name="connsiteY187" fmla="*/ 385572 h 457295"/>
                <a:gd name="connsiteX188" fmla="*/ 457200 w 1142237"/>
                <a:gd name="connsiteY188" fmla="*/ 427387 h 457295"/>
                <a:gd name="connsiteX189" fmla="*/ 398336 w 1142237"/>
                <a:gd name="connsiteY189" fmla="*/ 281369 h 457295"/>
                <a:gd name="connsiteX190" fmla="*/ 398336 w 1142237"/>
                <a:gd name="connsiteY190" fmla="*/ 398050 h 457295"/>
                <a:gd name="connsiteX191" fmla="*/ 424625 w 1142237"/>
                <a:gd name="connsiteY191" fmla="*/ 424339 h 457295"/>
                <a:gd name="connsiteX192" fmla="*/ 57436 w 1142237"/>
                <a:gd name="connsiteY192" fmla="*/ 262890 h 457295"/>
                <a:gd name="connsiteX193" fmla="*/ 57436 w 1142237"/>
                <a:gd name="connsiteY193" fmla="*/ 333946 h 457295"/>
                <a:gd name="connsiteX194" fmla="*/ 114490 w 1142237"/>
                <a:gd name="connsiteY194" fmla="*/ 285655 h 457295"/>
                <a:gd name="connsiteX195" fmla="*/ 114490 w 1142237"/>
                <a:gd name="connsiteY195" fmla="*/ 346615 h 457295"/>
                <a:gd name="connsiteX196" fmla="*/ 114490 w 1142237"/>
                <a:gd name="connsiteY196" fmla="*/ 389287 h 457295"/>
                <a:gd name="connsiteX197" fmla="*/ 114490 w 1142237"/>
                <a:gd name="connsiteY197" fmla="*/ 456914 h 457295"/>
                <a:gd name="connsiteX198" fmla="*/ 228695 w 1142237"/>
                <a:gd name="connsiteY198" fmla="*/ 368332 h 457295"/>
                <a:gd name="connsiteX199" fmla="*/ 190595 w 1142237"/>
                <a:gd name="connsiteY199" fmla="*/ 342900 h 457295"/>
                <a:gd name="connsiteX200" fmla="*/ 152495 w 1142237"/>
                <a:gd name="connsiteY200" fmla="*/ 368332 h 457295"/>
                <a:gd name="connsiteX201" fmla="*/ 76390 w 1142237"/>
                <a:gd name="connsiteY201" fmla="*/ 325279 h 457295"/>
                <a:gd name="connsiteX202" fmla="*/ 76390 w 1142237"/>
                <a:gd name="connsiteY202" fmla="*/ 275558 h 457295"/>
                <a:gd name="connsiteX203" fmla="*/ 152495 w 1142237"/>
                <a:gd name="connsiteY203" fmla="*/ 311087 h 457295"/>
                <a:gd name="connsiteX204" fmla="*/ 114395 w 1142237"/>
                <a:gd name="connsiteY204" fmla="*/ 285655 h 457295"/>
                <a:gd name="connsiteX205" fmla="*/ 76295 w 1142237"/>
                <a:gd name="connsiteY205" fmla="*/ 311087 h 457295"/>
                <a:gd name="connsiteX206" fmla="*/ 190500 w 1142237"/>
                <a:gd name="connsiteY206" fmla="*/ 425291 h 457295"/>
                <a:gd name="connsiteX207" fmla="*/ 152400 w 1142237"/>
                <a:gd name="connsiteY207" fmla="*/ 399860 h 457295"/>
                <a:gd name="connsiteX208" fmla="*/ 114300 w 1142237"/>
                <a:gd name="connsiteY208" fmla="*/ 425291 h 457295"/>
                <a:gd name="connsiteX209" fmla="*/ 228505 w 1142237"/>
                <a:gd name="connsiteY209" fmla="*/ 390049 h 457295"/>
                <a:gd name="connsiteX210" fmla="*/ 228505 w 1142237"/>
                <a:gd name="connsiteY210" fmla="*/ 456914 h 457295"/>
                <a:gd name="connsiteX211" fmla="*/ 114300 w 1142237"/>
                <a:gd name="connsiteY211" fmla="*/ 368141 h 457295"/>
                <a:gd name="connsiteX212" fmla="*/ 76200 w 1142237"/>
                <a:gd name="connsiteY212" fmla="*/ 342710 h 457295"/>
                <a:gd name="connsiteX213" fmla="*/ 38100 w 1142237"/>
                <a:gd name="connsiteY213" fmla="*/ 368141 h 457295"/>
                <a:gd name="connsiteX214" fmla="*/ 76200 w 1142237"/>
                <a:gd name="connsiteY214" fmla="*/ 253937 h 457295"/>
                <a:gd name="connsiteX215" fmla="*/ 38100 w 1142237"/>
                <a:gd name="connsiteY215" fmla="*/ 228505 h 457295"/>
                <a:gd name="connsiteX216" fmla="*/ 0 w 1142237"/>
                <a:gd name="connsiteY216" fmla="*/ 266605 h 457295"/>
                <a:gd name="connsiteX217" fmla="*/ 209455 w 1142237"/>
                <a:gd name="connsiteY217" fmla="*/ 377190 h 457295"/>
                <a:gd name="connsiteX218" fmla="*/ 209455 w 1142237"/>
                <a:gd name="connsiteY218" fmla="*/ 456914 h 457295"/>
                <a:gd name="connsiteX219" fmla="*/ 133350 w 1142237"/>
                <a:gd name="connsiteY219" fmla="*/ 319850 h 457295"/>
                <a:gd name="connsiteX220" fmla="*/ 133350 w 1142237"/>
                <a:gd name="connsiteY220" fmla="*/ 390906 h 457295"/>
                <a:gd name="connsiteX221" fmla="*/ 171450 w 1142237"/>
                <a:gd name="connsiteY221" fmla="*/ 434054 h 457295"/>
                <a:gd name="connsiteX222" fmla="*/ 171450 w 1142237"/>
                <a:gd name="connsiteY222" fmla="*/ 456819 h 457295"/>
                <a:gd name="connsiteX223" fmla="*/ 171450 w 1142237"/>
                <a:gd name="connsiteY223" fmla="*/ 275368 h 457295"/>
                <a:gd name="connsiteX224" fmla="*/ 171450 w 1142237"/>
                <a:gd name="connsiteY224" fmla="*/ 333661 h 457295"/>
                <a:gd name="connsiteX225" fmla="*/ 95345 w 1142237"/>
                <a:gd name="connsiteY225" fmla="*/ 376809 h 457295"/>
                <a:gd name="connsiteX226" fmla="*/ 95345 w 1142237"/>
                <a:gd name="connsiteY226" fmla="*/ 456724 h 457295"/>
                <a:gd name="connsiteX227" fmla="*/ 76295 w 1142237"/>
                <a:gd name="connsiteY227" fmla="*/ 342519 h 457295"/>
                <a:gd name="connsiteX228" fmla="*/ 76295 w 1142237"/>
                <a:gd name="connsiteY228" fmla="*/ 456724 h 457295"/>
                <a:gd name="connsiteX229" fmla="*/ 152400 w 1142237"/>
                <a:gd name="connsiteY229" fmla="*/ 399574 h 457295"/>
                <a:gd name="connsiteX230" fmla="*/ 152400 w 1142237"/>
                <a:gd name="connsiteY230" fmla="*/ 456724 h 457295"/>
                <a:gd name="connsiteX231" fmla="*/ 190500 w 1142237"/>
                <a:gd name="connsiteY231" fmla="*/ 342519 h 457295"/>
                <a:gd name="connsiteX232" fmla="*/ 190500 w 1142237"/>
                <a:gd name="connsiteY232" fmla="*/ 456724 h 457295"/>
                <a:gd name="connsiteX233" fmla="*/ 38195 w 1142237"/>
                <a:gd name="connsiteY233" fmla="*/ 228314 h 457295"/>
                <a:gd name="connsiteX234" fmla="*/ 38195 w 1142237"/>
                <a:gd name="connsiteY234" fmla="*/ 346424 h 457295"/>
                <a:gd name="connsiteX235" fmla="*/ 38195 w 1142237"/>
                <a:gd name="connsiteY235" fmla="*/ 389096 h 457295"/>
                <a:gd name="connsiteX236" fmla="*/ 38195 w 1142237"/>
                <a:gd name="connsiteY236" fmla="*/ 456724 h 457295"/>
                <a:gd name="connsiteX237" fmla="*/ 152400 w 1142237"/>
                <a:gd name="connsiteY237" fmla="*/ 240983 h 457295"/>
                <a:gd name="connsiteX238" fmla="*/ 152400 w 1142237"/>
                <a:gd name="connsiteY238" fmla="*/ 382143 h 457295"/>
                <a:gd name="connsiteX239" fmla="*/ 190500 w 1142237"/>
                <a:gd name="connsiteY239" fmla="*/ 266414 h 457295"/>
                <a:gd name="connsiteX240" fmla="*/ 152400 w 1142237"/>
                <a:gd name="connsiteY240" fmla="*/ 240983 h 457295"/>
                <a:gd name="connsiteX241" fmla="*/ 114300 w 1142237"/>
                <a:gd name="connsiteY241" fmla="*/ 266414 h 457295"/>
                <a:gd name="connsiteX242" fmla="*/ 190405 w 1142237"/>
                <a:gd name="connsiteY242" fmla="*/ 320897 h 457295"/>
                <a:gd name="connsiteX243" fmla="*/ 190405 w 1142237"/>
                <a:gd name="connsiteY243" fmla="*/ 279368 h 457295"/>
                <a:gd name="connsiteX244" fmla="*/ 864965 w 1142237"/>
                <a:gd name="connsiteY244" fmla="*/ 277082 h 457295"/>
                <a:gd name="connsiteX245" fmla="*/ 816864 w 1142237"/>
                <a:gd name="connsiteY245" fmla="*/ 294418 h 457295"/>
                <a:gd name="connsiteX246" fmla="*/ 799529 w 1142237"/>
                <a:gd name="connsiteY246" fmla="*/ 331565 h 457295"/>
                <a:gd name="connsiteX247" fmla="*/ 799529 w 1142237"/>
                <a:gd name="connsiteY247" fmla="*/ 342519 h 457295"/>
                <a:gd name="connsiteX248" fmla="*/ 864965 w 1142237"/>
                <a:gd name="connsiteY248" fmla="*/ 277082 h 457295"/>
                <a:gd name="connsiteX249" fmla="*/ 782193 w 1142237"/>
                <a:gd name="connsiteY249" fmla="*/ 294418 h 457295"/>
                <a:gd name="connsiteX250" fmla="*/ 734092 w 1142237"/>
                <a:gd name="connsiteY250" fmla="*/ 277082 h 457295"/>
                <a:gd name="connsiteX251" fmla="*/ 799529 w 1142237"/>
                <a:gd name="connsiteY251" fmla="*/ 342519 h 457295"/>
                <a:gd name="connsiteX252" fmla="*/ 782193 w 1142237"/>
                <a:gd name="connsiteY252" fmla="*/ 294418 h 457295"/>
                <a:gd name="connsiteX253" fmla="*/ 799529 w 1142237"/>
                <a:gd name="connsiteY253" fmla="*/ 279464 h 457295"/>
                <a:gd name="connsiteX254" fmla="*/ 760762 w 1142237"/>
                <a:gd name="connsiteY254" fmla="*/ 247269 h 457295"/>
                <a:gd name="connsiteX255" fmla="*/ 752856 w 1142237"/>
                <a:gd name="connsiteY255" fmla="*/ 278321 h 457295"/>
                <a:gd name="connsiteX256" fmla="*/ 846106 w 1142237"/>
                <a:gd name="connsiteY256" fmla="*/ 278321 h 457295"/>
                <a:gd name="connsiteX257" fmla="*/ 838200 w 1142237"/>
                <a:gd name="connsiteY257" fmla="*/ 247269 h 457295"/>
                <a:gd name="connsiteX258" fmla="*/ 796481 w 1142237"/>
                <a:gd name="connsiteY258" fmla="*/ 285750 h 457295"/>
                <a:gd name="connsiteX259" fmla="*/ 791718 w 1142237"/>
                <a:gd name="connsiteY259" fmla="*/ 306800 h 457295"/>
                <a:gd name="connsiteX260" fmla="*/ 820293 w 1142237"/>
                <a:gd name="connsiteY260" fmla="*/ 256032 h 457295"/>
                <a:gd name="connsiteX261" fmla="*/ 799529 w 1142237"/>
                <a:gd name="connsiteY261" fmla="*/ 228219 h 457295"/>
                <a:gd name="connsiteX262" fmla="*/ 778764 w 1142237"/>
                <a:gd name="connsiteY262" fmla="*/ 256032 h 457295"/>
                <a:gd name="connsiteX263" fmla="*/ 822389 w 1142237"/>
                <a:gd name="connsiteY263" fmla="*/ 365284 h 457295"/>
                <a:gd name="connsiteX264" fmla="*/ 936593 w 1142237"/>
                <a:gd name="connsiteY264" fmla="*/ 251079 h 457295"/>
                <a:gd name="connsiteX265" fmla="*/ 776669 w 1142237"/>
                <a:gd name="connsiteY265" fmla="*/ 365284 h 457295"/>
                <a:gd name="connsiteX266" fmla="*/ 685324 w 1142237"/>
                <a:gd name="connsiteY266" fmla="*/ 273939 h 457295"/>
                <a:gd name="connsiteX267" fmla="*/ 731044 w 1142237"/>
                <a:gd name="connsiteY267" fmla="*/ 411004 h 457295"/>
                <a:gd name="connsiteX268" fmla="*/ 680847 w 1142237"/>
                <a:gd name="connsiteY268" fmla="*/ 360807 h 457295"/>
                <a:gd name="connsiteX269" fmla="*/ 753904 w 1142237"/>
                <a:gd name="connsiteY269" fmla="*/ 388239 h 457295"/>
                <a:gd name="connsiteX270" fmla="*/ 685324 w 1142237"/>
                <a:gd name="connsiteY270" fmla="*/ 319659 h 457295"/>
                <a:gd name="connsiteX271" fmla="*/ 868109 w 1142237"/>
                <a:gd name="connsiteY271" fmla="*/ 411004 h 457295"/>
                <a:gd name="connsiteX272" fmla="*/ 936689 w 1142237"/>
                <a:gd name="connsiteY272" fmla="*/ 342519 h 457295"/>
                <a:gd name="connsiteX273" fmla="*/ 845344 w 1142237"/>
                <a:gd name="connsiteY273" fmla="*/ 388239 h 457295"/>
                <a:gd name="connsiteX274" fmla="*/ 931164 w 1142237"/>
                <a:gd name="connsiteY274" fmla="*/ 302419 h 457295"/>
                <a:gd name="connsiteX275" fmla="*/ 685419 w 1142237"/>
                <a:gd name="connsiteY275" fmla="*/ 456819 h 457295"/>
                <a:gd name="connsiteX276" fmla="*/ 799624 w 1142237"/>
                <a:gd name="connsiteY276" fmla="*/ 342614 h 457295"/>
                <a:gd name="connsiteX277" fmla="*/ 913829 w 1142237"/>
                <a:gd name="connsiteY277" fmla="*/ 456819 h 457295"/>
                <a:gd name="connsiteX278" fmla="*/ 765239 w 1142237"/>
                <a:gd name="connsiteY278" fmla="*/ 422434 h 457295"/>
                <a:gd name="connsiteX279" fmla="*/ 833914 w 1142237"/>
                <a:gd name="connsiteY279" fmla="*/ 422434 h 457295"/>
                <a:gd name="connsiteX280" fmla="*/ 833914 w 1142237"/>
                <a:gd name="connsiteY280" fmla="*/ 422434 h 457295"/>
                <a:gd name="connsiteX281" fmla="*/ 799529 w 1142237"/>
                <a:gd name="connsiteY281" fmla="*/ 456819 h 457295"/>
                <a:gd name="connsiteX282" fmla="*/ 765143 w 1142237"/>
                <a:gd name="connsiteY282" fmla="*/ 422434 h 457295"/>
                <a:gd name="connsiteX283" fmla="*/ 730949 w 1142237"/>
                <a:gd name="connsiteY283" fmla="*/ 456819 h 457295"/>
                <a:gd name="connsiteX284" fmla="*/ 799529 w 1142237"/>
                <a:gd name="connsiteY284" fmla="*/ 388334 h 457295"/>
                <a:gd name="connsiteX285" fmla="*/ 868109 w 1142237"/>
                <a:gd name="connsiteY285" fmla="*/ 456819 h 457295"/>
                <a:gd name="connsiteX286" fmla="*/ 979551 w 1142237"/>
                <a:gd name="connsiteY286" fmla="*/ 322517 h 457295"/>
                <a:gd name="connsiteX287" fmla="*/ 931164 w 1142237"/>
                <a:gd name="connsiteY287" fmla="*/ 302419 h 457295"/>
                <a:gd name="connsiteX288" fmla="*/ 1076611 w 1142237"/>
                <a:gd name="connsiteY288" fmla="*/ 322517 h 457295"/>
                <a:gd name="connsiteX289" fmla="*/ 1123855 w 1142237"/>
                <a:gd name="connsiteY289" fmla="*/ 302990 h 457295"/>
                <a:gd name="connsiteX290" fmla="*/ 979646 w 1142237"/>
                <a:gd name="connsiteY290" fmla="*/ 362712 h 457295"/>
                <a:gd name="connsiteX291" fmla="*/ 932402 w 1142237"/>
                <a:gd name="connsiteY291" fmla="*/ 382334 h 457295"/>
                <a:gd name="connsiteX292" fmla="*/ 1076611 w 1142237"/>
                <a:gd name="connsiteY292" fmla="*/ 362712 h 457295"/>
                <a:gd name="connsiteX293" fmla="*/ 1123855 w 1142237"/>
                <a:gd name="connsiteY293" fmla="*/ 382334 h 457295"/>
                <a:gd name="connsiteX294" fmla="*/ 1048226 w 1142237"/>
                <a:gd name="connsiteY294" fmla="*/ 391192 h 457295"/>
                <a:gd name="connsiteX295" fmla="*/ 1067753 w 1142237"/>
                <a:gd name="connsiteY295" fmla="*/ 438436 h 457295"/>
                <a:gd name="connsiteX296" fmla="*/ 1008031 w 1142237"/>
                <a:gd name="connsiteY296" fmla="*/ 294227 h 457295"/>
                <a:gd name="connsiteX297" fmla="*/ 988505 w 1142237"/>
                <a:gd name="connsiteY297" fmla="*/ 246983 h 457295"/>
                <a:gd name="connsiteX298" fmla="*/ 1008031 w 1142237"/>
                <a:gd name="connsiteY298" fmla="*/ 391192 h 457295"/>
                <a:gd name="connsiteX299" fmla="*/ 988505 w 1142237"/>
                <a:gd name="connsiteY299" fmla="*/ 438436 h 457295"/>
                <a:gd name="connsiteX300" fmla="*/ 1048226 w 1142237"/>
                <a:gd name="connsiteY300" fmla="*/ 294227 h 457295"/>
                <a:gd name="connsiteX301" fmla="*/ 1067753 w 1142237"/>
                <a:gd name="connsiteY301" fmla="*/ 246983 h 457295"/>
                <a:gd name="connsiteX302" fmla="*/ 1069181 w 1142237"/>
                <a:gd name="connsiteY302" fmla="*/ 342710 h 457295"/>
                <a:gd name="connsiteX303" fmla="*/ 1142238 w 1142237"/>
                <a:gd name="connsiteY303" fmla="*/ 342710 h 457295"/>
                <a:gd name="connsiteX304" fmla="*/ 1050893 w 1142237"/>
                <a:gd name="connsiteY304" fmla="*/ 319850 h 457295"/>
                <a:gd name="connsiteX305" fmla="*/ 1142238 w 1142237"/>
                <a:gd name="connsiteY305" fmla="*/ 228505 h 457295"/>
                <a:gd name="connsiteX306" fmla="*/ 1050893 w 1142237"/>
                <a:gd name="connsiteY306" fmla="*/ 365570 h 457295"/>
                <a:gd name="connsiteX307" fmla="*/ 1142238 w 1142237"/>
                <a:gd name="connsiteY307" fmla="*/ 456914 h 457295"/>
                <a:gd name="connsiteX308" fmla="*/ 1005173 w 1142237"/>
                <a:gd name="connsiteY308" fmla="*/ 319850 h 457295"/>
                <a:gd name="connsiteX309" fmla="*/ 936689 w 1142237"/>
                <a:gd name="connsiteY309" fmla="*/ 251270 h 457295"/>
                <a:gd name="connsiteX310" fmla="*/ 1028033 w 1142237"/>
                <a:gd name="connsiteY310" fmla="*/ 383762 h 457295"/>
                <a:gd name="connsiteX311" fmla="*/ 1028033 w 1142237"/>
                <a:gd name="connsiteY311" fmla="*/ 456819 h 457295"/>
                <a:gd name="connsiteX312" fmla="*/ 986885 w 1142237"/>
                <a:gd name="connsiteY312" fmla="*/ 342614 h 457295"/>
                <a:gd name="connsiteX313" fmla="*/ 936593 w 1142237"/>
                <a:gd name="connsiteY313" fmla="*/ 342614 h 457295"/>
                <a:gd name="connsiteX314" fmla="*/ 1027938 w 1142237"/>
                <a:gd name="connsiteY314" fmla="*/ 301466 h 457295"/>
                <a:gd name="connsiteX315" fmla="*/ 1027938 w 1142237"/>
                <a:gd name="connsiteY315" fmla="*/ 228410 h 457295"/>
                <a:gd name="connsiteX316" fmla="*/ 1005078 w 1142237"/>
                <a:gd name="connsiteY316" fmla="*/ 365474 h 457295"/>
                <a:gd name="connsiteX317" fmla="*/ 913733 w 1142237"/>
                <a:gd name="connsiteY317" fmla="*/ 456819 h 457295"/>
                <a:gd name="connsiteX318" fmla="*/ 881348 w 1142237"/>
                <a:gd name="connsiteY318" fmla="*/ 162116 h 457295"/>
                <a:gd name="connsiteX319" fmla="*/ 867823 w 1142237"/>
                <a:gd name="connsiteY319" fmla="*/ 141542 h 457295"/>
                <a:gd name="connsiteX320" fmla="*/ 890588 w 1142237"/>
                <a:gd name="connsiteY320" fmla="*/ 116491 h 457295"/>
                <a:gd name="connsiteX321" fmla="*/ 913733 w 1142237"/>
                <a:gd name="connsiteY321" fmla="*/ 91345 h 457295"/>
                <a:gd name="connsiteX322" fmla="*/ 913733 w 1142237"/>
                <a:gd name="connsiteY322" fmla="*/ 165735 h 457295"/>
                <a:gd name="connsiteX323" fmla="*/ 895826 w 1142237"/>
                <a:gd name="connsiteY323" fmla="*/ 182023 h 457295"/>
                <a:gd name="connsiteX324" fmla="*/ 881348 w 1142237"/>
                <a:gd name="connsiteY324" fmla="*/ 168973 h 457295"/>
                <a:gd name="connsiteX325" fmla="*/ 881348 w 1142237"/>
                <a:gd name="connsiteY325" fmla="*/ 162116 h 457295"/>
                <a:gd name="connsiteX326" fmla="*/ 689896 w 1142237"/>
                <a:gd name="connsiteY326" fmla="*/ 126206 h 457295"/>
                <a:gd name="connsiteX327" fmla="*/ 685324 w 1142237"/>
                <a:gd name="connsiteY327" fmla="*/ 137065 h 457295"/>
                <a:gd name="connsiteX328" fmla="*/ 790480 w 1142237"/>
                <a:gd name="connsiteY328" fmla="*/ 130112 h 457295"/>
                <a:gd name="connsiteX329" fmla="*/ 785146 w 1142237"/>
                <a:gd name="connsiteY329" fmla="*/ 124777 h 457295"/>
                <a:gd name="connsiteX330" fmla="*/ 764572 w 1142237"/>
                <a:gd name="connsiteY330" fmla="*/ 130112 h 457295"/>
                <a:gd name="connsiteX331" fmla="*/ 769906 w 1142237"/>
                <a:gd name="connsiteY331" fmla="*/ 124777 h 457295"/>
                <a:gd name="connsiteX332" fmla="*/ 777526 w 1142237"/>
                <a:gd name="connsiteY332" fmla="*/ 135446 h 457295"/>
                <a:gd name="connsiteX333" fmla="*/ 777526 w 1142237"/>
                <a:gd name="connsiteY333" fmla="*/ 127825 h 457295"/>
                <a:gd name="connsiteX334" fmla="*/ 834581 w 1142237"/>
                <a:gd name="connsiteY334" fmla="*/ 130112 h 457295"/>
                <a:gd name="connsiteX335" fmla="*/ 829247 w 1142237"/>
                <a:gd name="connsiteY335" fmla="*/ 124777 h 457295"/>
                <a:gd name="connsiteX336" fmla="*/ 808673 w 1142237"/>
                <a:gd name="connsiteY336" fmla="*/ 130112 h 457295"/>
                <a:gd name="connsiteX337" fmla="*/ 814007 w 1142237"/>
                <a:gd name="connsiteY337" fmla="*/ 124777 h 457295"/>
                <a:gd name="connsiteX338" fmla="*/ 821627 w 1142237"/>
                <a:gd name="connsiteY338" fmla="*/ 135446 h 457295"/>
                <a:gd name="connsiteX339" fmla="*/ 821627 w 1142237"/>
                <a:gd name="connsiteY339" fmla="*/ 127825 h 457295"/>
                <a:gd name="connsiteX340" fmla="*/ 833628 w 1142237"/>
                <a:gd name="connsiteY340" fmla="*/ 111347 h 457295"/>
                <a:gd name="connsiteX341" fmla="*/ 821627 w 1142237"/>
                <a:gd name="connsiteY341" fmla="*/ 99346 h 457295"/>
                <a:gd name="connsiteX342" fmla="*/ 809625 w 1142237"/>
                <a:gd name="connsiteY342" fmla="*/ 111347 h 457295"/>
                <a:gd name="connsiteX343" fmla="*/ 833533 w 1142237"/>
                <a:gd name="connsiteY343" fmla="*/ 111347 h 457295"/>
                <a:gd name="connsiteX344" fmla="*/ 817721 w 1142237"/>
                <a:gd name="connsiteY344" fmla="*/ 111347 h 457295"/>
                <a:gd name="connsiteX345" fmla="*/ 817721 w 1142237"/>
                <a:gd name="connsiteY345" fmla="*/ 114491 h 457295"/>
                <a:gd name="connsiteX346" fmla="*/ 821722 w 1142237"/>
                <a:gd name="connsiteY346" fmla="*/ 118396 h 457295"/>
                <a:gd name="connsiteX347" fmla="*/ 825627 w 1142237"/>
                <a:gd name="connsiteY347" fmla="*/ 114491 h 457295"/>
                <a:gd name="connsiteX348" fmla="*/ 825627 w 1142237"/>
                <a:gd name="connsiteY348" fmla="*/ 111347 h 457295"/>
                <a:gd name="connsiteX349" fmla="*/ 765620 w 1142237"/>
                <a:gd name="connsiteY349" fmla="*/ 111347 h 457295"/>
                <a:gd name="connsiteX350" fmla="*/ 777621 w 1142237"/>
                <a:gd name="connsiteY350" fmla="*/ 99346 h 457295"/>
                <a:gd name="connsiteX351" fmla="*/ 789623 w 1142237"/>
                <a:gd name="connsiteY351" fmla="*/ 111347 h 457295"/>
                <a:gd name="connsiteX352" fmla="*/ 765715 w 1142237"/>
                <a:gd name="connsiteY352" fmla="*/ 111347 h 457295"/>
                <a:gd name="connsiteX353" fmla="*/ 781526 w 1142237"/>
                <a:gd name="connsiteY353" fmla="*/ 111347 h 457295"/>
                <a:gd name="connsiteX354" fmla="*/ 781526 w 1142237"/>
                <a:gd name="connsiteY354" fmla="*/ 114491 h 457295"/>
                <a:gd name="connsiteX355" fmla="*/ 777621 w 1142237"/>
                <a:gd name="connsiteY355" fmla="*/ 118396 h 457295"/>
                <a:gd name="connsiteX356" fmla="*/ 773620 w 1142237"/>
                <a:gd name="connsiteY356" fmla="*/ 114491 h 457295"/>
                <a:gd name="connsiteX357" fmla="*/ 773620 w 1142237"/>
                <a:gd name="connsiteY357" fmla="*/ 111347 h 457295"/>
                <a:gd name="connsiteX358" fmla="*/ 898589 w 1142237"/>
                <a:gd name="connsiteY358" fmla="*/ 150590 h 457295"/>
                <a:gd name="connsiteX359" fmla="*/ 913829 w 1142237"/>
                <a:gd name="connsiteY359" fmla="*/ 165830 h 457295"/>
                <a:gd name="connsiteX360" fmla="*/ 913829 w 1142237"/>
                <a:gd name="connsiteY360" fmla="*/ 143446 h 457295"/>
                <a:gd name="connsiteX361" fmla="*/ 913829 w 1142237"/>
                <a:gd name="connsiteY361" fmla="*/ 228505 h 457295"/>
                <a:gd name="connsiteX362" fmla="*/ 685419 w 1142237"/>
                <a:gd name="connsiteY362" fmla="*/ 137160 h 457295"/>
                <a:gd name="connsiteX363" fmla="*/ 685419 w 1142237"/>
                <a:gd name="connsiteY363" fmla="*/ 228505 h 457295"/>
                <a:gd name="connsiteX364" fmla="*/ 690277 w 1142237"/>
                <a:gd name="connsiteY364" fmla="*/ 42005 h 457295"/>
                <a:gd name="connsiteX365" fmla="*/ 685419 w 1142237"/>
                <a:gd name="connsiteY365" fmla="*/ 37148 h 457295"/>
                <a:gd name="connsiteX366" fmla="*/ 680561 w 1142237"/>
                <a:gd name="connsiteY366" fmla="*/ 42005 h 457295"/>
                <a:gd name="connsiteX367" fmla="*/ 685419 w 1142237"/>
                <a:gd name="connsiteY367" fmla="*/ 46863 h 457295"/>
                <a:gd name="connsiteX368" fmla="*/ 690277 w 1142237"/>
                <a:gd name="connsiteY368" fmla="*/ 42005 h 457295"/>
                <a:gd name="connsiteX369" fmla="*/ 736283 w 1142237"/>
                <a:gd name="connsiteY369" fmla="*/ 42005 h 457295"/>
                <a:gd name="connsiteX370" fmla="*/ 731425 w 1142237"/>
                <a:gd name="connsiteY370" fmla="*/ 37148 h 457295"/>
                <a:gd name="connsiteX371" fmla="*/ 726567 w 1142237"/>
                <a:gd name="connsiteY371" fmla="*/ 42005 h 457295"/>
                <a:gd name="connsiteX372" fmla="*/ 731425 w 1142237"/>
                <a:gd name="connsiteY372" fmla="*/ 46863 h 457295"/>
                <a:gd name="connsiteX373" fmla="*/ 736283 w 1142237"/>
                <a:gd name="connsiteY373" fmla="*/ 42005 h 457295"/>
                <a:gd name="connsiteX374" fmla="*/ 711422 w 1142237"/>
                <a:gd name="connsiteY374" fmla="*/ 70866 h 457295"/>
                <a:gd name="connsiteX375" fmla="*/ 706565 w 1142237"/>
                <a:gd name="connsiteY375" fmla="*/ 66008 h 457295"/>
                <a:gd name="connsiteX376" fmla="*/ 701707 w 1142237"/>
                <a:gd name="connsiteY376" fmla="*/ 70866 h 457295"/>
                <a:gd name="connsiteX377" fmla="*/ 706565 w 1142237"/>
                <a:gd name="connsiteY377" fmla="*/ 75724 h 457295"/>
                <a:gd name="connsiteX378" fmla="*/ 711422 w 1142237"/>
                <a:gd name="connsiteY378" fmla="*/ 70866 h 457295"/>
                <a:gd name="connsiteX379" fmla="*/ 751046 w 1142237"/>
                <a:gd name="connsiteY379" fmla="*/ 20955 h 457295"/>
                <a:gd name="connsiteX380" fmla="*/ 746189 w 1142237"/>
                <a:gd name="connsiteY380" fmla="*/ 16097 h 457295"/>
                <a:gd name="connsiteX381" fmla="*/ 741331 w 1142237"/>
                <a:gd name="connsiteY381" fmla="*/ 20955 h 457295"/>
                <a:gd name="connsiteX382" fmla="*/ 746189 w 1142237"/>
                <a:gd name="connsiteY382" fmla="*/ 25813 h 457295"/>
                <a:gd name="connsiteX383" fmla="*/ 751046 w 1142237"/>
                <a:gd name="connsiteY383" fmla="*/ 20955 h 457295"/>
                <a:gd name="connsiteX384" fmla="*/ 706565 w 1142237"/>
                <a:gd name="connsiteY384" fmla="*/ 65913 h 457295"/>
                <a:gd name="connsiteX385" fmla="*/ 706565 w 1142237"/>
                <a:gd name="connsiteY385" fmla="*/ 27432 h 457295"/>
                <a:gd name="connsiteX386" fmla="*/ 713042 w 1142237"/>
                <a:gd name="connsiteY386" fmla="*/ 20955 h 457295"/>
                <a:gd name="connsiteX387" fmla="*/ 741236 w 1142237"/>
                <a:gd name="connsiteY387" fmla="*/ 20955 h 457295"/>
                <a:gd name="connsiteX388" fmla="*/ 820579 w 1142237"/>
                <a:gd name="connsiteY388" fmla="*/ 72676 h 457295"/>
                <a:gd name="connsiteX389" fmla="*/ 820579 w 1142237"/>
                <a:gd name="connsiteY389" fmla="*/ 35433 h 457295"/>
                <a:gd name="connsiteX390" fmla="*/ 813626 w 1142237"/>
                <a:gd name="connsiteY390" fmla="*/ 28480 h 457295"/>
                <a:gd name="connsiteX391" fmla="*/ 785336 w 1142237"/>
                <a:gd name="connsiteY391" fmla="*/ 28480 h 457295"/>
                <a:gd name="connsiteX392" fmla="*/ 894779 w 1142237"/>
                <a:gd name="connsiteY392" fmla="*/ 40100 h 457295"/>
                <a:gd name="connsiteX393" fmla="*/ 894779 w 1142237"/>
                <a:gd name="connsiteY393" fmla="*/ 74771 h 457295"/>
                <a:gd name="connsiteX394" fmla="*/ 875729 w 1142237"/>
                <a:gd name="connsiteY394" fmla="*/ 104299 h 457295"/>
                <a:gd name="connsiteX395" fmla="*/ 875729 w 1142237"/>
                <a:gd name="connsiteY395" fmla="*/ 58102 h 457295"/>
                <a:gd name="connsiteX396" fmla="*/ 868299 w 1142237"/>
                <a:gd name="connsiteY396" fmla="*/ 50673 h 457295"/>
                <a:gd name="connsiteX397" fmla="*/ 841534 w 1142237"/>
                <a:gd name="connsiteY397" fmla="*/ 50673 h 457295"/>
                <a:gd name="connsiteX398" fmla="*/ 913829 w 1142237"/>
                <a:gd name="connsiteY398" fmla="*/ 91250 h 457295"/>
                <a:gd name="connsiteX399" fmla="*/ 913829 w 1142237"/>
                <a:gd name="connsiteY399" fmla="*/ 40577 h 457295"/>
                <a:gd name="connsiteX400" fmla="*/ 909066 w 1142237"/>
                <a:gd name="connsiteY400" fmla="*/ 29146 h 457295"/>
                <a:gd name="connsiteX401" fmla="*/ 885254 w 1142237"/>
                <a:gd name="connsiteY401" fmla="*/ 5620 h 457295"/>
                <a:gd name="connsiteX402" fmla="*/ 861441 w 1142237"/>
                <a:gd name="connsiteY402" fmla="*/ 29146 h 457295"/>
                <a:gd name="connsiteX403" fmla="*/ 856679 w 1142237"/>
                <a:gd name="connsiteY403" fmla="*/ 40577 h 457295"/>
                <a:gd name="connsiteX404" fmla="*/ 856679 w 1142237"/>
                <a:gd name="connsiteY404" fmla="*/ 50673 h 457295"/>
                <a:gd name="connsiteX405" fmla="*/ 736187 w 1142237"/>
                <a:gd name="connsiteY405" fmla="*/ 41815 h 457295"/>
                <a:gd name="connsiteX406" fmla="*/ 778764 w 1142237"/>
                <a:gd name="connsiteY406" fmla="*/ 41815 h 457295"/>
                <a:gd name="connsiteX407" fmla="*/ 785241 w 1142237"/>
                <a:gd name="connsiteY407" fmla="*/ 35338 h 457295"/>
                <a:gd name="connsiteX408" fmla="*/ 785241 w 1142237"/>
                <a:gd name="connsiteY408" fmla="*/ 28480 h 457295"/>
                <a:gd name="connsiteX409" fmla="*/ 777431 w 1142237"/>
                <a:gd name="connsiteY409" fmla="*/ 28480 h 457295"/>
                <a:gd name="connsiteX410" fmla="*/ 770954 w 1142237"/>
                <a:gd name="connsiteY410" fmla="*/ 22003 h 457295"/>
                <a:gd name="connsiteX411" fmla="*/ 770954 w 1142237"/>
                <a:gd name="connsiteY411" fmla="*/ 6477 h 457295"/>
                <a:gd name="connsiteX412" fmla="*/ 764477 w 1142237"/>
                <a:gd name="connsiteY412" fmla="*/ 0 h 457295"/>
                <a:gd name="connsiteX413" fmla="*/ 685324 w 1142237"/>
                <a:gd name="connsiteY413" fmla="*/ 0 h 457295"/>
                <a:gd name="connsiteX414" fmla="*/ 685324 w 1142237"/>
                <a:gd name="connsiteY414" fmla="*/ 37052 h 457295"/>
                <a:gd name="connsiteX415" fmla="*/ 841439 w 1142237"/>
                <a:gd name="connsiteY415" fmla="*/ 91726 h 457295"/>
                <a:gd name="connsiteX416" fmla="*/ 841439 w 1142237"/>
                <a:gd name="connsiteY416" fmla="*/ 7429 h 457295"/>
                <a:gd name="connsiteX417" fmla="*/ 834009 w 1142237"/>
                <a:gd name="connsiteY417" fmla="*/ 0 h 457295"/>
                <a:gd name="connsiteX418" fmla="*/ 806958 w 1142237"/>
                <a:gd name="connsiteY418" fmla="*/ 0 h 457295"/>
                <a:gd name="connsiteX419" fmla="*/ 799529 w 1142237"/>
                <a:gd name="connsiteY419" fmla="*/ 7429 h 457295"/>
                <a:gd name="connsiteX420" fmla="*/ 799529 w 1142237"/>
                <a:gd name="connsiteY420" fmla="*/ 159734 h 457295"/>
                <a:gd name="connsiteX421" fmla="*/ 752380 w 1142237"/>
                <a:gd name="connsiteY421" fmla="*/ 217361 h 457295"/>
                <a:gd name="connsiteX422" fmla="*/ 742379 w 1142237"/>
                <a:gd name="connsiteY422" fmla="*/ 228410 h 457295"/>
                <a:gd name="connsiteX423" fmla="*/ 772287 w 1142237"/>
                <a:gd name="connsiteY423" fmla="*/ 195263 h 457295"/>
                <a:gd name="connsiteX424" fmla="*/ 762286 w 1142237"/>
                <a:gd name="connsiteY424" fmla="*/ 206312 h 457295"/>
                <a:gd name="connsiteX425" fmla="*/ 792194 w 1142237"/>
                <a:gd name="connsiteY425" fmla="*/ 173165 h 457295"/>
                <a:gd name="connsiteX426" fmla="*/ 782193 w 1142237"/>
                <a:gd name="connsiteY426" fmla="*/ 184214 h 457295"/>
                <a:gd name="connsiteX427" fmla="*/ 799433 w 1142237"/>
                <a:gd name="connsiteY427" fmla="*/ 228505 h 457295"/>
                <a:gd name="connsiteX428" fmla="*/ 799433 w 1142237"/>
                <a:gd name="connsiteY428" fmla="*/ 159829 h 457295"/>
                <a:gd name="connsiteX429" fmla="*/ 846582 w 1142237"/>
                <a:gd name="connsiteY429" fmla="*/ 217456 h 457295"/>
                <a:gd name="connsiteX430" fmla="*/ 856583 w 1142237"/>
                <a:gd name="connsiteY430" fmla="*/ 228505 h 457295"/>
                <a:gd name="connsiteX431" fmla="*/ 826675 w 1142237"/>
                <a:gd name="connsiteY431" fmla="*/ 195358 h 457295"/>
                <a:gd name="connsiteX432" fmla="*/ 836676 w 1142237"/>
                <a:gd name="connsiteY432" fmla="*/ 206407 h 457295"/>
                <a:gd name="connsiteX433" fmla="*/ 806768 w 1142237"/>
                <a:gd name="connsiteY433" fmla="*/ 173260 h 457295"/>
                <a:gd name="connsiteX434" fmla="*/ 816769 w 1142237"/>
                <a:gd name="connsiteY434" fmla="*/ 184309 h 457295"/>
                <a:gd name="connsiteX435" fmla="*/ 821627 w 1142237"/>
                <a:gd name="connsiteY435" fmla="*/ 99441 h 457295"/>
                <a:gd name="connsiteX436" fmla="*/ 834771 w 1142237"/>
                <a:gd name="connsiteY436" fmla="*/ 91821 h 457295"/>
                <a:gd name="connsiteX437" fmla="*/ 850011 w 1142237"/>
                <a:gd name="connsiteY437" fmla="*/ 106966 h 457295"/>
                <a:gd name="connsiteX438" fmla="*/ 850011 w 1142237"/>
                <a:gd name="connsiteY438" fmla="*/ 190024 h 45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1142237" h="457295">
                  <a:moveTo>
                    <a:pt x="653701" y="390906"/>
                  </a:moveTo>
                  <a:cubicBezTo>
                    <a:pt x="645986" y="387191"/>
                    <a:pt x="640556" y="379476"/>
                    <a:pt x="640175" y="370332"/>
                  </a:cubicBezTo>
                  <a:cubicBezTo>
                    <a:pt x="639604" y="357092"/>
                    <a:pt x="649795" y="345948"/>
                    <a:pt x="662940" y="345281"/>
                  </a:cubicBezTo>
                  <a:cubicBezTo>
                    <a:pt x="662559" y="331946"/>
                    <a:pt x="672751" y="320707"/>
                    <a:pt x="686086" y="320135"/>
                  </a:cubicBezTo>
                  <a:moveTo>
                    <a:pt x="686086" y="394525"/>
                  </a:moveTo>
                  <a:cubicBezTo>
                    <a:pt x="686086" y="404050"/>
                    <a:pt x="677894" y="411766"/>
                    <a:pt x="668179" y="410813"/>
                  </a:cubicBezTo>
                  <a:cubicBezTo>
                    <a:pt x="661035" y="410146"/>
                    <a:pt x="655034" y="404813"/>
                    <a:pt x="653606" y="397764"/>
                  </a:cubicBezTo>
                  <a:cubicBezTo>
                    <a:pt x="653129" y="395383"/>
                    <a:pt x="653225" y="393097"/>
                    <a:pt x="653606" y="390906"/>
                  </a:cubicBezTo>
                  <a:moveTo>
                    <a:pt x="462153" y="354997"/>
                  </a:moveTo>
                  <a:cubicBezTo>
                    <a:pt x="459296" y="357759"/>
                    <a:pt x="457581" y="361569"/>
                    <a:pt x="457581" y="365855"/>
                  </a:cubicBezTo>
                  <a:moveTo>
                    <a:pt x="562737" y="358807"/>
                  </a:moveTo>
                  <a:lnTo>
                    <a:pt x="557403" y="353473"/>
                  </a:lnTo>
                  <a:moveTo>
                    <a:pt x="536829" y="358807"/>
                  </a:moveTo>
                  <a:lnTo>
                    <a:pt x="542163" y="353473"/>
                  </a:lnTo>
                  <a:moveTo>
                    <a:pt x="549783" y="364141"/>
                  </a:moveTo>
                  <a:lnTo>
                    <a:pt x="549783" y="356521"/>
                  </a:lnTo>
                  <a:moveTo>
                    <a:pt x="606838" y="358807"/>
                  </a:moveTo>
                  <a:lnTo>
                    <a:pt x="601504" y="353473"/>
                  </a:lnTo>
                  <a:moveTo>
                    <a:pt x="580930" y="358807"/>
                  </a:moveTo>
                  <a:lnTo>
                    <a:pt x="586264" y="353473"/>
                  </a:lnTo>
                  <a:moveTo>
                    <a:pt x="593884" y="364141"/>
                  </a:moveTo>
                  <a:lnTo>
                    <a:pt x="593884" y="356521"/>
                  </a:lnTo>
                  <a:moveTo>
                    <a:pt x="605885" y="340043"/>
                  </a:moveTo>
                  <a:cubicBezTo>
                    <a:pt x="605885" y="333375"/>
                    <a:pt x="600551" y="328041"/>
                    <a:pt x="593884" y="328041"/>
                  </a:cubicBezTo>
                  <a:cubicBezTo>
                    <a:pt x="587216" y="328041"/>
                    <a:pt x="581882" y="333375"/>
                    <a:pt x="581882" y="340043"/>
                  </a:cubicBezTo>
                  <a:lnTo>
                    <a:pt x="605790" y="340043"/>
                  </a:lnTo>
                  <a:close/>
                  <a:moveTo>
                    <a:pt x="589979" y="340043"/>
                  </a:moveTo>
                  <a:lnTo>
                    <a:pt x="589979" y="343186"/>
                  </a:lnTo>
                  <a:cubicBezTo>
                    <a:pt x="589979" y="345377"/>
                    <a:pt x="591788" y="347091"/>
                    <a:pt x="593884" y="347091"/>
                  </a:cubicBezTo>
                  <a:cubicBezTo>
                    <a:pt x="595979" y="347091"/>
                    <a:pt x="597789" y="345377"/>
                    <a:pt x="597789" y="343186"/>
                  </a:cubicBezTo>
                  <a:lnTo>
                    <a:pt x="597789" y="340043"/>
                  </a:lnTo>
                  <a:moveTo>
                    <a:pt x="537782" y="340043"/>
                  </a:moveTo>
                  <a:cubicBezTo>
                    <a:pt x="537782" y="333375"/>
                    <a:pt x="543116" y="328041"/>
                    <a:pt x="549783" y="328041"/>
                  </a:cubicBezTo>
                  <a:cubicBezTo>
                    <a:pt x="556451" y="328041"/>
                    <a:pt x="561785" y="333375"/>
                    <a:pt x="561785" y="340043"/>
                  </a:cubicBezTo>
                  <a:lnTo>
                    <a:pt x="537877" y="340043"/>
                  </a:lnTo>
                  <a:close/>
                  <a:moveTo>
                    <a:pt x="553688" y="340043"/>
                  </a:moveTo>
                  <a:lnTo>
                    <a:pt x="553688" y="343186"/>
                  </a:lnTo>
                  <a:cubicBezTo>
                    <a:pt x="553688" y="345377"/>
                    <a:pt x="551879" y="347091"/>
                    <a:pt x="549783" y="347091"/>
                  </a:cubicBezTo>
                  <a:cubicBezTo>
                    <a:pt x="547688" y="347091"/>
                    <a:pt x="545878" y="345377"/>
                    <a:pt x="545878" y="343186"/>
                  </a:cubicBezTo>
                  <a:lnTo>
                    <a:pt x="545878" y="340043"/>
                  </a:lnTo>
                  <a:moveTo>
                    <a:pt x="670846" y="379286"/>
                  </a:moveTo>
                  <a:cubicBezTo>
                    <a:pt x="679228" y="379286"/>
                    <a:pt x="685991" y="386048"/>
                    <a:pt x="685991" y="394525"/>
                  </a:cubicBezTo>
                  <a:moveTo>
                    <a:pt x="685991" y="372142"/>
                  </a:moveTo>
                  <a:lnTo>
                    <a:pt x="685991" y="457200"/>
                  </a:lnTo>
                  <a:moveTo>
                    <a:pt x="457581" y="365855"/>
                  </a:moveTo>
                  <a:lnTo>
                    <a:pt x="457581" y="457200"/>
                  </a:lnTo>
                  <a:moveTo>
                    <a:pt x="462439" y="270700"/>
                  </a:moveTo>
                  <a:cubicBezTo>
                    <a:pt x="462439" y="268034"/>
                    <a:pt x="460248" y="265843"/>
                    <a:pt x="457581" y="265843"/>
                  </a:cubicBezTo>
                  <a:cubicBezTo>
                    <a:pt x="454914" y="265843"/>
                    <a:pt x="452723" y="268034"/>
                    <a:pt x="452723" y="270700"/>
                  </a:cubicBezTo>
                  <a:cubicBezTo>
                    <a:pt x="452723" y="273368"/>
                    <a:pt x="454914" y="275558"/>
                    <a:pt x="457581" y="275558"/>
                  </a:cubicBezTo>
                  <a:cubicBezTo>
                    <a:pt x="460248" y="275558"/>
                    <a:pt x="462439" y="273368"/>
                    <a:pt x="462439" y="270700"/>
                  </a:cubicBezTo>
                  <a:close/>
                  <a:moveTo>
                    <a:pt x="508445" y="270700"/>
                  </a:moveTo>
                  <a:cubicBezTo>
                    <a:pt x="508445" y="268034"/>
                    <a:pt x="506254" y="265843"/>
                    <a:pt x="503587" y="265843"/>
                  </a:cubicBezTo>
                  <a:cubicBezTo>
                    <a:pt x="500920" y="265843"/>
                    <a:pt x="498729" y="268034"/>
                    <a:pt x="498729" y="270700"/>
                  </a:cubicBezTo>
                  <a:cubicBezTo>
                    <a:pt x="498729" y="273368"/>
                    <a:pt x="500920" y="275558"/>
                    <a:pt x="503587" y="275558"/>
                  </a:cubicBezTo>
                  <a:cubicBezTo>
                    <a:pt x="506254" y="275558"/>
                    <a:pt x="508445" y="273368"/>
                    <a:pt x="508445" y="270700"/>
                  </a:cubicBezTo>
                  <a:close/>
                  <a:moveTo>
                    <a:pt x="483584" y="299657"/>
                  </a:moveTo>
                  <a:cubicBezTo>
                    <a:pt x="483584" y="296990"/>
                    <a:pt x="481394" y="294799"/>
                    <a:pt x="478727" y="294799"/>
                  </a:cubicBezTo>
                  <a:cubicBezTo>
                    <a:pt x="476060" y="294799"/>
                    <a:pt x="473869" y="296990"/>
                    <a:pt x="473869" y="299657"/>
                  </a:cubicBezTo>
                  <a:cubicBezTo>
                    <a:pt x="473869" y="302323"/>
                    <a:pt x="476060" y="304514"/>
                    <a:pt x="478727" y="304514"/>
                  </a:cubicBezTo>
                  <a:cubicBezTo>
                    <a:pt x="481394" y="304514"/>
                    <a:pt x="483584" y="302323"/>
                    <a:pt x="483584" y="299657"/>
                  </a:cubicBezTo>
                  <a:close/>
                  <a:moveTo>
                    <a:pt x="523208" y="249746"/>
                  </a:moveTo>
                  <a:cubicBezTo>
                    <a:pt x="523208" y="247079"/>
                    <a:pt x="521018" y="244888"/>
                    <a:pt x="518351" y="244888"/>
                  </a:cubicBezTo>
                  <a:cubicBezTo>
                    <a:pt x="515684" y="244888"/>
                    <a:pt x="513493" y="247079"/>
                    <a:pt x="513493" y="249746"/>
                  </a:cubicBezTo>
                  <a:cubicBezTo>
                    <a:pt x="513493" y="252413"/>
                    <a:pt x="515684" y="254603"/>
                    <a:pt x="518351" y="254603"/>
                  </a:cubicBezTo>
                  <a:cubicBezTo>
                    <a:pt x="521018" y="254603"/>
                    <a:pt x="523208" y="252413"/>
                    <a:pt x="523208" y="249746"/>
                  </a:cubicBezTo>
                  <a:close/>
                  <a:moveTo>
                    <a:pt x="478727" y="294704"/>
                  </a:moveTo>
                  <a:lnTo>
                    <a:pt x="478727" y="256223"/>
                  </a:lnTo>
                  <a:cubicBezTo>
                    <a:pt x="478727" y="252603"/>
                    <a:pt x="481679" y="249746"/>
                    <a:pt x="485204" y="249746"/>
                  </a:cubicBezTo>
                  <a:lnTo>
                    <a:pt x="513398" y="249746"/>
                  </a:lnTo>
                  <a:moveTo>
                    <a:pt x="592741" y="301466"/>
                  </a:moveTo>
                  <a:lnTo>
                    <a:pt x="592741" y="264223"/>
                  </a:lnTo>
                  <a:cubicBezTo>
                    <a:pt x="592741" y="260414"/>
                    <a:pt x="589598" y="257270"/>
                    <a:pt x="585788" y="257270"/>
                  </a:cubicBezTo>
                  <a:lnTo>
                    <a:pt x="557498" y="257270"/>
                  </a:lnTo>
                  <a:moveTo>
                    <a:pt x="666941" y="268891"/>
                  </a:moveTo>
                  <a:lnTo>
                    <a:pt x="666941" y="303562"/>
                  </a:lnTo>
                  <a:moveTo>
                    <a:pt x="647891" y="333089"/>
                  </a:moveTo>
                  <a:lnTo>
                    <a:pt x="647891" y="286893"/>
                  </a:lnTo>
                  <a:cubicBezTo>
                    <a:pt x="647891" y="282797"/>
                    <a:pt x="644557" y="279464"/>
                    <a:pt x="640461" y="279464"/>
                  </a:cubicBezTo>
                  <a:lnTo>
                    <a:pt x="613696" y="279464"/>
                  </a:lnTo>
                  <a:moveTo>
                    <a:pt x="685991" y="320040"/>
                  </a:moveTo>
                  <a:lnTo>
                    <a:pt x="685991" y="269462"/>
                  </a:lnTo>
                  <a:cubicBezTo>
                    <a:pt x="685991" y="265176"/>
                    <a:pt x="684276" y="261080"/>
                    <a:pt x="681228" y="258032"/>
                  </a:cubicBezTo>
                  <a:lnTo>
                    <a:pt x="657416" y="234506"/>
                  </a:lnTo>
                  <a:lnTo>
                    <a:pt x="633603" y="258032"/>
                  </a:lnTo>
                  <a:cubicBezTo>
                    <a:pt x="630555" y="261080"/>
                    <a:pt x="628841" y="265176"/>
                    <a:pt x="628841" y="269462"/>
                  </a:cubicBezTo>
                  <a:lnTo>
                    <a:pt x="628841" y="279559"/>
                  </a:lnTo>
                  <a:moveTo>
                    <a:pt x="508349" y="270700"/>
                  </a:moveTo>
                  <a:lnTo>
                    <a:pt x="550926" y="270700"/>
                  </a:lnTo>
                  <a:cubicBezTo>
                    <a:pt x="554545" y="270700"/>
                    <a:pt x="557403" y="267748"/>
                    <a:pt x="557403" y="264223"/>
                  </a:cubicBezTo>
                  <a:lnTo>
                    <a:pt x="557403" y="257366"/>
                  </a:lnTo>
                  <a:lnTo>
                    <a:pt x="549593" y="257366"/>
                  </a:lnTo>
                  <a:cubicBezTo>
                    <a:pt x="545973" y="257366"/>
                    <a:pt x="543116" y="254413"/>
                    <a:pt x="543116" y="250889"/>
                  </a:cubicBezTo>
                  <a:lnTo>
                    <a:pt x="543116" y="235363"/>
                  </a:lnTo>
                  <a:cubicBezTo>
                    <a:pt x="543116" y="231743"/>
                    <a:pt x="540163" y="228886"/>
                    <a:pt x="536639" y="228886"/>
                  </a:cubicBezTo>
                  <a:lnTo>
                    <a:pt x="457486" y="228886"/>
                  </a:lnTo>
                  <a:lnTo>
                    <a:pt x="457486" y="265938"/>
                  </a:lnTo>
                  <a:moveTo>
                    <a:pt x="613601" y="320612"/>
                  </a:moveTo>
                  <a:lnTo>
                    <a:pt x="613601" y="236315"/>
                  </a:lnTo>
                  <a:cubicBezTo>
                    <a:pt x="613601" y="232220"/>
                    <a:pt x="610267" y="228886"/>
                    <a:pt x="606171" y="228886"/>
                  </a:cubicBezTo>
                  <a:lnTo>
                    <a:pt x="579120" y="228886"/>
                  </a:lnTo>
                  <a:cubicBezTo>
                    <a:pt x="575024" y="228886"/>
                    <a:pt x="571691" y="232220"/>
                    <a:pt x="571691" y="236315"/>
                  </a:cubicBezTo>
                  <a:lnTo>
                    <a:pt x="571691" y="388620"/>
                  </a:lnTo>
                  <a:moveTo>
                    <a:pt x="544449" y="424148"/>
                  </a:moveTo>
                  <a:lnTo>
                    <a:pt x="534448" y="435197"/>
                  </a:lnTo>
                  <a:moveTo>
                    <a:pt x="564356" y="402050"/>
                  </a:moveTo>
                  <a:lnTo>
                    <a:pt x="554355" y="413099"/>
                  </a:lnTo>
                  <a:moveTo>
                    <a:pt x="571595" y="457295"/>
                  </a:moveTo>
                  <a:lnTo>
                    <a:pt x="571595" y="388620"/>
                  </a:lnTo>
                  <a:moveTo>
                    <a:pt x="598837" y="424148"/>
                  </a:moveTo>
                  <a:lnTo>
                    <a:pt x="608838" y="435197"/>
                  </a:lnTo>
                  <a:moveTo>
                    <a:pt x="578930" y="402050"/>
                  </a:moveTo>
                  <a:lnTo>
                    <a:pt x="588931" y="413099"/>
                  </a:lnTo>
                  <a:moveTo>
                    <a:pt x="593789" y="328232"/>
                  </a:moveTo>
                  <a:cubicBezTo>
                    <a:pt x="596456" y="323660"/>
                    <a:pt x="601313" y="320612"/>
                    <a:pt x="606933" y="320612"/>
                  </a:cubicBezTo>
                  <a:cubicBezTo>
                    <a:pt x="615315" y="320612"/>
                    <a:pt x="622078" y="327374"/>
                    <a:pt x="622078" y="335756"/>
                  </a:cubicBezTo>
                  <a:lnTo>
                    <a:pt x="622078" y="418814"/>
                  </a:lnTo>
                  <a:moveTo>
                    <a:pt x="549688" y="328136"/>
                  </a:moveTo>
                  <a:cubicBezTo>
                    <a:pt x="547021" y="323564"/>
                    <a:pt x="542163" y="320516"/>
                    <a:pt x="536543" y="320516"/>
                  </a:cubicBezTo>
                  <a:cubicBezTo>
                    <a:pt x="528161" y="320516"/>
                    <a:pt x="521399" y="327279"/>
                    <a:pt x="521399" y="335661"/>
                  </a:cubicBezTo>
                  <a:lnTo>
                    <a:pt x="521399" y="418719"/>
                  </a:lnTo>
                  <a:moveTo>
                    <a:pt x="685991" y="457105"/>
                  </a:moveTo>
                  <a:lnTo>
                    <a:pt x="571786" y="388430"/>
                  </a:lnTo>
                  <a:moveTo>
                    <a:pt x="681419" y="361188"/>
                  </a:moveTo>
                  <a:cubicBezTo>
                    <a:pt x="684181" y="363950"/>
                    <a:pt x="685991" y="367760"/>
                    <a:pt x="685991" y="372046"/>
                  </a:cubicBezTo>
                  <a:moveTo>
                    <a:pt x="457581" y="320040"/>
                  </a:moveTo>
                  <a:cubicBezTo>
                    <a:pt x="471392" y="320040"/>
                    <a:pt x="482537" y="331184"/>
                    <a:pt x="482537" y="344996"/>
                  </a:cubicBezTo>
                  <a:cubicBezTo>
                    <a:pt x="496348" y="344996"/>
                    <a:pt x="507492" y="356235"/>
                    <a:pt x="507492" y="369951"/>
                  </a:cubicBezTo>
                  <a:cubicBezTo>
                    <a:pt x="507492" y="379476"/>
                    <a:pt x="502158" y="387668"/>
                    <a:pt x="494348" y="391954"/>
                  </a:cubicBezTo>
                  <a:cubicBezTo>
                    <a:pt x="494919" y="393764"/>
                    <a:pt x="495300" y="395764"/>
                    <a:pt x="495300" y="397859"/>
                  </a:cubicBezTo>
                  <a:cubicBezTo>
                    <a:pt x="495300" y="408337"/>
                    <a:pt x="486823" y="416719"/>
                    <a:pt x="476441" y="416719"/>
                  </a:cubicBezTo>
                  <a:cubicBezTo>
                    <a:pt x="466058" y="416719"/>
                    <a:pt x="457581" y="408242"/>
                    <a:pt x="457581" y="397859"/>
                  </a:cubicBezTo>
                  <a:moveTo>
                    <a:pt x="457581" y="457105"/>
                  </a:moveTo>
                  <a:lnTo>
                    <a:pt x="571786" y="388430"/>
                  </a:lnTo>
                  <a:moveTo>
                    <a:pt x="472726" y="382715"/>
                  </a:moveTo>
                  <a:cubicBezTo>
                    <a:pt x="464344" y="382715"/>
                    <a:pt x="457486" y="389477"/>
                    <a:pt x="457486" y="397955"/>
                  </a:cubicBezTo>
                  <a:moveTo>
                    <a:pt x="508349" y="299752"/>
                  </a:moveTo>
                  <a:cubicBezTo>
                    <a:pt x="508349" y="297085"/>
                    <a:pt x="506159" y="294894"/>
                    <a:pt x="503492" y="294894"/>
                  </a:cubicBezTo>
                  <a:cubicBezTo>
                    <a:pt x="500825" y="294894"/>
                    <a:pt x="498634" y="297085"/>
                    <a:pt x="498634" y="299752"/>
                  </a:cubicBezTo>
                  <a:cubicBezTo>
                    <a:pt x="498634" y="302419"/>
                    <a:pt x="500825" y="304610"/>
                    <a:pt x="503492" y="304610"/>
                  </a:cubicBezTo>
                  <a:cubicBezTo>
                    <a:pt x="506159" y="304610"/>
                    <a:pt x="508349" y="302419"/>
                    <a:pt x="508349" y="299752"/>
                  </a:cubicBezTo>
                  <a:close/>
                  <a:moveTo>
                    <a:pt x="529781" y="270605"/>
                  </a:moveTo>
                  <a:lnTo>
                    <a:pt x="529781" y="292989"/>
                  </a:lnTo>
                  <a:cubicBezTo>
                    <a:pt x="529781" y="296609"/>
                    <a:pt x="526828" y="299466"/>
                    <a:pt x="523303" y="299466"/>
                  </a:cubicBezTo>
                  <a:lnTo>
                    <a:pt x="508349" y="299466"/>
                  </a:lnTo>
                  <a:moveTo>
                    <a:pt x="436626" y="352139"/>
                  </a:moveTo>
                  <a:lnTo>
                    <a:pt x="436626" y="291465"/>
                  </a:lnTo>
                  <a:lnTo>
                    <a:pt x="454057" y="274034"/>
                  </a:lnTo>
                  <a:moveTo>
                    <a:pt x="253651" y="287655"/>
                  </a:moveTo>
                  <a:lnTo>
                    <a:pt x="229076" y="263081"/>
                  </a:lnTo>
                  <a:lnTo>
                    <a:pt x="229076" y="342900"/>
                  </a:lnTo>
                  <a:moveTo>
                    <a:pt x="229076" y="422720"/>
                  </a:moveTo>
                  <a:lnTo>
                    <a:pt x="270891" y="380905"/>
                  </a:lnTo>
                  <a:lnTo>
                    <a:pt x="270891" y="270510"/>
                  </a:lnTo>
                  <a:cubicBezTo>
                    <a:pt x="270891" y="270510"/>
                    <a:pt x="305848" y="305467"/>
                    <a:pt x="305848" y="305467"/>
                  </a:cubicBezTo>
                  <a:lnTo>
                    <a:pt x="305848" y="326041"/>
                  </a:lnTo>
                  <a:moveTo>
                    <a:pt x="383762" y="417767"/>
                  </a:moveTo>
                  <a:lnTo>
                    <a:pt x="413004" y="447008"/>
                  </a:lnTo>
                  <a:moveTo>
                    <a:pt x="275654" y="444722"/>
                  </a:moveTo>
                  <a:lnTo>
                    <a:pt x="287941" y="432435"/>
                  </a:lnTo>
                  <a:lnTo>
                    <a:pt x="343186" y="432435"/>
                  </a:lnTo>
                  <a:moveTo>
                    <a:pt x="370808" y="299752"/>
                  </a:moveTo>
                  <a:lnTo>
                    <a:pt x="370808" y="383381"/>
                  </a:lnTo>
                  <a:moveTo>
                    <a:pt x="324422" y="407480"/>
                  </a:moveTo>
                  <a:lnTo>
                    <a:pt x="324422" y="355664"/>
                  </a:lnTo>
                  <a:moveTo>
                    <a:pt x="288227" y="305371"/>
                  </a:moveTo>
                  <a:lnTo>
                    <a:pt x="288227" y="391859"/>
                  </a:lnTo>
                  <a:moveTo>
                    <a:pt x="319754" y="281369"/>
                  </a:moveTo>
                  <a:lnTo>
                    <a:pt x="266986" y="228600"/>
                  </a:lnTo>
                  <a:moveTo>
                    <a:pt x="419291" y="228600"/>
                  </a:moveTo>
                  <a:lnTo>
                    <a:pt x="394716" y="253175"/>
                  </a:lnTo>
                  <a:moveTo>
                    <a:pt x="457391" y="228600"/>
                  </a:moveTo>
                  <a:lnTo>
                    <a:pt x="432721" y="253175"/>
                  </a:lnTo>
                  <a:moveTo>
                    <a:pt x="228886" y="228600"/>
                  </a:moveTo>
                  <a:lnTo>
                    <a:pt x="253460" y="253175"/>
                  </a:lnTo>
                  <a:moveTo>
                    <a:pt x="270605" y="415195"/>
                  </a:moveTo>
                  <a:lnTo>
                    <a:pt x="228791" y="457010"/>
                  </a:lnTo>
                  <a:moveTo>
                    <a:pt x="457200" y="457010"/>
                  </a:moveTo>
                  <a:lnTo>
                    <a:pt x="432530" y="432435"/>
                  </a:lnTo>
                  <a:moveTo>
                    <a:pt x="342900" y="416623"/>
                  </a:moveTo>
                  <a:lnTo>
                    <a:pt x="342900" y="339757"/>
                  </a:lnTo>
                  <a:moveTo>
                    <a:pt x="305467" y="416623"/>
                  </a:moveTo>
                  <a:lnTo>
                    <a:pt x="305467" y="339757"/>
                  </a:lnTo>
                  <a:lnTo>
                    <a:pt x="342900" y="339757"/>
                  </a:lnTo>
                  <a:lnTo>
                    <a:pt x="342900" y="281369"/>
                  </a:lnTo>
                  <a:lnTo>
                    <a:pt x="398240" y="281369"/>
                  </a:lnTo>
                  <a:lnTo>
                    <a:pt x="415385" y="296132"/>
                  </a:lnTo>
                  <a:lnTo>
                    <a:pt x="415385" y="385572"/>
                  </a:lnTo>
                  <a:lnTo>
                    <a:pt x="457200" y="427387"/>
                  </a:lnTo>
                  <a:moveTo>
                    <a:pt x="398336" y="281369"/>
                  </a:moveTo>
                  <a:lnTo>
                    <a:pt x="398336" y="398050"/>
                  </a:lnTo>
                  <a:lnTo>
                    <a:pt x="424625" y="424339"/>
                  </a:lnTo>
                  <a:moveTo>
                    <a:pt x="57436" y="262890"/>
                  </a:moveTo>
                  <a:lnTo>
                    <a:pt x="57436" y="333946"/>
                  </a:lnTo>
                  <a:moveTo>
                    <a:pt x="114490" y="285655"/>
                  </a:moveTo>
                  <a:lnTo>
                    <a:pt x="114490" y="346615"/>
                  </a:lnTo>
                  <a:moveTo>
                    <a:pt x="114490" y="389287"/>
                  </a:moveTo>
                  <a:lnTo>
                    <a:pt x="114490" y="456914"/>
                  </a:lnTo>
                  <a:moveTo>
                    <a:pt x="228695" y="368332"/>
                  </a:moveTo>
                  <a:lnTo>
                    <a:pt x="190595" y="342900"/>
                  </a:lnTo>
                  <a:lnTo>
                    <a:pt x="152495" y="368332"/>
                  </a:lnTo>
                  <a:moveTo>
                    <a:pt x="76390" y="325279"/>
                  </a:moveTo>
                  <a:lnTo>
                    <a:pt x="76390" y="275558"/>
                  </a:lnTo>
                  <a:moveTo>
                    <a:pt x="152495" y="311087"/>
                  </a:moveTo>
                  <a:lnTo>
                    <a:pt x="114395" y="285655"/>
                  </a:lnTo>
                  <a:lnTo>
                    <a:pt x="76295" y="311087"/>
                  </a:lnTo>
                  <a:moveTo>
                    <a:pt x="190500" y="425291"/>
                  </a:moveTo>
                  <a:lnTo>
                    <a:pt x="152400" y="399860"/>
                  </a:lnTo>
                  <a:lnTo>
                    <a:pt x="114300" y="425291"/>
                  </a:lnTo>
                  <a:moveTo>
                    <a:pt x="228505" y="390049"/>
                  </a:moveTo>
                  <a:lnTo>
                    <a:pt x="228505" y="456914"/>
                  </a:lnTo>
                  <a:moveTo>
                    <a:pt x="114300" y="368141"/>
                  </a:moveTo>
                  <a:lnTo>
                    <a:pt x="76200" y="342710"/>
                  </a:lnTo>
                  <a:lnTo>
                    <a:pt x="38100" y="368141"/>
                  </a:lnTo>
                  <a:moveTo>
                    <a:pt x="76200" y="253937"/>
                  </a:moveTo>
                  <a:lnTo>
                    <a:pt x="38100" y="228505"/>
                  </a:lnTo>
                  <a:lnTo>
                    <a:pt x="0" y="266605"/>
                  </a:lnTo>
                  <a:moveTo>
                    <a:pt x="209455" y="377190"/>
                  </a:moveTo>
                  <a:lnTo>
                    <a:pt x="209455" y="456914"/>
                  </a:lnTo>
                  <a:moveTo>
                    <a:pt x="133350" y="319850"/>
                  </a:moveTo>
                  <a:lnTo>
                    <a:pt x="133350" y="390906"/>
                  </a:lnTo>
                  <a:moveTo>
                    <a:pt x="171450" y="434054"/>
                  </a:moveTo>
                  <a:lnTo>
                    <a:pt x="171450" y="456819"/>
                  </a:lnTo>
                  <a:moveTo>
                    <a:pt x="171450" y="275368"/>
                  </a:moveTo>
                  <a:lnTo>
                    <a:pt x="171450" y="333661"/>
                  </a:lnTo>
                  <a:moveTo>
                    <a:pt x="95345" y="376809"/>
                  </a:moveTo>
                  <a:lnTo>
                    <a:pt x="95345" y="456724"/>
                  </a:lnTo>
                  <a:moveTo>
                    <a:pt x="76295" y="342519"/>
                  </a:moveTo>
                  <a:lnTo>
                    <a:pt x="76295" y="456724"/>
                  </a:lnTo>
                  <a:moveTo>
                    <a:pt x="152400" y="399574"/>
                  </a:moveTo>
                  <a:lnTo>
                    <a:pt x="152400" y="456724"/>
                  </a:lnTo>
                  <a:moveTo>
                    <a:pt x="190500" y="342519"/>
                  </a:moveTo>
                  <a:lnTo>
                    <a:pt x="190500" y="456724"/>
                  </a:lnTo>
                  <a:moveTo>
                    <a:pt x="38195" y="228314"/>
                  </a:moveTo>
                  <a:lnTo>
                    <a:pt x="38195" y="346424"/>
                  </a:lnTo>
                  <a:moveTo>
                    <a:pt x="38195" y="389096"/>
                  </a:moveTo>
                  <a:lnTo>
                    <a:pt x="38195" y="456724"/>
                  </a:lnTo>
                  <a:moveTo>
                    <a:pt x="152400" y="240983"/>
                  </a:moveTo>
                  <a:lnTo>
                    <a:pt x="152400" y="382143"/>
                  </a:lnTo>
                  <a:moveTo>
                    <a:pt x="190500" y="266414"/>
                  </a:moveTo>
                  <a:lnTo>
                    <a:pt x="152400" y="240983"/>
                  </a:lnTo>
                  <a:lnTo>
                    <a:pt x="114300" y="266414"/>
                  </a:lnTo>
                  <a:moveTo>
                    <a:pt x="190405" y="320897"/>
                  </a:moveTo>
                  <a:lnTo>
                    <a:pt x="190405" y="279368"/>
                  </a:lnTo>
                  <a:moveTo>
                    <a:pt x="864965" y="277082"/>
                  </a:moveTo>
                  <a:cubicBezTo>
                    <a:pt x="847820" y="275463"/>
                    <a:pt x="830009" y="281273"/>
                    <a:pt x="816864" y="294418"/>
                  </a:cubicBezTo>
                  <a:cubicBezTo>
                    <a:pt x="806482" y="304800"/>
                    <a:pt x="800672" y="318040"/>
                    <a:pt x="799529" y="331565"/>
                  </a:cubicBezTo>
                  <a:cubicBezTo>
                    <a:pt x="799814" y="335185"/>
                    <a:pt x="799814" y="338900"/>
                    <a:pt x="799529" y="342519"/>
                  </a:cubicBezTo>
                  <a:lnTo>
                    <a:pt x="864965" y="277082"/>
                  </a:lnTo>
                  <a:close/>
                  <a:moveTo>
                    <a:pt x="782193" y="294418"/>
                  </a:moveTo>
                  <a:cubicBezTo>
                    <a:pt x="769049" y="281273"/>
                    <a:pt x="751332" y="275463"/>
                    <a:pt x="734092" y="277082"/>
                  </a:cubicBezTo>
                  <a:lnTo>
                    <a:pt x="799529" y="342519"/>
                  </a:lnTo>
                  <a:cubicBezTo>
                    <a:pt x="801148" y="325374"/>
                    <a:pt x="795338" y="307562"/>
                    <a:pt x="782193" y="294418"/>
                  </a:cubicBezTo>
                  <a:close/>
                  <a:moveTo>
                    <a:pt x="799529" y="279464"/>
                  </a:moveTo>
                  <a:cubicBezTo>
                    <a:pt x="791051" y="263652"/>
                    <a:pt x="776954" y="252413"/>
                    <a:pt x="760762" y="247269"/>
                  </a:cubicBezTo>
                  <a:cubicBezTo>
                    <a:pt x="755714" y="256699"/>
                    <a:pt x="752951" y="267367"/>
                    <a:pt x="752856" y="278321"/>
                  </a:cubicBezTo>
                  <a:moveTo>
                    <a:pt x="846106" y="278321"/>
                  </a:moveTo>
                  <a:cubicBezTo>
                    <a:pt x="846011" y="267462"/>
                    <a:pt x="843248" y="256794"/>
                    <a:pt x="838200" y="247269"/>
                  </a:cubicBezTo>
                  <a:cubicBezTo>
                    <a:pt x="819912" y="253079"/>
                    <a:pt x="804291" y="266605"/>
                    <a:pt x="796481" y="285750"/>
                  </a:cubicBezTo>
                  <a:cubicBezTo>
                    <a:pt x="793718" y="292703"/>
                    <a:pt x="792099" y="299752"/>
                    <a:pt x="791718" y="306800"/>
                  </a:cubicBezTo>
                  <a:moveTo>
                    <a:pt x="820293" y="256032"/>
                  </a:moveTo>
                  <a:cubicBezTo>
                    <a:pt x="815626" y="245173"/>
                    <a:pt x="808482" y="235648"/>
                    <a:pt x="799529" y="228219"/>
                  </a:cubicBezTo>
                  <a:cubicBezTo>
                    <a:pt x="790575" y="235648"/>
                    <a:pt x="783431" y="245173"/>
                    <a:pt x="778764" y="256032"/>
                  </a:cubicBezTo>
                  <a:moveTo>
                    <a:pt x="822389" y="365284"/>
                  </a:moveTo>
                  <a:lnTo>
                    <a:pt x="936593" y="251079"/>
                  </a:lnTo>
                  <a:moveTo>
                    <a:pt x="776669" y="365284"/>
                  </a:moveTo>
                  <a:lnTo>
                    <a:pt x="685324" y="273939"/>
                  </a:lnTo>
                  <a:moveTo>
                    <a:pt x="731044" y="411004"/>
                  </a:moveTo>
                  <a:lnTo>
                    <a:pt x="680847" y="360807"/>
                  </a:lnTo>
                  <a:moveTo>
                    <a:pt x="753904" y="388239"/>
                  </a:moveTo>
                  <a:lnTo>
                    <a:pt x="685324" y="319659"/>
                  </a:lnTo>
                  <a:moveTo>
                    <a:pt x="868109" y="411004"/>
                  </a:moveTo>
                  <a:lnTo>
                    <a:pt x="936689" y="342519"/>
                  </a:lnTo>
                  <a:moveTo>
                    <a:pt x="845344" y="388239"/>
                  </a:moveTo>
                  <a:lnTo>
                    <a:pt x="931164" y="302419"/>
                  </a:lnTo>
                  <a:moveTo>
                    <a:pt x="685419" y="456819"/>
                  </a:moveTo>
                  <a:lnTo>
                    <a:pt x="799624" y="342614"/>
                  </a:lnTo>
                  <a:lnTo>
                    <a:pt x="913829" y="456819"/>
                  </a:lnTo>
                  <a:moveTo>
                    <a:pt x="765239" y="422434"/>
                  </a:moveTo>
                  <a:lnTo>
                    <a:pt x="833914" y="422434"/>
                  </a:lnTo>
                  <a:moveTo>
                    <a:pt x="833914" y="422434"/>
                  </a:moveTo>
                  <a:lnTo>
                    <a:pt x="799529" y="456819"/>
                  </a:lnTo>
                  <a:lnTo>
                    <a:pt x="765143" y="422434"/>
                  </a:lnTo>
                  <a:moveTo>
                    <a:pt x="730949" y="456819"/>
                  </a:moveTo>
                  <a:lnTo>
                    <a:pt x="799529" y="388334"/>
                  </a:lnTo>
                  <a:lnTo>
                    <a:pt x="868109" y="456819"/>
                  </a:lnTo>
                  <a:moveTo>
                    <a:pt x="979551" y="322517"/>
                  </a:moveTo>
                  <a:lnTo>
                    <a:pt x="931164" y="302419"/>
                  </a:lnTo>
                  <a:moveTo>
                    <a:pt x="1076611" y="322517"/>
                  </a:moveTo>
                  <a:lnTo>
                    <a:pt x="1123855" y="302990"/>
                  </a:lnTo>
                  <a:moveTo>
                    <a:pt x="979646" y="362712"/>
                  </a:moveTo>
                  <a:lnTo>
                    <a:pt x="932402" y="382334"/>
                  </a:lnTo>
                  <a:moveTo>
                    <a:pt x="1076611" y="362712"/>
                  </a:moveTo>
                  <a:lnTo>
                    <a:pt x="1123855" y="382334"/>
                  </a:lnTo>
                  <a:moveTo>
                    <a:pt x="1048226" y="391192"/>
                  </a:moveTo>
                  <a:lnTo>
                    <a:pt x="1067753" y="438436"/>
                  </a:lnTo>
                  <a:moveTo>
                    <a:pt x="1008031" y="294227"/>
                  </a:moveTo>
                  <a:lnTo>
                    <a:pt x="988505" y="246983"/>
                  </a:lnTo>
                  <a:moveTo>
                    <a:pt x="1008031" y="391192"/>
                  </a:moveTo>
                  <a:lnTo>
                    <a:pt x="988505" y="438436"/>
                  </a:lnTo>
                  <a:moveTo>
                    <a:pt x="1048226" y="294227"/>
                  </a:moveTo>
                  <a:lnTo>
                    <a:pt x="1067753" y="246983"/>
                  </a:lnTo>
                  <a:moveTo>
                    <a:pt x="1069181" y="342710"/>
                  </a:moveTo>
                  <a:lnTo>
                    <a:pt x="1142238" y="342710"/>
                  </a:lnTo>
                  <a:moveTo>
                    <a:pt x="1050893" y="319850"/>
                  </a:moveTo>
                  <a:lnTo>
                    <a:pt x="1142238" y="228505"/>
                  </a:lnTo>
                  <a:moveTo>
                    <a:pt x="1050893" y="365570"/>
                  </a:moveTo>
                  <a:lnTo>
                    <a:pt x="1142238" y="456914"/>
                  </a:lnTo>
                  <a:moveTo>
                    <a:pt x="1005173" y="319850"/>
                  </a:moveTo>
                  <a:lnTo>
                    <a:pt x="936689" y="251270"/>
                  </a:lnTo>
                  <a:moveTo>
                    <a:pt x="1028033" y="383762"/>
                  </a:moveTo>
                  <a:lnTo>
                    <a:pt x="1028033" y="456819"/>
                  </a:lnTo>
                  <a:moveTo>
                    <a:pt x="986885" y="342614"/>
                  </a:moveTo>
                  <a:lnTo>
                    <a:pt x="936593" y="342614"/>
                  </a:lnTo>
                  <a:moveTo>
                    <a:pt x="1027938" y="301466"/>
                  </a:moveTo>
                  <a:lnTo>
                    <a:pt x="1027938" y="228410"/>
                  </a:lnTo>
                  <a:moveTo>
                    <a:pt x="1005078" y="365474"/>
                  </a:moveTo>
                  <a:lnTo>
                    <a:pt x="913733" y="456819"/>
                  </a:lnTo>
                  <a:moveTo>
                    <a:pt x="881348" y="162116"/>
                  </a:moveTo>
                  <a:cubicBezTo>
                    <a:pt x="873633" y="158401"/>
                    <a:pt x="868204" y="150686"/>
                    <a:pt x="867823" y="141542"/>
                  </a:cubicBezTo>
                  <a:cubicBezTo>
                    <a:pt x="867251" y="128302"/>
                    <a:pt x="877443" y="117158"/>
                    <a:pt x="890588" y="116491"/>
                  </a:cubicBezTo>
                  <a:cubicBezTo>
                    <a:pt x="890207" y="103156"/>
                    <a:pt x="900398" y="91916"/>
                    <a:pt x="913733" y="91345"/>
                  </a:cubicBezTo>
                  <a:moveTo>
                    <a:pt x="913733" y="165735"/>
                  </a:moveTo>
                  <a:cubicBezTo>
                    <a:pt x="913733" y="175260"/>
                    <a:pt x="905542" y="182975"/>
                    <a:pt x="895826" y="182023"/>
                  </a:cubicBezTo>
                  <a:cubicBezTo>
                    <a:pt x="888683" y="181356"/>
                    <a:pt x="882682" y="176022"/>
                    <a:pt x="881348" y="168973"/>
                  </a:cubicBezTo>
                  <a:cubicBezTo>
                    <a:pt x="880872" y="166592"/>
                    <a:pt x="880967" y="164306"/>
                    <a:pt x="881348" y="162116"/>
                  </a:cubicBezTo>
                  <a:moveTo>
                    <a:pt x="689896" y="126206"/>
                  </a:moveTo>
                  <a:cubicBezTo>
                    <a:pt x="687038" y="128969"/>
                    <a:pt x="685324" y="132779"/>
                    <a:pt x="685324" y="137065"/>
                  </a:cubicBezTo>
                  <a:moveTo>
                    <a:pt x="790480" y="130112"/>
                  </a:moveTo>
                  <a:lnTo>
                    <a:pt x="785146" y="124777"/>
                  </a:lnTo>
                  <a:moveTo>
                    <a:pt x="764572" y="130112"/>
                  </a:moveTo>
                  <a:lnTo>
                    <a:pt x="769906" y="124777"/>
                  </a:lnTo>
                  <a:moveTo>
                    <a:pt x="777526" y="135446"/>
                  </a:moveTo>
                  <a:lnTo>
                    <a:pt x="777526" y="127825"/>
                  </a:lnTo>
                  <a:moveTo>
                    <a:pt x="834581" y="130112"/>
                  </a:moveTo>
                  <a:lnTo>
                    <a:pt x="829247" y="124777"/>
                  </a:lnTo>
                  <a:moveTo>
                    <a:pt x="808673" y="130112"/>
                  </a:moveTo>
                  <a:lnTo>
                    <a:pt x="814007" y="124777"/>
                  </a:lnTo>
                  <a:moveTo>
                    <a:pt x="821627" y="135446"/>
                  </a:moveTo>
                  <a:lnTo>
                    <a:pt x="821627" y="127825"/>
                  </a:lnTo>
                  <a:moveTo>
                    <a:pt x="833628" y="111347"/>
                  </a:moveTo>
                  <a:cubicBezTo>
                    <a:pt x="833628" y="104680"/>
                    <a:pt x="828294" y="99346"/>
                    <a:pt x="821627" y="99346"/>
                  </a:cubicBezTo>
                  <a:cubicBezTo>
                    <a:pt x="814959" y="99346"/>
                    <a:pt x="809625" y="104680"/>
                    <a:pt x="809625" y="111347"/>
                  </a:cubicBezTo>
                  <a:lnTo>
                    <a:pt x="833533" y="111347"/>
                  </a:lnTo>
                  <a:close/>
                  <a:moveTo>
                    <a:pt x="817721" y="111347"/>
                  </a:moveTo>
                  <a:lnTo>
                    <a:pt x="817721" y="114491"/>
                  </a:lnTo>
                  <a:cubicBezTo>
                    <a:pt x="817721" y="116681"/>
                    <a:pt x="819531" y="118396"/>
                    <a:pt x="821722" y="118396"/>
                  </a:cubicBezTo>
                  <a:cubicBezTo>
                    <a:pt x="823913" y="118396"/>
                    <a:pt x="825627" y="116681"/>
                    <a:pt x="825627" y="114491"/>
                  </a:cubicBezTo>
                  <a:lnTo>
                    <a:pt x="825627" y="111347"/>
                  </a:lnTo>
                  <a:moveTo>
                    <a:pt x="765620" y="111347"/>
                  </a:moveTo>
                  <a:cubicBezTo>
                    <a:pt x="765620" y="104680"/>
                    <a:pt x="770954" y="99346"/>
                    <a:pt x="777621" y="99346"/>
                  </a:cubicBezTo>
                  <a:cubicBezTo>
                    <a:pt x="784289" y="99346"/>
                    <a:pt x="789623" y="104680"/>
                    <a:pt x="789623" y="111347"/>
                  </a:cubicBezTo>
                  <a:lnTo>
                    <a:pt x="765715" y="111347"/>
                  </a:lnTo>
                  <a:close/>
                  <a:moveTo>
                    <a:pt x="781526" y="111347"/>
                  </a:moveTo>
                  <a:lnTo>
                    <a:pt x="781526" y="114491"/>
                  </a:lnTo>
                  <a:cubicBezTo>
                    <a:pt x="781526" y="116681"/>
                    <a:pt x="779717" y="118396"/>
                    <a:pt x="777621" y="118396"/>
                  </a:cubicBezTo>
                  <a:cubicBezTo>
                    <a:pt x="775526" y="118396"/>
                    <a:pt x="773620" y="116681"/>
                    <a:pt x="773620" y="114491"/>
                  </a:cubicBezTo>
                  <a:lnTo>
                    <a:pt x="773620" y="111347"/>
                  </a:lnTo>
                  <a:moveTo>
                    <a:pt x="898589" y="150590"/>
                  </a:moveTo>
                  <a:cubicBezTo>
                    <a:pt x="906970" y="150590"/>
                    <a:pt x="913829" y="157353"/>
                    <a:pt x="913829" y="165830"/>
                  </a:cubicBezTo>
                  <a:moveTo>
                    <a:pt x="913829" y="143446"/>
                  </a:moveTo>
                  <a:lnTo>
                    <a:pt x="913829" y="228505"/>
                  </a:lnTo>
                  <a:moveTo>
                    <a:pt x="685419" y="137160"/>
                  </a:moveTo>
                  <a:lnTo>
                    <a:pt x="685419" y="228505"/>
                  </a:lnTo>
                  <a:moveTo>
                    <a:pt x="690277" y="42005"/>
                  </a:moveTo>
                  <a:cubicBezTo>
                    <a:pt x="690277" y="39338"/>
                    <a:pt x="688086" y="37148"/>
                    <a:pt x="685419" y="37148"/>
                  </a:cubicBezTo>
                  <a:cubicBezTo>
                    <a:pt x="682752" y="37148"/>
                    <a:pt x="680561" y="39338"/>
                    <a:pt x="680561" y="42005"/>
                  </a:cubicBezTo>
                  <a:cubicBezTo>
                    <a:pt x="680561" y="44672"/>
                    <a:pt x="682752" y="46863"/>
                    <a:pt x="685419" y="46863"/>
                  </a:cubicBezTo>
                  <a:cubicBezTo>
                    <a:pt x="688086" y="46863"/>
                    <a:pt x="690277" y="44672"/>
                    <a:pt x="690277" y="42005"/>
                  </a:cubicBezTo>
                  <a:close/>
                  <a:moveTo>
                    <a:pt x="736283" y="42005"/>
                  </a:moveTo>
                  <a:cubicBezTo>
                    <a:pt x="736283" y="39338"/>
                    <a:pt x="734092" y="37148"/>
                    <a:pt x="731425" y="37148"/>
                  </a:cubicBezTo>
                  <a:cubicBezTo>
                    <a:pt x="728758" y="37148"/>
                    <a:pt x="726567" y="39338"/>
                    <a:pt x="726567" y="42005"/>
                  </a:cubicBezTo>
                  <a:cubicBezTo>
                    <a:pt x="726567" y="44672"/>
                    <a:pt x="728758" y="46863"/>
                    <a:pt x="731425" y="46863"/>
                  </a:cubicBezTo>
                  <a:cubicBezTo>
                    <a:pt x="734092" y="46863"/>
                    <a:pt x="736283" y="44672"/>
                    <a:pt x="736283" y="42005"/>
                  </a:cubicBezTo>
                  <a:close/>
                  <a:moveTo>
                    <a:pt x="711422" y="70866"/>
                  </a:moveTo>
                  <a:cubicBezTo>
                    <a:pt x="711422" y="68199"/>
                    <a:pt x="709232" y="66008"/>
                    <a:pt x="706565" y="66008"/>
                  </a:cubicBezTo>
                  <a:cubicBezTo>
                    <a:pt x="703898" y="66008"/>
                    <a:pt x="701707" y="68199"/>
                    <a:pt x="701707" y="70866"/>
                  </a:cubicBezTo>
                  <a:cubicBezTo>
                    <a:pt x="701707" y="73533"/>
                    <a:pt x="703898" y="75724"/>
                    <a:pt x="706565" y="75724"/>
                  </a:cubicBezTo>
                  <a:cubicBezTo>
                    <a:pt x="709232" y="75724"/>
                    <a:pt x="711422" y="73533"/>
                    <a:pt x="711422" y="70866"/>
                  </a:cubicBezTo>
                  <a:close/>
                  <a:moveTo>
                    <a:pt x="751046" y="20955"/>
                  </a:moveTo>
                  <a:cubicBezTo>
                    <a:pt x="751046" y="18288"/>
                    <a:pt x="748856" y="16097"/>
                    <a:pt x="746189" y="16097"/>
                  </a:cubicBezTo>
                  <a:cubicBezTo>
                    <a:pt x="743522" y="16097"/>
                    <a:pt x="741331" y="18288"/>
                    <a:pt x="741331" y="20955"/>
                  </a:cubicBezTo>
                  <a:cubicBezTo>
                    <a:pt x="741331" y="23622"/>
                    <a:pt x="743522" y="25813"/>
                    <a:pt x="746189" y="25813"/>
                  </a:cubicBezTo>
                  <a:cubicBezTo>
                    <a:pt x="748856" y="25813"/>
                    <a:pt x="751046" y="23622"/>
                    <a:pt x="751046" y="20955"/>
                  </a:cubicBezTo>
                  <a:close/>
                  <a:moveTo>
                    <a:pt x="706565" y="65913"/>
                  </a:moveTo>
                  <a:lnTo>
                    <a:pt x="706565" y="27432"/>
                  </a:lnTo>
                  <a:cubicBezTo>
                    <a:pt x="706565" y="23813"/>
                    <a:pt x="709517" y="20955"/>
                    <a:pt x="713042" y="20955"/>
                  </a:cubicBezTo>
                  <a:lnTo>
                    <a:pt x="741236" y="20955"/>
                  </a:lnTo>
                  <a:moveTo>
                    <a:pt x="820579" y="72676"/>
                  </a:moveTo>
                  <a:lnTo>
                    <a:pt x="820579" y="35433"/>
                  </a:lnTo>
                  <a:cubicBezTo>
                    <a:pt x="820579" y="31623"/>
                    <a:pt x="817436" y="28480"/>
                    <a:pt x="813626" y="28480"/>
                  </a:cubicBezTo>
                  <a:lnTo>
                    <a:pt x="785336" y="28480"/>
                  </a:lnTo>
                  <a:moveTo>
                    <a:pt x="894779" y="40100"/>
                  </a:moveTo>
                  <a:lnTo>
                    <a:pt x="894779" y="74771"/>
                  </a:lnTo>
                  <a:moveTo>
                    <a:pt x="875729" y="104299"/>
                  </a:moveTo>
                  <a:lnTo>
                    <a:pt x="875729" y="58102"/>
                  </a:lnTo>
                  <a:cubicBezTo>
                    <a:pt x="875729" y="54007"/>
                    <a:pt x="872395" y="50673"/>
                    <a:pt x="868299" y="50673"/>
                  </a:cubicBezTo>
                  <a:lnTo>
                    <a:pt x="841534" y="50673"/>
                  </a:lnTo>
                  <a:moveTo>
                    <a:pt x="913829" y="91250"/>
                  </a:moveTo>
                  <a:lnTo>
                    <a:pt x="913829" y="40577"/>
                  </a:lnTo>
                  <a:cubicBezTo>
                    <a:pt x="913829" y="36290"/>
                    <a:pt x="912114" y="32195"/>
                    <a:pt x="909066" y="29146"/>
                  </a:cubicBezTo>
                  <a:lnTo>
                    <a:pt x="885254" y="5620"/>
                  </a:lnTo>
                  <a:lnTo>
                    <a:pt x="861441" y="29146"/>
                  </a:lnTo>
                  <a:cubicBezTo>
                    <a:pt x="858393" y="32195"/>
                    <a:pt x="856679" y="36290"/>
                    <a:pt x="856679" y="40577"/>
                  </a:cubicBezTo>
                  <a:lnTo>
                    <a:pt x="856679" y="50673"/>
                  </a:lnTo>
                  <a:moveTo>
                    <a:pt x="736187" y="41815"/>
                  </a:moveTo>
                  <a:lnTo>
                    <a:pt x="778764" y="41815"/>
                  </a:lnTo>
                  <a:cubicBezTo>
                    <a:pt x="782384" y="41815"/>
                    <a:pt x="785241" y="38862"/>
                    <a:pt x="785241" y="35338"/>
                  </a:cubicBezTo>
                  <a:lnTo>
                    <a:pt x="785241" y="28480"/>
                  </a:lnTo>
                  <a:lnTo>
                    <a:pt x="777431" y="28480"/>
                  </a:lnTo>
                  <a:cubicBezTo>
                    <a:pt x="773811" y="28480"/>
                    <a:pt x="770954" y="25527"/>
                    <a:pt x="770954" y="22003"/>
                  </a:cubicBezTo>
                  <a:lnTo>
                    <a:pt x="770954" y="6477"/>
                  </a:lnTo>
                  <a:cubicBezTo>
                    <a:pt x="770954" y="2858"/>
                    <a:pt x="768001" y="0"/>
                    <a:pt x="764477" y="0"/>
                  </a:cubicBezTo>
                  <a:lnTo>
                    <a:pt x="685324" y="0"/>
                  </a:lnTo>
                  <a:lnTo>
                    <a:pt x="685324" y="37052"/>
                  </a:lnTo>
                  <a:moveTo>
                    <a:pt x="841439" y="91726"/>
                  </a:moveTo>
                  <a:lnTo>
                    <a:pt x="841439" y="7429"/>
                  </a:lnTo>
                  <a:cubicBezTo>
                    <a:pt x="841439" y="3334"/>
                    <a:pt x="838105" y="0"/>
                    <a:pt x="834009" y="0"/>
                  </a:cubicBezTo>
                  <a:lnTo>
                    <a:pt x="806958" y="0"/>
                  </a:lnTo>
                  <a:cubicBezTo>
                    <a:pt x="802862" y="0"/>
                    <a:pt x="799529" y="3334"/>
                    <a:pt x="799529" y="7429"/>
                  </a:cubicBezTo>
                  <a:lnTo>
                    <a:pt x="799529" y="159734"/>
                  </a:lnTo>
                  <a:moveTo>
                    <a:pt x="752380" y="217361"/>
                  </a:moveTo>
                  <a:lnTo>
                    <a:pt x="742379" y="228410"/>
                  </a:lnTo>
                  <a:moveTo>
                    <a:pt x="772287" y="195263"/>
                  </a:moveTo>
                  <a:lnTo>
                    <a:pt x="762286" y="206312"/>
                  </a:lnTo>
                  <a:moveTo>
                    <a:pt x="792194" y="173165"/>
                  </a:moveTo>
                  <a:lnTo>
                    <a:pt x="782193" y="184214"/>
                  </a:lnTo>
                  <a:moveTo>
                    <a:pt x="799433" y="228505"/>
                  </a:moveTo>
                  <a:lnTo>
                    <a:pt x="799433" y="159829"/>
                  </a:lnTo>
                  <a:moveTo>
                    <a:pt x="846582" y="217456"/>
                  </a:moveTo>
                  <a:lnTo>
                    <a:pt x="856583" y="228505"/>
                  </a:lnTo>
                  <a:moveTo>
                    <a:pt x="826675" y="195358"/>
                  </a:moveTo>
                  <a:lnTo>
                    <a:pt x="836676" y="206407"/>
                  </a:lnTo>
                  <a:moveTo>
                    <a:pt x="806768" y="173260"/>
                  </a:moveTo>
                  <a:lnTo>
                    <a:pt x="816769" y="184309"/>
                  </a:lnTo>
                  <a:moveTo>
                    <a:pt x="821627" y="99441"/>
                  </a:moveTo>
                  <a:cubicBezTo>
                    <a:pt x="824294" y="94869"/>
                    <a:pt x="829151" y="91821"/>
                    <a:pt x="834771" y="91821"/>
                  </a:cubicBezTo>
                  <a:cubicBezTo>
                    <a:pt x="843153" y="91821"/>
                    <a:pt x="850011" y="98584"/>
                    <a:pt x="850011" y="106966"/>
                  </a:cubicBezTo>
                  <a:lnTo>
                    <a:pt x="850011" y="190024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  <a:alpha val="45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4618F23-0B49-166E-4965-7FE3C2E994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6963"/>
            <a:ext cx="3364453" cy="68103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4625F81-FA09-B5C1-F876-8B279D460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823" y="1104051"/>
            <a:ext cx="10696977" cy="5252299"/>
          </a:xfrm>
        </p:spPr>
        <p:txBody>
          <a:bodyPr>
            <a:normAutofit/>
          </a:bodyPr>
          <a:lstStyle>
            <a:lvl1pPr algn="l" rtl="0">
              <a:defRPr sz="2000" baseline="0"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  <a:lvl2pPr algn="l" rtl="0">
              <a:defRPr sz="1800" baseline="0">
                <a:latin typeface="SST Arabic" panose="020B0504030504020204" pitchFamily="34" charset="-78"/>
                <a:cs typeface="SST Arabic" panose="020B0504030504020204" pitchFamily="34" charset="-78"/>
              </a:defRPr>
            </a:lvl2pPr>
            <a:lvl3pPr algn="l" rtl="0">
              <a:defRPr sz="1600">
                <a:latin typeface="SST Arabic" panose="020B0504030504020204" pitchFamily="34" charset="-78"/>
                <a:cs typeface="SST Arabic" panose="020B0504030504020204" pitchFamily="34" charset="-78"/>
              </a:defRPr>
            </a:lvl3pPr>
            <a:lvl4pPr algn="l" rtl="0">
              <a:defRPr sz="1400">
                <a:latin typeface="SST Arabic" panose="020B0504030504020204" pitchFamily="34" charset="-78"/>
                <a:cs typeface="SST Arabic" panose="020B0504030504020204" pitchFamily="34" charset="-78"/>
              </a:defRPr>
            </a:lvl4pPr>
            <a:lvl5pPr algn="l" rtl="0">
              <a:defRPr sz="1400">
                <a:latin typeface="SST Arabic" panose="020B0504030504020204" pitchFamily="34" charset="-78"/>
                <a:cs typeface="SST Arabic" panose="020B0504030504020204" pitchFamily="34" charset="-7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EDE522F-8D20-D39A-11CB-91E18CF05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44808" y="6366289"/>
            <a:ext cx="7089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200">
                <a:solidFill>
                  <a:schemeClr val="tx1">
                    <a:tint val="75000"/>
                  </a:schemeClr>
                </a:solidFill>
                <a:latin typeface="SST Arabic" panose="020B0504030504020204" pitchFamily="34" charset="-78"/>
                <a:cs typeface="SST Arabic" panose="020B0504030504020204" pitchFamily="34" charset="-78"/>
              </a:defRPr>
            </a:lvl1pPr>
          </a:lstStyle>
          <a:p>
            <a:fld id="{D1032DCF-549C-49A2-9096-777BE61A2194}" type="slidenum">
              <a:rPr lang="en-US" smtClean="0"/>
              <a:pPr/>
              <a:t>‹#›</a:t>
            </a:fld>
            <a:r>
              <a:rPr lang="ar-SA"/>
              <a:t>|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E61D381-2A45-82A8-DDDB-50EDD4A2C8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3295" y="6393835"/>
            <a:ext cx="841513" cy="31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478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3.xml"/><Relationship Id="rId17" Type="http://schemas.openxmlformats.org/officeDocument/2006/relationships/image" Target="../media/image1.sv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1268"/>
            <a:ext cx="10515600" cy="738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04051"/>
            <a:ext cx="10515600" cy="5252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-83476"/>
            <a:ext cx="7482771" cy="6941476"/>
            <a:chOff x="-537176" y="-83477"/>
            <a:chExt cx="7482771" cy="6941476"/>
          </a:xfrm>
        </p:grpSpPr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0CFA5A25-71FE-8F3D-DC43-38631F18F758}"/>
                </a:ext>
              </a:extLst>
            </p:cNvPr>
            <p:cNvSpPr/>
            <p:nvPr/>
          </p:nvSpPr>
          <p:spPr>
            <a:xfrm>
              <a:off x="-537176" y="-83477"/>
              <a:ext cx="6107248" cy="5552252"/>
            </a:xfrm>
            <a:custGeom>
              <a:avLst/>
              <a:gdLst>
                <a:gd name="connsiteX0" fmla="*/ 868871 w 1005173"/>
                <a:gd name="connsiteY0" fmla="*/ 784670 h 913828"/>
                <a:gd name="connsiteX1" fmla="*/ 855726 w 1005173"/>
                <a:gd name="connsiteY1" fmla="*/ 777050 h 913828"/>
                <a:gd name="connsiteX2" fmla="*/ 840581 w 1005173"/>
                <a:gd name="connsiteY2" fmla="*/ 792290 h 913828"/>
                <a:gd name="connsiteX3" fmla="*/ 840581 w 1005173"/>
                <a:gd name="connsiteY3" fmla="*/ 875348 h 913828"/>
                <a:gd name="connsiteX4" fmla="*/ 1005173 w 1005173"/>
                <a:gd name="connsiteY4" fmla="*/ 913733 h 913828"/>
                <a:gd name="connsiteX5" fmla="*/ 890969 w 1005173"/>
                <a:gd name="connsiteY5" fmla="*/ 845058 h 913828"/>
                <a:gd name="connsiteX6" fmla="*/ 1000601 w 1005173"/>
                <a:gd name="connsiteY6" fmla="*/ 817817 h 913828"/>
                <a:gd name="connsiteX7" fmla="*/ 1005173 w 1005173"/>
                <a:gd name="connsiteY7" fmla="*/ 828675 h 913828"/>
                <a:gd name="connsiteX8" fmla="*/ 776764 w 1005173"/>
                <a:gd name="connsiteY8" fmla="*/ 776669 h 913828"/>
                <a:gd name="connsiteX9" fmla="*/ 801719 w 1005173"/>
                <a:gd name="connsiteY9" fmla="*/ 801624 h 913828"/>
                <a:gd name="connsiteX10" fmla="*/ 826675 w 1005173"/>
                <a:gd name="connsiteY10" fmla="*/ 826580 h 913828"/>
                <a:gd name="connsiteX11" fmla="*/ 813626 w 1005173"/>
                <a:gd name="connsiteY11" fmla="*/ 848582 h 913828"/>
                <a:gd name="connsiteX12" fmla="*/ 814578 w 1005173"/>
                <a:gd name="connsiteY12" fmla="*/ 854488 h 913828"/>
                <a:gd name="connsiteX13" fmla="*/ 795719 w 1005173"/>
                <a:gd name="connsiteY13" fmla="*/ 873443 h 913828"/>
                <a:gd name="connsiteX14" fmla="*/ 776764 w 1005173"/>
                <a:gd name="connsiteY14" fmla="*/ 854488 h 913828"/>
                <a:gd name="connsiteX15" fmla="*/ 776764 w 1005173"/>
                <a:gd name="connsiteY15" fmla="*/ 913733 h 913828"/>
                <a:gd name="connsiteX16" fmla="*/ 890969 w 1005173"/>
                <a:gd name="connsiteY16" fmla="*/ 845058 h 913828"/>
                <a:gd name="connsiteX17" fmla="*/ 792004 w 1005173"/>
                <a:gd name="connsiteY17" fmla="*/ 839343 h 913828"/>
                <a:gd name="connsiteX18" fmla="*/ 776764 w 1005173"/>
                <a:gd name="connsiteY18" fmla="*/ 854583 h 913828"/>
                <a:gd name="connsiteX19" fmla="*/ 827627 w 1005173"/>
                <a:gd name="connsiteY19" fmla="*/ 756380 h 913828"/>
                <a:gd name="connsiteX20" fmla="*/ 822770 w 1005173"/>
                <a:gd name="connsiteY20" fmla="*/ 751523 h 913828"/>
                <a:gd name="connsiteX21" fmla="*/ 817912 w 1005173"/>
                <a:gd name="connsiteY21" fmla="*/ 756380 h 913828"/>
                <a:gd name="connsiteX22" fmla="*/ 822770 w 1005173"/>
                <a:gd name="connsiteY22" fmla="*/ 761238 h 913828"/>
                <a:gd name="connsiteX23" fmla="*/ 827627 w 1005173"/>
                <a:gd name="connsiteY23" fmla="*/ 756380 h 913828"/>
                <a:gd name="connsiteX24" fmla="*/ 849059 w 1005173"/>
                <a:gd name="connsiteY24" fmla="*/ 727234 h 913828"/>
                <a:gd name="connsiteX25" fmla="*/ 849059 w 1005173"/>
                <a:gd name="connsiteY25" fmla="*/ 749618 h 913828"/>
                <a:gd name="connsiteX26" fmla="*/ 842582 w 1005173"/>
                <a:gd name="connsiteY26" fmla="*/ 756095 h 913828"/>
                <a:gd name="connsiteX27" fmla="*/ 827627 w 1005173"/>
                <a:gd name="connsiteY27" fmla="*/ 756095 h 913828"/>
                <a:gd name="connsiteX28" fmla="*/ 755904 w 1005173"/>
                <a:gd name="connsiteY28" fmla="*/ 808768 h 913828"/>
                <a:gd name="connsiteX29" fmla="*/ 755904 w 1005173"/>
                <a:gd name="connsiteY29" fmla="*/ 748094 h 913828"/>
                <a:gd name="connsiteX30" fmla="*/ 773335 w 1005173"/>
                <a:gd name="connsiteY30" fmla="*/ 730663 h 913828"/>
                <a:gd name="connsiteX31" fmla="*/ 572929 w 1005173"/>
                <a:gd name="connsiteY31" fmla="*/ 744284 h 913828"/>
                <a:gd name="connsiteX32" fmla="*/ 548354 w 1005173"/>
                <a:gd name="connsiteY32" fmla="*/ 719709 h 913828"/>
                <a:gd name="connsiteX33" fmla="*/ 548354 w 1005173"/>
                <a:gd name="connsiteY33" fmla="*/ 799529 h 913828"/>
                <a:gd name="connsiteX34" fmla="*/ 548354 w 1005173"/>
                <a:gd name="connsiteY34" fmla="*/ 879348 h 913828"/>
                <a:gd name="connsiteX35" fmla="*/ 590169 w 1005173"/>
                <a:gd name="connsiteY35" fmla="*/ 837533 h 913828"/>
                <a:gd name="connsiteX36" fmla="*/ 590169 w 1005173"/>
                <a:gd name="connsiteY36" fmla="*/ 727139 h 913828"/>
                <a:gd name="connsiteX37" fmla="*/ 625126 w 1005173"/>
                <a:gd name="connsiteY37" fmla="*/ 762095 h 913828"/>
                <a:gd name="connsiteX38" fmla="*/ 625126 w 1005173"/>
                <a:gd name="connsiteY38" fmla="*/ 782669 h 913828"/>
                <a:gd name="connsiteX39" fmla="*/ 703136 w 1005173"/>
                <a:gd name="connsiteY39" fmla="*/ 874395 h 913828"/>
                <a:gd name="connsiteX40" fmla="*/ 732377 w 1005173"/>
                <a:gd name="connsiteY40" fmla="*/ 903637 h 913828"/>
                <a:gd name="connsiteX41" fmla="*/ 595027 w 1005173"/>
                <a:gd name="connsiteY41" fmla="*/ 901351 h 913828"/>
                <a:gd name="connsiteX42" fmla="*/ 607314 w 1005173"/>
                <a:gd name="connsiteY42" fmla="*/ 889064 h 913828"/>
                <a:gd name="connsiteX43" fmla="*/ 662559 w 1005173"/>
                <a:gd name="connsiteY43" fmla="*/ 889064 h 913828"/>
                <a:gd name="connsiteX44" fmla="*/ 690182 w 1005173"/>
                <a:gd name="connsiteY44" fmla="*/ 756380 h 913828"/>
                <a:gd name="connsiteX45" fmla="*/ 690182 w 1005173"/>
                <a:gd name="connsiteY45" fmla="*/ 840010 h 913828"/>
                <a:gd name="connsiteX46" fmla="*/ 643795 w 1005173"/>
                <a:gd name="connsiteY46" fmla="*/ 864108 h 913828"/>
                <a:gd name="connsiteX47" fmla="*/ 643795 w 1005173"/>
                <a:gd name="connsiteY47" fmla="*/ 812292 h 913828"/>
                <a:gd name="connsiteX48" fmla="*/ 607600 w 1005173"/>
                <a:gd name="connsiteY48" fmla="*/ 762000 h 913828"/>
                <a:gd name="connsiteX49" fmla="*/ 607600 w 1005173"/>
                <a:gd name="connsiteY49" fmla="*/ 848487 h 913828"/>
                <a:gd name="connsiteX50" fmla="*/ 639128 w 1005173"/>
                <a:gd name="connsiteY50" fmla="*/ 737997 h 913828"/>
                <a:gd name="connsiteX51" fmla="*/ 586359 w 1005173"/>
                <a:gd name="connsiteY51" fmla="*/ 685229 h 913828"/>
                <a:gd name="connsiteX52" fmla="*/ 738664 w 1005173"/>
                <a:gd name="connsiteY52" fmla="*/ 685229 h 913828"/>
                <a:gd name="connsiteX53" fmla="*/ 713994 w 1005173"/>
                <a:gd name="connsiteY53" fmla="*/ 709898 h 913828"/>
                <a:gd name="connsiteX54" fmla="*/ 776669 w 1005173"/>
                <a:gd name="connsiteY54" fmla="*/ 685229 h 913828"/>
                <a:gd name="connsiteX55" fmla="*/ 751999 w 1005173"/>
                <a:gd name="connsiteY55" fmla="*/ 709898 h 913828"/>
                <a:gd name="connsiteX56" fmla="*/ 548164 w 1005173"/>
                <a:gd name="connsiteY56" fmla="*/ 685229 h 913828"/>
                <a:gd name="connsiteX57" fmla="*/ 572738 w 1005173"/>
                <a:gd name="connsiteY57" fmla="*/ 709898 h 913828"/>
                <a:gd name="connsiteX58" fmla="*/ 589883 w 1005173"/>
                <a:gd name="connsiteY58" fmla="*/ 871919 h 913828"/>
                <a:gd name="connsiteX59" fmla="*/ 548069 w 1005173"/>
                <a:gd name="connsiteY59" fmla="*/ 913733 h 913828"/>
                <a:gd name="connsiteX60" fmla="*/ 776478 w 1005173"/>
                <a:gd name="connsiteY60" fmla="*/ 913733 h 913828"/>
                <a:gd name="connsiteX61" fmla="*/ 751808 w 1005173"/>
                <a:gd name="connsiteY61" fmla="*/ 889159 h 913828"/>
                <a:gd name="connsiteX62" fmla="*/ 662178 w 1005173"/>
                <a:gd name="connsiteY62" fmla="*/ 873347 h 913828"/>
                <a:gd name="connsiteX63" fmla="*/ 662178 w 1005173"/>
                <a:gd name="connsiteY63" fmla="*/ 796481 h 913828"/>
                <a:gd name="connsiteX64" fmla="*/ 624745 w 1005173"/>
                <a:gd name="connsiteY64" fmla="*/ 873347 h 913828"/>
                <a:gd name="connsiteX65" fmla="*/ 624745 w 1005173"/>
                <a:gd name="connsiteY65" fmla="*/ 796481 h 913828"/>
                <a:gd name="connsiteX66" fmla="*/ 662178 w 1005173"/>
                <a:gd name="connsiteY66" fmla="*/ 796481 h 913828"/>
                <a:gd name="connsiteX67" fmla="*/ 662178 w 1005173"/>
                <a:gd name="connsiteY67" fmla="*/ 738092 h 913828"/>
                <a:gd name="connsiteX68" fmla="*/ 717518 w 1005173"/>
                <a:gd name="connsiteY68" fmla="*/ 738092 h 913828"/>
                <a:gd name="connsiteX69" fmla="*/ 734568 w 1005173"/>
                <a:gd name="connsiteY69" fmla="*/ 752856 h 913828"/>
                <a:gd name="connsiteX70" fmla="*/ 734568 w 1005173"/>
                <a:gd name="connsiteY70" fmla="*/ 842296 h 913828"/>
                <a:gd name="connsiteX71" fmla="*/ 776383 w 1005173"/>
                <a:gd name="connsiteY71" fmla="*/ 884111 h 913828"/>
                <a:gd name="connsiteX72" fmla="*/ 717518 w 1005173"/>
                <a:gd name="connsiteY72" fmla="*/ 738092 h 913828"/>
                <a:gd name="connsiteX73" fmla="*/ 717518 w 1005173"/>
                <a:gd name="connsiteY73" fmla="*/ 854774 h 913828"/>
                <a:gd name="connsiteX74" fmla="*/ 743807 w 1005173"/>
                <a:gd name="connsiteY74" fmla="*/ 881063 h 913828"/>
                <a:gd name="connsiteX75" fmla="*/ 376619 w 1005173"/>
                <a:gd name="connsiteY75" fmla="*/ 719614 h 913828"/>
                <a:gd name="connsiteX76" fmla="*/ 376619 w 1005173"/>
                <a:gd name="connsiteY76" fmla="*/ 790670 h 913828"/>
                <a:gd name="connsiteX77" fmla="*/ 433769 w 1005173"/>
                <a:gd name="connsiteY77" fmla="*/ 742379 h 913828"/>
                <a:gd name="connsiteX78" fmla="*/ 433769 w 1005173"/>
                <a:gd name="connsiteY78" fmla="*/ 803339 h 913828"/>
                <a:gd name="connsiteX79" fmla="*/ 433769 w 1005173"/>
                <a:gd name="connsiteY79" fmla="*/ 846011 h 913828"/>
                <a:gd name="connsiteX80" fmla="*/ 433769 w 1005173"/>
                <a:gd name="connsiteY80" fmla="*/ 913638 h 913828"/>
                <a:gd name="connsiteX81" fmla="*/ 547973 w 1005173"/>
                <a:gd name="connsiteY81" fmla="*/ 825056 h 913828"/>
                <a:gd name="connsiteX82" fmla="*/ 509873 w 1005173"/>
                <a:gd name="connsiteY82" fmla="*/ 799624 h 913828"/>
                <a:gd name="connsiteX83" fmla="*/ 471773 w 1005173"/>
                <a:gd name="connsiteY83" fmla="*/ 825056 h 913828"/>
                <a:gd name="connsiteX84" fmla="*/ 395669 w 1005173"/>
                <a:gd name="connsiteY84" fmla="*/ 782003 h 913828"/>
                <a:gd name="connsiteX85" fmla="*/ 395669 w 1005173"/>
                <a:gd name="connsiteY85" fmla="*/ 732282 h 913828"/>
                <a:gd name="connsiteX86" fmla="*/ 471773 w 1005173"/>
                <a:gd name="connsiteY86" fmla="*/ 767810 h 913828"/>
                <a:gd name="connsiteX87" fmla="*/ 433673 w 1005173"/>
                <a:gd name="connsiteY87" fmla="*/ 742379 h 913828"/>
                <a:gd name="connsiteX88" fmla="*/ 395573 w 1005173"/>
                <a:gd name="connsiteY88" fmla="*/ 767810 h 913828"/>
                <a:gd name="connsiteX89" fmla="*/ 509778 w 1005173"/>
                <a:gd name="connsiteY89" fmla="*/ 882015 h 913828"/>
                <a:gd name="connsiteX90" fmla="*/ 471678 w 1005173"/>
                <a:gd name="connsiteY90" fmla="*/ 856583 h 913828"/>
                <a:gd name="connsiteX91" fmla="*/ 433578 w 1005173"/>
                <a:gd name="connsiteY91" fmla="*/ 882015 h 913828"/>
                <a:gd name="connsiteX92" fmla="*/ 547783 w 1005173"/>
                <a:gd name="connsiteY92" fmla="*/ 846773 h 913828"/>
                <a:gd name="connsiteX93" fmla="*/ 547783 w 1005173"/>
                <a:gd name="connsiteY93" fmla="*/ 913638 h 913828"/>
                <a:gd name="connsiteX94" fmla="*/ 433578 w 1005173"/>
                <a:gd name="connsiteY94" fmla="*/ 824865 h 913828"/>
                <a:gd name="connsiteX95" fmla="*/ 395478 w 1005173"/>
                <a:gd name="connsiteY95" fmla="*/ 799433 h 913828"/>
                <a:gd name="connsiteX96" fmla="*/ 357378 w 1005173"/>
                <a:gd name="connsiteY96" fmla="*/ 824865 h 913828"/>
                <a:gd name="connsiteX97" fmla="*/ 395478 w 1005173"/>
                <a:gd name="connsiteY97" fmla="*/ 710660 h 913828"/>
                <a:gd name="connsiteX98" fmla="*/ 357378 w 1005173"/>
                <a:gd name="connsiteY98" fmla="*/ 685229 h 913828"/>
                <a:gd name="connsiteX99" fmla="*/ 319278 w 1005173"/>
                <a:gd name="connsiteY99" fmla="*/ 723329 h 913828"/>
                <a:gd name="connsiteX100" fmla="*/ 528733 w 1005173"/>
                <a:gd name="connsiteY100" fmla="*/ 833914 h 913828"/>
                <a:gd name="connsiteX101" fmla="*/ 528733 w 1005173"/>
                <a:gd name="connsiteY101" fmla="*/ 913638 h 913828"/>
                <a:gd name="connsiteX102" fmla="*/ 452628 w 1005173"/>
                <a:gd name="connsiteY102" fmla="*/ 776573 h 913828"/>
                <a:gd name="connsiteX103" fmla="*/ 452628 w 1005173"/>
                <a:gd name="connsiteY103" fmla="*/ 847630 h 913828"/>
                <a:gd name="connsiteX104" fmla="*/ 490728 w 1005173"/>
                <a:gd name="connsiteY104" fmla="*/ 890778 h 913828"/>
                <a:gd name="connsiteX105" fmla="*/ 490728 w 1005173"/>
                <a:gd name="connsiteY105" fmla="*/ 913543 h 913828"/>
                <a:gd name="connsiteX106" fmla="*/ 490728 w 1005173"/>
                <a:gd name="connsiteY106" fmla="*/ 732092 h 913828"/>
                <a:gd name="connsiteX107" fmla="*/ 490728 w 1005173"/>
                <a:gd name="connsiteY107" fmla="*/ 790384 h 913828"/>
                <a:gd name="connsiteX108" fmla="*/ 414623 w 1005173"/>
                <a:gd name="connsiteY108" fmla="*/ 833533 h 913828"/>
                <a:gd name="connsiteX109" fmla="*/ 414623 w 1005173"/>
                <a:gd name="connsiteY109" fmla="*/ 913448 h 913828"/>
                <a:gd name="connsiteX110" fmla="*/ 395573 w 1005173"/>
                <a:gd name="connsiteY110" fmla="*/ 799243 h 913828"/>
                <a:gd name="connsiteX111" fmla="*/ 395573 w 1005173"/>
                <a:gd name="connsiteY111" fmla="*/ 913448 h 913828"/>
                <a:gd name="connsiteX112" fmla="*/ 471678 w 1005173"/>
                <a:gd name="connsiteY112" fmla="*/ 856298 h 913828"/>
                <a:gd name="connsiteX113" fmla="*/ 471678 w 1005173"/>
                <a:gd name="connsiteY113" fmla="*/ 913448 h 913828"/>
                <a:gd name="connsiteX114" fmla="*/ 509778 w 1005173"/>
                <a:gd name="connsiteY114" fmla="*/ 799243 h 913828"/>
                <a:gd name="connsiteX115" fmla="*/ 509778 w 1005173"/>
                <a:gd name="connsiteY115" fmla="*/ 913448 h 913828"/>
                <a:gd name="connsiteX116" fmla="*/ 357473 w 1005173"/>
                <a:gd name="connsiteY116" fmla="*/ 685038 h 913828"/>
                <a:gd name="connsiteX117" fmla="*/ 357473 w 1005173"/>
                <a:gd name="connsiteY117" fmla="*/ 803148 h 913828"/>
                <a:gd name="connsiteX118" fmla="*/ 357473 w 1005173"/>
                <a:gd name="connsiteY118" fmla="*/ 845820 h 913828"/>
                <a:gd name="connsiteX119" fmla="*/ 357473 w 1005173"/>
                <a:gd name="connsiteY119" fmla="*/ 913448 h 913828"/>
                <a:gd name="connsiteX120" fmla="*/ 319373 w 1005173"/>
                <a:gd name="connsiteY120" fmla="*/ 736187 h 913828"/>
                <a:gd name="connsiteX121" fmla="*/ 319373 w 1005173"/>
                <a:gd name="connsiteY121" fmla="*/ 913448 h 913828"/>
                <a:gd name="connsiteX122" fmla="*/ 471678 w 1005173"/>
                <a:gd name="connsiteY122" fmla="*/ 697706 h 913828"/>
                <a:gd name="connsiteX123" fmla="*/ 471678 w 1005173"/>
                <a:gd name="connsiteY123" fmla="*/ 838867 h 913828"/>
                <a:gd name="connsiteX124" fmla="*/ 509778 w 1005173"/>
                <a:gd name="connsiteY124" fmla="*/ 723138 h 913828"/>
                <a:gd name="connsiteX125" fmla="*/ 471678 w 1005173"/>
                <a:gd name="connsiteY125" fmla="*/ 697706 h 913828"/>
                <a:gd name="connsiteX126" fmla="*/ 433578 w 1005173"/>
                <a:gd name="connsiteY126" fmla="*/ 723138 h 913828"/>
                <a:gd name="connsiteX127" fmla="*/ 509683 w 1005173"/>
                <a:gd name="connsiteY127" fmla="*/ 777621 h 913828"/>
                <a:gd name="connsiteX128" fmla="*/ 509683 w 1005173"/>
                <a:gd name="connsiteY128" fmla="*/ 736092 h 913828"/>
                <a:gd name="connsiteX129" fmla="*/ 0 w 1005173"/>
                <a:gd name="connsiteY129" fmla="*/ 822389 h 913828"/>
                <a:gd name="connsiteX130" fmla="*/ 114205 w 1005173"/>
                <a:gd name="connsiteY130" fmla="*/ 708184 h 913828"/>
                <a:gd name="connsiteX131" fmla="*/ 45625 w 1005173"/>
                <a:gd name="connsiteY131" fmla="*/ 868109 h 913828"/>
                <a:gd name="connsiteX132" fmla="*/ 114205 w 1005173"/>
                <a:gd name="connsiteY132" fmla="*/ 799529 h 913828"/>
                <a:gd name="connsiteX133" fmla="*/ 22860 w 1005173"/>
                <a:gd name="connsiteY133" fmla="*/ 845249 h 913828"/>
                <a:gd name="connsiteX134" fmla="*/ 108680 w 1005173"/>
                <a:gd name="connsiteY134" fmla="*/ 759428 h 913828"/>
                <a:gd name="connsiteX135" fmla="*/ 157067 w 1005173"/>
                <a:gd name="connsiteY135" fmla="*/ 779526 h 913828"/>
                <a:gd name="connsiteX136" fmla="*/ 108680 w 1005173"/>
                <a:gd name="connsiteY136" fmla="*/ 759428 h 913828"/>
                <a:gd name="connsiteX137" fmla="*/ 254032 w 1005173"/>
                <a:gd name="connsiteY137" fmla="*/ 779526 h 913828"/>
                <a:gd name="connsiteX138" fmla="*/ 301276 w 1005173"/>
                <a:gd name="connsiteY138" fmla="*/ 760000 h 913828"/>
                <a:gd name="connsiteX139" fmla="*/ 157067 w 1005173"/>
                <a:gd name="connsiteY139" fmla="*/ 819722 h 913828"/>
                <a:gd name="connsiteX140" fmla="*/ 109823 w 1005173"/>
                <a:gd name="connsiteY140" fmla="*/ 839248 h 913828"/>
                <a:gd name="connsiteX141" fmla="*/ 254032 w 1005173"/>
                <a:gd name="connsiteY141" fmla="*/ 819722 h 913828"/>
                <a:gd name="connsiteX142" fmla="*/ 301276 w 1005173"/>
                <a:gd name="connsiteY142" fmla="*/ 839248 h 913828"/>
                <a:gd name="connsiteX143" fmla="*/ 225647 w 1005173"/>
                <a:gd name="connsiteY143" fmla="*/ 848106 h 913828"/>
                <a:gd name="connsiteX144" fmla="*/ 245269 w 1005173"/>
                <a:gd name="connsiteY144" fmla="*/ 895350 h 913828"/>
                <a:gd name="connsiteX145" fmla="*/ 185547 w 1005173"/>
                <a:gd name="connsiteY145" fmla="*/ 751142 h 913828"/>
                <a:gd name="connsiteX146" fmla="*/ 165926 w 1005173"/>
                <a:gd name="connsiteY146" fmla="*/ 703898 h 913828"/>
                <a:gd name="connsiteX147" fmla="*/ 185547 w 1005173"/>
                <a:gd name="connsiteY147" fmla="*/ 848106 h 913828"/>
                <a:gd name="connsiteX148" fmla="*/ 165926 w 1005173"/>
                <a:gd name="connsiteY148" fmla="*/ 895350 h 913828"/>
                <a:gd name="connsiteX149" fmla="*/ 225647 w 1005173"/>
                <a:gd name="connsiteY149" fmla="*/ 751142 h 913828"/>
                <a:gd name="connsiteX150" fmla="*/ 245174 w 1005173"/>
                <a:gd name="connsiteY150" fmla="*/ 703898 h 913828"/>
                <a:gd name="connsiteX151" fmla="*/ 246602 w 1005173"/>
                <a:gd name="connsiteY151" fmla="*/ 799624 h 913828"/>
                <a:gd name="connsiteX152" fmla="*/ 319659 w 1005173"/>
                <a:gd name="connsiteY152" fmla="*/ 799624 h 913828"/>
                <a:gd name="connsiteX153" fmla="*/ 228314 w 1005173"/>
                <a:gd name="connsiteY153" fmla="*/ 776764 h 913828"/>
                <a:gd name="connsiteX154" fmla="*/ 319659 w 1005173"/>
                <a:gd name="connsiteY154" fmla="*/ 685419 h 913828"/>
                <a:gd name="connsiteX155" fmla="*/ 228314 w 1005173"/>
                <a:gd name="connsiteY155" fmla="*/ 822484 h 913828"/>
                <a:gd name="connsiteX156" fmla="*/ 319659 w 1005173"/>
                <a:gd name="connsiteY156" fmla="*/ 913829 h 913828"/>
                <a:gd name="connsiteX157" fmla="*/ 182594 w 1005173"/>
                <a:gd name="connsiteY157" fmla="*/ 776764 h 913828"/>
                <a:gd name="connsiteX158" fmla="*/ 114014 w 1005173"/>
                <a:gd name="connsiteY158" fmla="*/ 708279 h 913828"/>
                <a:gd name="connsiteX159" fmla="*/ 205359 w 1005173"/>
                <a:gd name="connsiteY159" fmla="*/ 840772 h 913828"/>
                <a:gd name="connsiteX160" fmla="*/ 205359 w 1005173"/>
                <a:gd name="connsiteY160" fmla="*/ 913829 h 913828"/>
                <a:gd name="connsiteX161" fmla="*/ 164211 w 1005173"/>
                <a:gd name="connsiteY161" fmla="*/ 799624 h 913828"/>
                <a:gd name="connsiteX162" fmla="*/ 113919 w 1005173"/>
                <a:gd name="connsiteY162" fmla="*/ 799624 h 913828"/>
                <a:gd name="connsiteX163" fmla="*/ 205264 w 1005173"/>
                <a:gd name="connsiteY163" fmla="*/ 758476 h 913828"/>
                <a:gd name="connsiteX164" fmla="*/ 205264 w 1005173"/>
                <a:gd name="connsiteY164" fmla="*/ 685419 h 913828"/>
                <a:gd name="connsiteX165" fmla="*/ 182404 w 1005173"/>
                <a:gd name="connsiteY165" fmla="*/ 822484 h 913828"/>
                <a:gd name="connsiteX166" fmla="*/ 91059 w 1005173"/>
                <a:gd name="connsiteY166" fmla="*/ 913829 h 913828"/>
                <a:gd name="connsiteX167" fmla="*/ 605028 w 1005173"/>
                <a:gd name="connsiteY167" fmla="*/ 491300 h 913828"/>
                <a:gd name="connsiteX168" fmla="*/ 605028 w 1005173"/>
                <a:gd name="connsiteY168" fmla="*/ 562356 h 913828"/>
                <a:gd name="connsiteX169" fmla="*/ 662178 w 1005173"/>
                <a:gd name="connsiteY169" fmla="*/ 514064 h 913828"/>
                <a:gd name="connsiteX170" fmla="*/ 662178 w 1005173"/>
                <a:gd name="connsiteY170" fmla="*/ 575024 h 913828"/>
                <a:gd name="connsiteX171" fmla="*/ 662178 w 1005173"/>
                <a:gd name="connsiteY171" fmla="*/ 617696 h 913828"/>
                <a:gd name="connsiteX172" fmla="*/ 662178 w 1005173"/>
                <a:gd name="connsiteY172" fmla="*/ 685324 h 913828"/>
                <a:gd name="connsiteX173" fmla="*/ 776383 w 1005173"/>
                <a:gd name="connsiteY173" fmla="*/ 596741 h 913828"/>
                <a:gd name="connsiteX174" fmla="*/ 738283 w 1005173"/>
                <a:gd name="connsiteY174" fmla="*/ 571310 h 913828"/>
                <a:gd name="connsiteX175" fmla="*/ 700183 w 1005173"/>
                <a:gd name="connsiteY175" fmla="*/ 596741 h 913828"/>
                <a:gd name="connsiteX176" fmla="*/ 624078 w 1005173"/>
                <a:gd name="connsiteY176" fmla="*/ 553688 h 913828"/>
                <a:gd name="connsiteX177" fmla="*/ 624078 w 1005173"/>
                <a:gd name="connsiteY177" fmla="*/ 503968 h 913828"/>
                <a:gd name="connsiteX178" fmla="*/ 700183 w 1005173"/>
                <a:gd name="connsiteY178" fmla="*/ 539496 h 913828"/>
                <a:gd name="connsiteX179" fmla="*/ 662083 w 1005173"/>
                <a:gd name="connsiteY179" fmla="*/ 514064 h 913828"/>
                <a:gd name="connsiteX180" fmla="*/ 623983 w 1005173"/>
                <a:gd name="connsiteY180" fmla="*/ 539496 h 913828"/>
                <a:gd name="connsiteX181" fmla="*/ 738188 w 1005173"/>
                <a:gd name="connsiteY181" fmla="*/ 653701 h 913828"/>
                <a:gd name="connsiteX182" fmla="*/ 700088 w 1005173"/>
                <a:gd name="connsiteY182" fmla="*/ 628269 h 913828"/>
                <a:gd name="connsiteX183" fmla="*/ 661988 w 1005173"/>
                <a:gd name="connsiteY183" fmla="*/ 653701 h 913828"/>
                <a:gd name="connsiteX184" fmla="*/ 776192 w 1005173"/>
                <a:gd name="connsiteY184" fmla="*/ 618458 h 913828"/>
                <a:gd name="connsiteX185" fmla="*/ 776192 w 1005173"/>
                <a:gd name="connsiteY185" fmla="*/ 685324 h 913828"/>
                <a:gd name="connsiteX186" fmla="*/ 661988 w 1005173"/>
                <a:gd name="connsiteY186" fmla="*/ 596551 h 913828"/>
                <a:gd name="connsiteX187" fmla="*/ 623888 w 1005173"/>
                <a:gd name="connsiteY187" fmla="*/ 571119 h 913828"/>
                <a:gd name="connsiteX188" fmla="*/ 585788 w 1005173"/>
                <a:gd name="connsiteY188" fmla="*/ 596551 h 913828"/>
                <a:gd name="connsiteX189" fmla="*/ 623888 w 1005173"/>
                <a:gd name="connsiteY189" fmla="*/ 482346 h 913828"/>
                <a:gd name="connsiteX190" fmla="*/ 585788 w 1005173"/>
                <a:gd name="connsiteY190" fmla="*/ 456914 h 913828"/>
                <a:gd name="connsiteX191" fmla="*/ 547688 w 1005173"/>
                <a:gd name="connsiteY191" fmla="*/ 495014 h 913828"/>
                <a:gd name="connsiteX192" fmla="*/ 757142 w 1005173"/>
                <a:gd name="connsiteY192" fmla="*/ 605600 h 913828"/>
                <a:gd name="connsiteX193" fmla="*/ 757142 w 1005173"/>
                <a:gd name="connsiteY193" fmla="*/ 685324 h 913828"/>
                <a:gd name="connsiteX194" fmla="*/ 681038 w 1005173"/>
                <a:gd name="connsiteY194" fmla="*/ 548259 h 913828"/>
                <a:gd name="connsiteX195" fmla="*/ 681038 w 1005173"/>
                <a:gd name="connsiteY195" fmla="*/ 619316 h 913828"/>
                <a:gd name="connsiteX196" fmla="*/ 719138 w 1005173"/>
                <a:gd name="connsiteY196" fmla="*/ 662464 h 913828"/>
                <a:gd name="connsiteX197" fmla="*/ 719138 w 1005173"/>
                <a:gd name="connsiteY197" fmla="*/ 685229 h 913828"/>
                <a:gd name="connsiteX198" fmla="*/ 719138 w 1005173"/>
                <a:gd name="connsiteY198" fmla="*/ 503777 h 913828"/>
                <a:gd name="connsiteX199" fmla="*/ 719138 w 1005173"/>
                <a:gd name="connsiteY199" fmla="*/ 562070 h 913828"/>
                <a:gd name="connsiteX200" fmla="*/ 643033 w 1005173"/>
                <a:gd name="connsiteY200" fmla="*/ 605219 h 913828"/>
                <a:gd name="connsiteX201" fmla="*/ 643033 w 1005173"/>
                <a:gd name="connsiteY201" fmla="*/ 685133 h 913828"/>
                <a:gd name="connsiteX202" fmla="*/ 623983 w 1005173"/>
                <a:gd name="connsiteY202" fmla="*/ 570929 h 913828"/>
                <a:gd name="connsiteX203" fmla="*/ 623983 w 1005173"/>
                <a:gd name="connsiteY203" fmla="*/ 685133 h 913828"/>
                <a:gd name="connsiteX204" fmla="*/ 700088 w 1005173"/>
                <a:gd name="connsiteY204" fmla="*/ 627983 h 913828"/>
                <a:gd name="connsiteX205" fmla="*/ 700088 w 1005173"/>
                <a:gd name="connsiteY205" fmla="*/ 685133 h 913828"/>
                <a:gd name="connsiteX206" fmla="*/ 738188 w 1005173"/>
                <a:gd name="connsiteY206" fmla="*/ 570929 h 913828"/>
                <a:gd name="connsiteX207" fmla="*/ 738188 w 1005173"/>
                <a:gd name="connsiteY207" fmla="*/ 685133 h 913828"/>
                <a:gd name="connsiteX208" fmla="*/ 585883 w 1005173"/>
                <a:gd name="connsiteY208" fmla="*/ 456724 h 913828"/>
                <a:gd name="connsiteX209" fmla="*/ 585883 w 1005173"/>
                <a:gd name="connsiteY209" fmla="*/ 574834 h 913828"/>
                <a:gd name="connsiteX210" fmla="*/ 585883 w 1005173"/>
                <a:gd name="connsiteY210" fmla="*/ 617506 h 913828"/>
                <a:gd name="connsiteX211" fmla="*/ 585883 w 1005173"/>
                <a:gd name="connsiteY211" fmla="*/ 685133 h 913828"/>
                <a:gd name="connsiteX212" fmla="*/ 547783 w 1005173"/>
                <a:gd name="connsiteY212" fmla="*/ 507873 h 913828"/>
                <a:gd name="connsiteX213" fmla="*/ 547783 w 1005173"/>
                <a:gd name="connsiteY213" fmla="*/ 685133 h 913828"/>
                <a:gd name="connsiteX214" fmla="*/ 700088 w 1005173"/>
                <a:gd name="connsiteY214" fmla="*/ 469392 h 913828"/>
                <a:gd name="connsiteX215" fmla="*/ 700088 w 1005173"/>
                <a:gd name="connsiteY215" fmla="*/ 610553 h 913828"/>
                <a:gd name="connsiteX216" fmla="*/ 738188 w 1005173"/>
                <a:gd name="connsiteY216" fmla="*/ 494824 h 913828"/>
                <a:gd name="connsiteX217" fmla="*/ 700088 w 1005173"/>
                <a:gd name="connsiteY217" fmla="*/ 469392 h 913828"/>
                <a:gd name="connsiteX218" fmla="*/ 661988 w 1005173"/>
                <a:gd name="connsiteY218" fmla="*/ 494824 h 913828"/>
                <a:gd name="connsiteX219" fmla="*/ 738092 w 1005173"/>
                <a:gd name="connsiteY219" fmla="*/ 549307 h 913828"/>
                <a:gd name="connsiteX220" fmla="*/ 738092 w 1005173"/>
                <a:gd name="connsiteY220" fmla="*/ 507778 h 913828"/>
                <a:gd name="connsiteX221" fmla="*/ 270510 w 1005173"/>
                <a:gd name="connsiteY221" fmla="*/ 505492 h 913828"/>
                <a:gd name="connsiteX222" fmla="*/ 222409 w 1005173"/>
                <a:gd name="connsiteY222" fmla="*/ 522827 h 913828"/>
                <a:gd name="connsiteX223" fmla="*/ 205073 w 1005173"/>
                <a:gd name="connsiteY223" fmla="*/ 559975 h 913828"/>
                <a:gd name="connsiteX224" fmla="*/ 205073 w 1005173"/>
                <a:gd name="connsiteY224" fmla="*/ 570929 h 913828"/>
                <a:gd name="connsiteX225" fmla="*/ 270510 w 1005173"/>
                <a:gd name="connsiteY225" fmla="*/ 505492 h 913828"/>
                <a:gd name="connsiteX226" fmla="*/ 187738 w 1005173"/>
                <a:gd name="connsiteY226" fmla="*/ 522827 h 913828"/>
                <a:gd name="connsiteX227" fmla="*/ 139637 w 1005173"/>
                <a:gd name="connsiteY227" fmla="*/ 505492 h 913828"/>
                <a:gd name="connsiteX228" fmla="*/ 205073 w 1005173"/>
                <a:gd name="connsiteY228" fmla="*/ 570929 h 913828"/>
                <a:gd name="connsiteX229" fmla="*/ 187738 w 1005173"/>
                <a:gd name="connsiteY229" fmla="*/ 522827 h 913828"/>
                <a:gd name="connsiteX230" fmla="*/ 205073 w 1005173"/>
                <a:gd name="connsiteY230" fmla="*/ 507873 h 913828"/>
                <a:gd name="connsiteX231" fmla="*/ 166307 w 1005173"/>
                <a:gd name="connsiteY231" fmla="*/ 475679 h 913828"/>
                <a:gd name="connsiteX232" fmla="*/ 158401 w 1005173"/>
                <a:gd name="connsiteY232" fmla="*/ 506730 h 913828"/>
                <a:gd name="connsiteX233" fmla="*/ 251651 w 1005173"/>
                <a:gd name="connsiteY233" fmla="*/ 506730 h 913828"/>
                <a:gd name="connsiteX234" fmla="*/ 243745 w 1005173"/>
                <a:gd name="connsiteY234" fmla="*/ 475679 h 913828"/>
                <a:gd name="connsiteX235" fmla="*/ 202025 w 1005173"/>
                <a:gd name="connsiteY235" fmla="*/ 514160 h 913828"/>
                <a:gd name="connsiteX236" fmla="*/ 197263 w 1005173"/>
                <a:gd name="connsiteY236" fmla="*/ 535210 h 913828"/>
                <a:gd name="connsiteX237" fmla="*/ 225838 w 1005173"/>
                <a:gd name="connsiteY237" fmla="*/ 484442 h 913828"/>
                <a:gd name="connsiteX238" fmla="*/ 205073 w 1005173"/>
                <a:gd name="connsiteY238" fmla="*/ 456629 h 913828"/>
                <a:gd name="connsiteX239" fmla="*/ 184309 w 1005173"/>
                <a:gd name="connsiteY239" fmla="*/ 484442 h 913828"/>
                <a:gd name="connsiteX240" fmla="*/ 227933 w 1005173"/>
                <a:gd name="connsiteY240" fmla="*/ 593693 h 913828"/>
                <a:gd name="connsiteX241" fmla="*/ 342138 w 1005173"/>
                <a:gd name="connsiteY241" fmla="*/ 479489 h 913828"/>
                <a:gd name="connsiteX242" fmla="*/ 182213 w 1005173"/>
                <a:gd name="connsiteY242" fmla="*/ 593693 h 913828"/>
                <a:gd name="connsiteX243" fmla="*/ 90869 w 1005173"/>
                <a:gd name="connsiteY243" fmla="*/ 502349 h 913828"/>
                <a:gd name="connsiteX244" fmla="*/ 136589 w 1005173"/>
                <a:gd name="connsiteY244" fmla="*/ 639413 h 913828"/>
                <a:gd name="connsiteX245" fmla="*/ 86297 w 1005173"/>
                <a:gd name="connsiteY245" fmla="*/ 589217 h 913828"/>
                <a:gd name="connsiteX246" fmla="*/ 159353 w 1005173"/>
                <a:gd name="connsiteY246" fmla="*/ 616649 h 913828"/>
                <a:gd name="connsiteX247" fmla="*/ 90773 w 1005173"/>
                <a:gd name="connsiteY247" fmla="*/ 548069 h 913828"/>
                <a:gd name="connsiteX248" fmla="*/ 273558 w 1005173"/>
                <a:gd name="connsiteY248" fmla="*/ 639413 h 913828"/>
                <a:gd name="connsiteX249" fmla="*/ 342138 w 1005173"/>
                <a:gd name="connsiteY249" fmla="*/ 570833 h 913828"/>
                <a:gd name="connsiteX250" fmla="*/ 250793 w 1005173"/>
                <a:gd name="connsiteY250" fmla="*/ 616553 h 913828"/>
                <a:gd name="connsiteX251" fmla="*/ 336614 w 1005173"/>
                <a:gd name="connsiteY251" fmla="*/ 530733 h 913828"/>
                <a:gd name="connsiteX252" fmla="*/ 90869 w 1005173"/>
                <a:gd name="connsiteY252" fmla="*/ 685133 h 913828"/>
                <a:gd name="connsiteX253" fmla="*/ 205073 w 1005173"/>
                <a:gd name="connsiteY253" fmla="*/ 570929 h 913828"/>
                <a:gd name="connsiteX254" fmla="*/ 319278 w 1005173"/>
                <a:gd name="connsiteY254" fmla="*/ 685133 h 913828"/>
                <a:gd name="connsiteX255" fmla="*/ 170688 w 1005173"/>
                <a:gd name="connsiteY255" fmla="*/ 650748 h 913828"/>
                <a:gd name="connsiteX256" fmla="*/ 239363 w 1005173"/>
                <a:gd name="connsiteY256" fmla="*/ 650748 h 913828"/>
                <a:gd name="connsiteX257" fmla="*/ 239363 w 1005173"/>
                <a:gd name="connsiteY257" fmla="*/ 650748 h 913828"/>
                <a:gd name="connsiteX258" fmla="*/ 204978 w 1005173"/>
                <a:gd name="connsiteY258" fmla="*/ 685133 h 913828"/>
                <a:gd name="connsiteX259" fmla="*/ 170593 w 1005173"/>
                <a:gd name="connsiteY259" fmla="*/ 650748 h 913828"/>
                <a:gd name="connsiteX260" fmla="*/ 136398 w 1005173"/>
                <a:gd name="connsiteY260" fmla="*/ 685133 h 913828"/>
                <a:gd name="connsiteX261" fmla="*/ 204883 w 1005173"/>
                <a:gd name="connsiteY261" fmla="*/ 616649 h 913828"/>
                <a:gd name="connsiteX262" fmla="*/ 273463 w 1005173"/>
                <a:gd name="connsiteY262" fmla="*/ 685133 h 913828"/>
                <a:gd name="connsiteX263" fmla="*/ 384905 w 1005173"/>
                <a:gd name="connsiteY263" fmla="*/ 550831 h 913828"/>
                <a:gd name="connsiteX264" fmla="*/ 336423 w 1005173"/>
                <a:gd name="connsiteY264" fmla="*/ 530733 h 913828"/>
                <a:gd name="connsiteX265" fmla="*/ 481870 w 1005173"/>
                <a:gd name="connsiteY265" fmla="*/ 550831 h 913828"/>
                <a:gd name="connsiteX266" fmla="*/ 529114 w 1005173"/>
                <a:gd name="connsiteY266" fmla="*/ 531209 h 913828"/>
                <a:gd name="connsiteX267" fmla="*/ 384905 w 1005173"/>
                <a:gd name="connsiteY267" fmla="*/ 590931 h 913828"/>
                <a:gd name="connsiteX268" fmla="*/ 337661 w 1005173"/>
                <a:gd name="connsiteY268" fmla="*/ 610457 h 913828"/>
                <a:gd name="connsiteX269" fmla="*/ 481870 w 1005173"/>
                <a:gd name="connsiteY269" fmla="*/ 590931 h 913828"/>
                <a:gd name="connsiteX270" fmla="*/ 529114 w 1005173"/>
                <a:gd name="connsiteY270" fmla="*/ 610457 h 913828"/>
                <a:gd name="connsiteX271" fmla="*/ 453485 w 1005173"/>
                <a:gd name="connsiteY271" fmla="*/ 619316 h 913828"/>
                <a:gd name="connsiteX272" fmla="*/ 473012 w 1005173"/>
                <a:gd name="connsiteY272" fmla="*/ 666559 h 913828"/>
                <a:gd name="connsiteX273" fmla="*/ 413290 w 1005173"/>
                <a:gd name="connsiteY273" fmla="*/ 522351 h 913828"/>
                <a:gd name="connsiteX274" fmla="*/ 393668 w 1005173"/>
                <a:gd name="connsiteY274" fmla="*/ 475107 h 913828"/>
                <a:gd name="connsiteX275" fmla="*/ 413290 w 1005173"/>
                <a:gd name="connsiteY275" fmla="*/ 619316 h 913828"/>
                <a:gd name="connsiteX276" fmla="*/ 393668 w 1005173"/>
                <a:gd name="connsiteY276" fmla="*/ 666559 h 913828"/>
                <a:gd name="connsiteX277" fmla="*/ 453390 w 1005173"/>
                <a:gd name="connsiteY277" fmla="*/ 522351 h 913828"/>
                <a:gd name="connsiteX278" fmla="*/ 472916 w 1005173"/>
                <a:gd name="connsiteY278" fmla="*/ 475107 h 913828"/>
                <a:gd name="connsiteX279" fmla="*/ 474345 w 1005173"/>
                <a:gd name="connsiteY279" fmla="*/ 570833 h 913828"/>
                <a:gd name="connsiteX280" fmla="*/ 547402 w 1005173"/>
                <a:gd name="connsiteY280" fmla="*/ 570833 h 913828"/>
                <a:gd name="connsiteX281" fmla="*/ 456057 w 1005173"/>
                <a:gd name="connsiteY281" fmla="*/ 547973 h 913828"/>
                <a:gd name="connsiteX282" fmla="*/ 547402 w 1005173"/>
                <a:gd name="connsiteY282" fmla="*/ 456629 h 913828"/>
                <a:gd name="connsiteX283" fmla="*/ 456057 w 1005173"/>
                <a:gd name="connsiteY283" fmla="*/ 593693 h 913828"/>
                <a:gd name="connsiteX284" fmla="*/ 547402 w 1005173"/>
                <a:gd name="connsiteY284" fmla="*/ 685038 h 913828"/>
                <a:gd name="connsiteX285" fmla="*/ 410337 w 1005173"/>
                <a:gd name="connsiteY285" fmla="*/ 547973 h 913828"/>
                <a:gd name="connsiteX286" fmla="*/ 341852 w 1005173"/>
                <a:gd name="connsiteY286" fmla="*/ 479489 h 913828"/>
                <a:gd name="connsiteX287" fmla="*/ 433197 w 1005173"/>
                <a:gd name="connsiteY287" fmla="*/ 611981 h 913828"/>
                <a:gd name="connsiteX288" fmla="*/ 433197 w 1005173"/>
                <a:gd name="connsiteY288" fmla="*/ 685038 h 913828"/>
                <a:gd name="connsiteX289" fmla="*/ 392049 w 1005173"/>
                <a:gd name="connsiteY289" fmla="*/ 570833 h 913828"/>
                <a:gd name="connsiteX290" fmla="*/ 341757 w 1005173"/>
                <a:gd name="connsiteY290" fmla="*/ 570833 h 913828"/>
                <a:gd name="connsiteX291" fmla="*/ 433102 w 1005173"/>
                <a:gd name="connsiteY291" fmla="*/ 529685 h 913828"/>
                <a:gd name="connsiteX292" fmla="*/ 433102 w 1005173"/>
                <a:gd name="connsiteY292" fmla="*/ 456533 h 913828"/>
                <a:gd name="connsiteX293" fmla="*/ 410242 w 1005173"/>
                <a:gd name="connsiteY293" fmla="*/ 593598 h 913828"/>
                <a:gd name="connsiteX294" fmla="*/ 318897 w 1005173"/>
                <a:gd name="connsiteY294" fmla="*/ 684943 h 913828"/>
                <a:gd name="connsiteX295" fmla="*/ 286512 w 1005173"/>
                <a:gd name="connsiteY295" fmla="*/ 390239 h 913828"/>
                <a:gd name="connsiteX296" fmla="*/ 272987 w 1005173"/>
                <a:gd name="connsiteY296" fmla="*/ 369665 h 913828"/>
                <a:gd name="connsiteX297" fmla="*/ 295751 w 1005173"/>
                <a:gd name="connsiteY297" fmla="*/ 344615 h 913828"/>
                <a:gd name="connsiteX298" fmla="*/ 318897 w 1005173"/>
                <a:gd name="connsiteY298" fmla="*/ 319469 h 913828"/>
                <a:gd name="connsiteX299" fmla="*/ 318897 w 1005173"/>
                <a:gd name="connsiteY299" fmla="*/ 393859 h 913828"/>
                <a:gd name="connsiteX300" fmla="*/ 300990 w 1005173"/>
                <a:gd name="connsiteY300" fmla="*/ 410146 h 913828"/>
                <a:gd name="connsiteX301" fmla="*/ 286417 w 1005173"/>
                <a:gd name="connsiteY301" fmla="*/ 397097 h 913828"/>
                <a:gd name="connsiteX302" fmla="*/ 286417 w 1005173"/>
                <a:gd name="connsiteY302" fmla="*/ 390239 h 913828"/>
                <a:gd name="connsiteX303" fmla="*/ 195548 w 1005173"/>
                <a:gd name="connsiteY303" fmla="*/ 358140 h 913828"/>
                <a:gd name="connsiteX304" fmla="*/ 190214 w 1005173"/>
                <a:gd name="connsiteY304" fmla="*/ 352806 h 913828"/>
                <a:gd name="connsiteX305" fmla="*/ 169640 w 1005173"/>
                <a:gd name="connsiteY305" fmla="*/ 358140 h 913828"/>
                <a:gd name="connsiteX306" fmla="*/ 174974 w 1005173"/>
                <a:gd name="connsiteY306" fmla="*/ 352806 h 913828"/>
                <a:gd name="connsiteX307" fmla="*/ 182594 w 1005173"/>
                <a:gd name="connsiteY307" fmla="*/ 363474 h 913828"/>
                <a:gd name="connsiteX308" fmla="*/ 182594 w 1005173"/>
                <a:gd name="connsiteY308" fmla="*/ 355854 h 913828"/>
                <a:gd name="connsiteX309" fmla="*/ 239649 w 1005173"/>
                <a:gd name="connsiteY309" fmla="*/ 358140 h 913828"/>
                <a:gd name="connsiteX310" fmla="*/ 234315 w 1005173"/>
                <a:gd name="connsiteY310" fmla="*/ 352806 h 913828"/>
                <a:gd name="connsiteX311" fmla="*/ 213741 w 1005173"/>
                <a:gd name="connsiteY311" fmla="*/ 358140 h 913828"/>
                <a:gd name="connsiteX312" fmla="*/ 219075 w 1005173"/>
                <a:gd name="connsiteY312" fmla="*/ 352806 h 913828"/>
                <a:gd name="connsiteX313" fmla="*/ 226695 w 1005173"/>
                <a:gd name="connsiteY313" fmla="*/ 363474 h 913828"/>
                <a:gd name="connsiteX314" fmla="*/ 226695 w 1005173"/>
                <a:gd name="connsiteY314" fmla="*/ 355854 h 913828"/>
                <a:gd name="connsiteX315" fmla="*/ 238697 w 1005173"/>
                <a:gd name="connsiteY315" fmla="*/ 339376 h 913828"/>
                <a:gd name="connsiteX316" fmla="*/ 226695 w 1005173"/>
                <a:gd name="connsiteY316" fmla="*/ 327374 h 913828"/>
                <a:gd name="connsiteX317" fmla="*/ 214694 w 1005173"/>
                <a:gd name="connsiteY317" fmla="*/ 339376 h 913828"/>
                <a:gd name="connsiteX318" fmla="*/ 238601 w 1005173"/>
                <a:gd name="connsiteY318" fmla="*/ 339376 h 913828"/>
                <a:gd name="connsiteX319" fmla="*/ 222790 w 1005173"/>
                <a:gd name="connsiteY319" fmla="*/ 339376 h 913828"/>
                <a:gd name="connsiteX320" fmla="*/ 222790 w 1005173"/>
                <a:gd name="connsiteY320" fmla="*/ 342519 h 913828"/>
                <a:gd name="connsiteX321" fmla="*/ 226790 w 1005173"/>
                <a:gd name="connsiteY321" fmla="*/ 346424 h 913828"/>
                <a:gd name="connsiteX322" fmla="*/ 230696 w 1005173"/>
                <a:gd name="connsiteY322" fmla="*/ 342519 h 913828"/>
                <a:gd name="connsiteX323" fmla="*/ 230696 w 1005173"/>
                <a:gd name="connsiteY323" fmla="*/ 339376 h 913828"/>
                <a:gd name="connsiteX324" fmla="*/ 170688 w 1005173"/>
                <a:gd name="connsiteY324" fmla="*/ 339376 h 913828"/>
                <a:gd name="connsiteX325" fmla="*/ 182690 w 1005173"/>
                <a:gd name="connsiteY325" fmla="*/ 327374 h 913828"/>
                <a:gd name="connsiteX326" fmla="*/ 194691 w 1005173"/>
                <a:gd name="connsiteY326" fmla="*/ 339376 h 913828"/>
                <a:gd name="connsiteX327" fmla="*/ 170783 w 1005173"/>
                <a:gd name="connsiteY327" fmla="*/ 339376 h 913828"/>
                <a:gd name="connsiteX328" fmla="*/ 186595 w 1005173"/>
                <a:gd name="connsiteY328" fmla="*/ 339376 h 913828"/>
                <a:gd name="connsiteX329" fmla="*/ 186595 w 1005173"/>
                <a:gd name="connsiteY329" fmla="*/ 342519 h 913828"/>
                <a:gd name="connsiteX330" fmla="*/ 182594 w 1005173"/>
                <a:gd name="connsiteY330" fmla="*/ 346424 h 913828"/>
                <a:gd name="connsiteX331" fmla="*/ 178689 w 1005173"/>
                <a:gd name="connsiteY331" fmla="*/ 342519 h 913828"/>
                <a:gd name="connsiteX332" fmla="*/ 178689 w 1005173"/>
                <a:gd name="connsiteY332" fmla="*/ 339376 h 913828"/>
                <a:gd name="connsiteX333" fmla="*/ 303657 w 1005173"/>
                <a:gd name="connsiteY333" fmla="*/ 378619 h 913828"/>
                <a:gd name="connsiteX334" fmla="*/ 318802 w 1005173"/>
                <a:gd name="connsiteY334" fmla="*/ 393764 h 913828"/>
                <a:gd name="connsiteX335" fmla="*/ 318802 w 1005173"/>
                <a:gd name="connsiteY335" fmla="*/ 371380 h 913828"/>
                <a:gd name="connsiteX336" fmla="*/ 318802 w 1005173"/>
                <a:gd name="connsiteY336" fmla="*/ 456438 h 913828"/>
                <a:gd name="connsiteX337" fmla="*/ 142208 w 1005173"/>
                <a:gd name="connsiteY337" fmla="*/ 270320 h 913828"/>
                <a:gd name="connsiteX338" fmla="*/ 137351 w 1005173"/>
                <a:gd name="connsiteY338" fmla="*/ 265462 h 913828"/>
                <a:gd name="connsiteX339" fmla="*/ 132493 w 1005173"/>
                <a:gd name="connsiteY339" fmla="*/ 270320 h 913828"/>
                <a:gd name="connsiteX340" fmla="*/ 137351 w 1005173"/>
                <a:gd name="connsiteY340" fmla="*/ 275177 h 913828"/>
                <a:gd name="connsiteX341" fmla="*/ 142208 w 1005173"/>
                <a:gd name="connsiteY341" fmla="*/ 270320 h 913828"/>
                <a:gd name="connsiteX342" fmla="*/ 96298 w 1005173"/>
                <a:gd name="connsiteY342" fmla="*/ 270320 h 913828"/>
                <a:gd name="connsiteX343" fmla="*/ 91440 w 1005173"/>
                <a:gd name="connsiteY343" fmla="*/ 265462 h 913828"/>
                <a:gd name="connsiteX344" fmla="*/ 86582 w 1005173"/>
                <a:gd name="connsiteY344" fmla="*/ 270320 h 913828"/>
                <a:gd name="connsiteX345" fmla="*/ 91440 w 1005173"/>
                <a:gd name="connsiteY345" fmla="*/ 275177 h 913828"/>
                <a:gd name="connsiteX346" fmla="*/ 96298 w 1005173"/>
                <a:gd name="connsiteY346" fmla="*/ 270320 h 913828"/>
                <a:gd name="connsiteX347" fmla="*/ 117348 w 1005173"/>
                <a:gd name="connsiteY347" fmla="*/ 299276 h 913828"/>
                <a:gd name="connsiteX348" fmla="*/ 112490 w 1005173"/>
                <a:gd name="connsiteY348" fmla="*/ 294418 h 913828"/>
                <a:gd name="connsiteX349" fmla="*/ 107633 w 1005173"/>
                <a:gd name="connsiteY349" fmla="*/ 299276 h 913828"/>
                <a:gd name="connsiteX350" fmla="*/ 112490 w 1005173"/>
                <a:gd name="connsiteY350" fmla="*/ 304133 h 913828"/>
                <a:gd name="connsiteX351" fmla="*/ 117348 w 1005173"/>
                <a:gd name="connsiteY351" fmla="*/ 299276 h 913828"/>
                <a:gd name="connsiteX352" fmla="*/ 156972 w 1005173"/>
                <a:gd name="connsiteY352" fmla="*/ 249460 h 913828"/>
                <a:gd name="connsiteX353" fmla="*/ 152114 w 1005173"/>
                <a:gd name="connsiteY353" fmla="*/ 244602 h 913828"/>
                <a:gd name="connsiteX354" fmla="*/ 147257 w 1005173"/>
                <a:gd name="connsiteY354" fmla="*/ 249460 h 913828"/>
                <a:gd name="connsiteX355" fmla="*/ 152114 w 1005173"/>
                <a:gd name="connsiteY355" fmla="*/ 254318 h 913828"/>
                <a:gd name="connsiteX356" fmla="*/ 156972 w 1005173"/>
                <a:gd name="connsiteY356" fmla="*/ 249460 h 913828"/>
                <a:gd name="connsiteX357" fmla="*/ 112490 w 1005173"/>
                <a:gd name="connsiteY357" fmla="*/ 294418 h 913828"/>
                <a:gd name="connsiteX358" fmla="*/ 112490 w 1005173"/>
                <a:gd name="connsiteY358" fmla="*/ 255937 h 913828"/>
                <a:gd name="connsiteX359" fmla="*/ 118967 w 1005173"/>
                <a:gd name="connsiteY359" fmla="*/ 249460 h 913828"/>
                <a:gd name="connsiteX360" fmla="*/ 147161 w 1005173"/>
                <a:gd name="connsiteY360" fmla="*/ 249460 h 913828"/>
                <a:gd name="connsiteX361" fmla="*/ 226505 w 1005173"/>
                <a:gd name="connsiteY361" fmla="*/ 301181 h 913828"/>
                <a:gd name="connsiteX362" fmla="*/ 226505 w 1005173"/>
                <a:gd name="connsiteY362" fmla="*/ 263938 h 913828"/>
                <a:gd name="connsiteX363" fmla="*/ 219551 w 1005173"/>
                <a:gd name="connsiteY363" fmla="*/ 256985 h 913828"/>
                <a:gd name="connsiteX364" fmla="*/ 191262 w 1005173"/>
                <a:gd name="connsiteY364" fmla="*/ 256985 h 913828"/>
                <a:gd name="connsiteX365" fmla="*/ 300704 w 1005173"/>
                <a:gd name="connsiteY365" fmla="*/ 268605 h 913828"/>
                <a:gd name="connsiteX366" fmla="*/ 300704 w 1005173"/>
                <a:gd name="connsiteY366" fmla="*/ 303276 h 913828"/>
                <a:gd name="connsiteX367" fmla="*/ 281654 w 1005173"/>
                <a:gd name="connsiteY367" fmla="*/ 332804 h 913828"/>
                <a:gd name="connsiteX368" fmla="*/ 281654 w 1005173"/>
                <a:gd name="connsiteY368" fmla="*/ 286607 h 913828"/>
                <a:gd name="connsiteX369" fmla="*/ 274225 w 1005173"/>
                <a:gd name="connsiteY369" fmla="*/ 279178 h 913828"/>
                <a:gd name="connsiteX370" fmla="*/ 247460 w 1005173"/>
                <a:gd name="connsiteY370" fmla="*/ 279178 h 913828"/>
                <a:gd name="connsiteX371" fmla="*/ 319754 w 1005173"/>
                <a:gd name="connsiteY371" fmla="*/ 319754 h 913828"/>
                <a:gd name="connsiteX372" fmla="*/ 319754 w 1005173"/>
                <a:gd name="connsiteY372" fmla="*/ 269177 h 913828"/>
                <a:gd name="connsiteX373" fmla="*/ 314992 w 1005173"/>
                <a:gd name="connsiteY373" fmla="*/ 257747 h 913828"/>
                <a:gd name="connsiteX374" fmla="*/ 291179 w 1005173"/>
                <a:gd name="connsiteY374" fmla="*/ 234220 h 913828"/>
                <a:gd name="connsiteX375" fmla="*/ 267367 w 1005173"/>
                <a:gd name="connsiteY375" fmla="*/ 257747 h 913828"/>
                <a:gd name="connsiteX376" fmla="*/ 262604 w 1005173"/>
                <a:gd name="connsiteY376" fmla="*/ 269177 h 913828"/>
                <a:gd name="connsiteX377" fmla="*/ 262604 w 1005173"/>
                <a:gd name="connsiteY377" fmla="*/ 279273 h 913828"/>
                <a:gd name="connsiteX378" fmla="*/ 142113 w 1005173"/>
                <a:gd name="connsiteY378" fmla="*/ 270415 h 913828"/>
                <a:gd name="connsiteX379" fmla="*/ 184690 w 1005173"/>
                <a:gd name="connsiteY379" fmla="*/ 270415 h 913828"/>
                <a:gd name="connsiteX380" fmla="*/ 191167 w 1005173"/>
                <a:gd name="connsiteY380" fmla="*/ 263938 h 913828"/>
                <a:gd name="connsiteX381" fmla="*/ 191167 w 1005173"/>
                <a:gd name="connsiteY381" fmla="*/ 257080 h 913828"/>
                <a:gd name="connsiteX382" fmla="*/ 183356 w 1005173"/>
                <a:gd name="connsiteY382" fmla="*/ 257080 h 913828"/>
                <a:gd name="connsiteX383" fmla="*/ 176879 w 1005173"/>
                <a:gd name="connsiteY383" fmla="*/ 250603 h 913828"/>
                <a:gd name="connsiteX384" fmla="*/ 176879 w 1005173"/>
                <a:gd name="connsiteY384" fmla="*/ 235077 h 913828"/>
                <a:gd name="connsiteX385" fmla="*/ 170402 w 1005173"/>
                <a:gd name="connsiteY385" fmla="*/ 228600 h 913828"/>
                <a:gd name="connsiteX386" fmla="*/ 91249 w 1005173"/>
                <a:gd name="connsiteY386" fmla="*/ 228600 h 913828"/>
                <a:gd name="connsiteX387" fmla="*/ 91249 w 1005173"/>
                <a:gd name="connsiteY387" fmla="*/ 265652 h 913828"/>
                <a:gd name="connsiteX388" fmla="*/ 247364 w 1005173"/>
                <a:gd name="connsiteY388" fmla="*/ 320326 h 913828"/>
                <a:gd name="connsiteX389" fmla="*/ 247364 w 1005173"/>
                <a:gd name="connsiteY389" fmla="*/ 236030 h 913828"/>
                <a:gd name="connsiteX390" fmla="*/ 239935 w 1005173"/>
                <a:gd name="connsiteY390" fmla="*/ 228600 h 913828"/>
                <a:gd name="connsiteX391" fmla="*/ 212884 w 1005173"/>
                <a:gd name="connsiteY391" fmla="*/ 228600 h 913828"/>
                <a:gd name="connsiteX392" fmla="*/ 205454 w 1005173"/>
                <a:gd name="connsiteY392" fmla="*/ 236030 h 913828"/>
                <a:gd name="connsiteX393" fmla="*/ 205454 w 1005173"/>
                <a:gd name="connsiteY393" fmla="*/ 388334 h 913828"/>
                <a:gd name="connsiteX394" fmla="*/ 158306 w 1005173"/>
                <a:gd name="connsiteY394" fmla="*/ 445961 h 913828"/>
                <a:gd name="connsiteX395" fmla="*/ 148304 w 1005173"/>
                <a:gd name="connsiteY395" fmla="*/ 457010 h 913828"/>
                <a:gd name="connsiteX396" fmla="*/ 178213 w 1005173"/>
                <a:gd name="connsiteY396" fmla="*/ 423863 h 913828"/>
                <a:gd name="connsiteX397" fmla="*/ 168212 w 1005173"/>
                <a:gd name="connsiteY397" fmla="*/ 434912 h 913828"/>
                <a:gd name="connsiteX398" fmla="*/ 198120 w 1005173"/>
                <a:gd name="connsiteY398" fmla="*/ 401765 h 913828"/>
                <a:gd name="connsiteX399" fmla="*/ 188119 w 1005173"/>
                <a:gd name="connsiteY399" fmla="*/ 412814 h 913828"/>
                <a:gd name="connsiteX400" fmla="*/ 205359 w 1005173"/>
                <a:gd name="connsiteY400" fmla="*/ 457010 h 913828"/>
                <a:gd name="connsiteX401" fmla="*/ 205359 w 1005173"/>
                <a:gd name="connsiteY401" fmla="*/ 388334 h 913828"/>
                <a:gd name="connsiteX402" fmla="*/ 252508 w 1005173"/>
                <a:gd name="connsiteY402" fmla="*/ 445961 h 913828"/>
                <a:gd name="connsiteX403" fmla="*/ 262509 w 1005173"/>
                <a:gd name="connsiteY403" fmla="*/ 457010 h 913828"/>
                <a:gd name="connsiteX404" fmla="*/ 232601 w 1005173"/>
                <a:gd name="connsiteY404" fmla="*/ 423863 h 913828"/>
                <a:gd name="connsiteX405" fmla="*/ 242602 w 1005173"/>
                <a:gd name="connsiteY405" fmla="*/ 434912 h 913828"/>
                <a:gd name="connsiteX406" fmla="*/ 212693 w 1005173"/>
                <a:gd name="connsiteY406" fmla="*/ 401765 h 913828"/>
                <a:gd name="connsiteX407" fmla="*/ 222695 w 1005173"/>
                <a:gd name="connsiteY407" fmla="*/ 412814 h 913828"/>
                <a:gd name="connsiteX408" fmla="*/ 227552 w 1005173"/>
                <a:gd name="connsiteY408" fmla="*/ 327946 h 913828"/>
                <a:gd name="connsiteX409" fmla="*/ 240697 w 1005173"/>
                <a:gd name="connsiteY409" fmla="*/ 320326 h 913828"/>
                <a:gd name="connsiteX410" fmla="*/ 255842 w 1005173"/>
                <a:gd name="connsiteY410" fmla="*/ 335471 h 913828"/>
                <a:gd name="connsiteX411" fmla="*/ 255842 w 1005173"/>
                <a:gd name="connsiteY411" fmla="*/ 418624 h 913828"/>
                <a:gd name="connsiteX412" fmla="*/ 183356 w 1005173"/>
                <a:gd name="connsiteY412" fmla="*/ 327946 h 913828"/>
                <a:gd name="connsiteX413" fmla="*/ 170212 w 1005173"/>
                <a:gd name="connsiteY413" fmla="*/ 320326 h 913828"/>
                <a:gd name="connsiteX414" fmla="*/ 155067 w 1005173"/>
                <a:gd name="connsiteY414" fmla="*/ 335471 h 913828"/>
                <a:gd name="connsiteX415" fmla="*/ 155067 w 1005173"/>
                <a:gd name="connsiteY415" fmla="*/ 418624 h 913828"/>
                <a:gd name="connsiteX416" fmla="*/ 319659 w 1005173"/>
                <a:gd name="connsiteY416" fmla="*/ 457010 h 913828"/>
                <a:gd name="connsiteX417" fmla="*/ 205454 w 1005173"/>
                <a:gd name="connsiteY417" fmla="*/ 388334 h 913828"/>
                <a:gd name="connsiteX418" fmla="*/ 315087 w 1005173"/>
                <a:gd name="connsiteY418" fmla="*/ 361093 h 913828"/>
                <a:gd name="connsiteX419" fmla="*/ 319659 w 1005173"/>
                <a:gd name="connsiteY419" fmla="*/ 371951 h 913828"/>
                <a:gd name="connsiteX420" fmla="*/ 91249 w 1005173"/>
                <a:gd name="connsiteY420" fmla="*/ 319945 h 913828"/>
                <a:gd name="connsiteX421" fmla="*/ 116205 w 1005173"/>
                <a:gd name="connsiteY421" fmla="*/ 344900 h 913828"/>
                <a:gd name="connsiteX422" fmla="*/ 141161 w 1005173"/>
                <a:gd name="connsiteY422" fmla="*/ 369856 h 913828"/>
                <a:gd name="connsiteX423" fmla="*/ 128111 w 1005173"/>
                <a:gd name="connsiteY423" fmla="*/ 391859 h 913828"/>
                <a:gd name="connsiteX424" fmla="*/ 129064 w 1005173"/>
                <a:gd name="connsiteY424" fmla="*/ 397764 h 913828"/>
                <a:gd name="connsiteX425" fmla="*/ 110204 w 1005173"/>
                <a:gd name="connsiteY425" fmla="*/ 416624 h 913828"/>
                <a:gd name="connsiteX426" fmla="*/ 91249 w 1005173"/>
                <a:gd name="connsiteY426" fmla="*/ 397764 h 913828"/>
                <a:gd name="connsiteX427" fmla="*/ 91249 w 1005173"/>
                <a:gd name="connsiteY427" fmla="*/ 457010 h 913828"/>
                <a:gd name="connsiteX428" fmla="*/ 205454 w 1005173"/>
                <a:gd name="connsiteY428" fmla="*/ 388334 h 913828"/>
                <a:gd name="connsiteX429" fmla="*/ 142113 w 1005173"/>
                <a:gd name="connsiteY429" fmla="*/ 299657 h 913828"/>
                <a:gd name="connsiteX430" fmla="*/ 137255 w 1005173"/>
                <a:gd name="connsiteY430" fmla="*/ 294799 h 913828"/>
                <a:gd name="connsiteX431" fmla="*/ 132398 w 1005173"/>
                <a:gd name="connsiteY431" fmla="*/ 299657 h 913828"/>
                <a:gd name="connsiteX432" fmla="*/ 137255 w 1005173"/>
                <a:gd name="connsiteY432" fmla="*/ 304514 h 913828"/>
                <a:gd name="connsiteX433" fmla="*/ 142113 w 1005173"/>
                <a:gd name="connsiteY433" fmla="*/ 299657 h 913828"/>
                <a:gd name="connsiteX434" fmla="*/ 163544 w 1005173"/>
                <a:gd name="connsiteY434" fmla="*/ 270510 h 913828"/>
                <a:gd name="connsiteX435" fmla="*/ 163544 w 1005173"/>
                <a:gd name="connsiteY435" fmla="*/ 292894 h 913828"/>
                <a:gd name="connsiteX436" fmla="*/ 157067 w 1005173"/>
                <a:gd name="connsiteY436" fmla="*/ 299371 h 913828"/>
                <a:gd name="connsiteX437" fmla="*/ 142113 w 1005173"/>
                <a:gd name="connsiteY437" fmla="*/ 299371 h 913828"/>
                <a:gd name="connsiteX438" fmla="*/ 499301 w 1005173"/>
                <a:gd name="connsiteY438" fmla="*/ 277368 h 913828"/>
                <a:gd name="connsiteX439" fmla="*/ 451199 w 1005173"/>
                <a:gd name="connsiteY439" fmla="*/ 294704 h 913828"/>
                <a:gd name="connsiteX440" fmla="*/ 433864 w 1005173"/>
                <a:gd name="connsiteY440" fmla="*/ 331851 h 913828"/>
                <a:gd name="connsiteX441" fmla="*/ 433864 w 1005173"/>
                <a:gd name="connsiteY441" fmla="*/ 342805 h 913828"/>
                <a:gd name="connsiteX442" fmla="*/ 499301 w 1005173"/>
                <a:gd name="connsiteY442" fmla="*/ 277368 h 913828"/>
                <a:gd name="connsiteX443" fmla="*/ 416528 w 1005173"/>
                <a:gd name="connsiteY443" fmla="*/ 294704 h 913828"/>
                <a:gd name="connsiteX444" fmla="*/ 368427 w 1005173"/>
                <a:gd name="connsiteY444" fmla="*/ 277368 h 913828"/>
                <a:gd name="connsiteX445" fmla="*/ 433864 w 1005173"/>
                <a:gd name="connsiteY445" fmla="*/ 342805 h 913828"/>
                <a:gd name="connsiteX446" fmla="*/ 416528 w 1005173"/>
                <a:gd name="connsiteY446" fmla="*/ 294704 h 913828"/>
                <a:gd name="connsiteX447" fmla="*/ 433864 w 1005173"/>
                <a:gd name="connsiteY447" fmla="*/ 279749 h 913828"/>
                <a:gd name="connsiteX448" fmla="*/ 395097 w 1005173"/>
                <a:gd name="connsiteY448" fmla="*/ 247555 h 913828"/>
                <a:gd name="connsiteX449" fmla="*/ 387191 w 1005173"/>
                <a:gd name="connsiteY449" fmla="*/ 278606 h 913828"/>
                <a:gd name="connsiteX450" fmla="*/ 480441 w 1005173"/>
                <a:gd name="connsiteY450" fmla="*/ 278606 h 913828"/>
                <a:gd name="connsiteX451" fmla="*/ 472535 w 1005173"/>
                <a:gd name="connsiteY451" fmla="*/ 247555 h 913828"/>
                <a:gd name="connsiteX452" fmla="*/ 430816 w 1005173"/>
                <a:gd name="connsiteY452" fmla="*/ 286036 h 913828"/>
                <a:gd name="connsiteX453" fmla="*/ 426053 w 1005173"/>
                <a:gd name="connsiteY453" fmla="*/ 307086 h 913828"/>
                <a:gd name="connsiteX454" fmla="*/ 454628 w 1005173"/>
                <a:gd name="connsiteY454" fmla="*/ 256318 h 913828"/>
                <a:gd name="connsiteX455" fmla="*/ 433864 w 1005173"/>
                <a:gd name="connsiteY455" fmla="*/ 228505 h 913828"/>
                <a:gd name="connsiteX456" fmla="*/ 413099 w 1005173"/>
                <a:gd name="connsiteY456" fmla="*/ 256318 h 913828"/>
                <a:gd name="connsiteX457" fmla="*/ 456724 w 1005173"/>
                <a:gd name="connsiteY457" fmla="*/ 365570 h 913828"/>
                <a:gd name="connsiteX458" fmla="*/ 570929 w 1005173"/>
                <a:gd name="connsiteY458" fmla="*/ 251365 h 913828"/>
                <a:gd name="connsiteX459" fmla="*/ 411004 w 1005173"/>
                <a:gd name="connsiteY459" fmla="*/ 365570 h 913828"/>
                <a:gd name="connsiteX460" fmla="*/ 319659 w 1005173"/>
                <a:gd name="connsiteY460" fmla="*/ 274225 h 913828"/>
                <a:gd name="connsiteX461" fmla="*/ 365379 w 1005173"/>
                <a:gd name="connsiteY461" fmla="*/ 411290 h 913828"/>
                <a:gd name="connsiteX462" fmla="*/ 315087 w 1005173"/>
                <a:gd name="connsiteY462" fmla="*/ 361093 h 913828"/>
                <a:gd name="connsiteX463" fmla="*/ 388144 w 1005173"/>
                <a:gd name="connsiteY463" fmla="*/ 388525 h 913828"/>
                <a:gd name="connsiteX464" fmla="*/ 319564 w 1005173"/>
                <a:gd name="connsiteY464" fmla="*/ 319945 h 913828"/>
                <a:gd name="connsiteX465" fmla="*/ 502349 w 1005173"/>
                <a:gd name="connsiteY465" fmla="*/ 411290 h 913828"/>
                <a:gd name="connsiteX466" fmla="*/ 570929 w 1005173"/>
                <a:gd name="connsiteY466" fmla="*/ 342805 h 913828"/>
                <a:gd name="connsiteX467" fmla="*/ 479584 w 1005173"/>
                <a:gd name="connsiteY467" fmla="*/ 388525 h 913828"/>
                <a:gd name="connsiteX468" fmla="*/ 565404 w 1005173"/>
                <a:gd name="connsiteY468" fmla="*/ 302705 h 913828"/>
                <a:gd name="connsiteX469" fmla="*/ 319659 w 1005173"/>
                <a:gd name="connsiteY469" fmla="*/ 457105 h 913828"/>
                <a:gd name="connsiteX470" fmla="*/ 433864 w 1005173"/>
                <a:gd name="connsiteY470" fmla="*/ 342900 h 913828"/>
                <a:gd name="connsiteX471" fmla="*/ 548069 w 1005173"/>
                <a:gd name="connsiteY471" fmla="*/ 457105 h 913828"/>
                <a:gd name="connsiteX472" fmla="*/ 399479 w 1005173"/>
                <a:gd name="connsiteY472" fmla="*/ 422720 h 913828"/>
                <a:gd name="connsiteX473" fmla="*/ 468249 w 1005173"/>
                <a:gd name="connsiteY473" fmla="*/ 422720 h 913828"/>
                <a:gd name="connsiteX474" fmla="*/ 468249 w 1005173"/>
                <a:gd name="connsiteY474" fmla="*/ 422720 h 913828"/>
                <a:gd name="connsiteX475" fmla="*/ 433864 w 1005173"/>
                <a:gd name="connsiteY475" fmla="*/ 457105 h 913828"/>
                <a:gd name="connsiteX476" fmla="*/ 399479 w 1005173"/>
                <a:gd name="connsiteY476" fmla="*/ 422720 h 913828"/>
                <a:gd name="connsiteX477" fmla="*/ 365284 w 1005173"/>
                <a:gd name="connsiteY477" fmla="*/ 457105 h 913828"/>
                <a:gd name="connsiteX478" fmla="*/ 433769 w 1005173"/>
                <a:gd name="connsiteY478" fmla="*/ 388620 h 913828"/>
                <a:gd name="connsiteX479" fmla="*/ 502349 w 1005173"/>
                <a:gd name="connsiteY479" fmla="*/ 457105 h 913828"/>
                <a:gd name="connsiteX480" fmla="*/ 298895 w 1005173"/>
                <a:gd name="connsiteY480" fmla="*/ 123444 h 913828"/>
                <a:gd name="connsiteX481" fmla="*/ 298895 w 1005173"/>
                <a:gd name="connsiteY481" fmla="*/ 62770 h 913828"/>
                <a:gd name="connsiteX482" fmla="*/ 316325 w 1005173"/>
                <a:gd name="connsiteY482" fmla="*/ 45339 h 913828"/>
                <a:gd name="connsiteX483" fmla="*/ 115919 w 1005173"/>
                <a:gd name="connsiteY483" fmla="*/ 58960 h 913828"/>
                <a:gd name="connsiteX484" fmla="*/ 91345 w 1005173"/>
                <a:gd name="connsiteY484" fmla="*/ 34290 h 913828"/>
                <a:gd name="connsiteX485" fmla="*/ 91345 w 1005173"/>
                <a:gd name="connsiteY485" fmla="*/ 193929 h 913828"/>
                <a:gd name="connsiteX486" fmla="*/ 133160 w 1005173"/>
                <a:gd name="connsiteY486" fmla="*/ 152114 h 913828"/>
                <a:gd name="connsiteX487" fmla="*/ 133160 w 1005173"/>
                <a:gd name="connsiteY487" fmla="*/ 41815 h 913828"/>
                <a:gd name="connsiteX488" fmla="*/ 168116 w 1005173"/>
                <a:gd name="connsiteY488" fmla="*/ 76772 h 913828"/>
                <a:gd name="connsiteX489" fmla="*/ 168116 w 1005173"/>
                <a:gd name="connsiteY489" fmla="*/ 97346 h 913828"/>
                <a:gd name="connsiteX490" fmla="*/ 246126 w 1005173"/>
                <a:gd name="connsiteY490" fmla="*/ 189071 h 913828"/>
                <a:gd name="connsiteX491" fmla="*/ 275368 w 1005173"/>
                <a:gd name="connsiteY491" fmla="*/ 218313 h 913828"/>
                <a:gd name="connsiteX492" fmla="*/ 138017 w 1005173"/>
                <a:gd name="connsiteY492" fmla="*/ 216027 h 913828"/>
                <a:gd name="connsiteX493" fmla="*/ 150305 w 1005173"/>
                <a:gd name="connsiteY493" fmla="*/ 203740 h 913828"/>
                <a:gd name="connsiteX494" fmla="*/ 205550 w 1005173"/>
                <a:gd name="connsiteY494" fmla="*/ 203740 h 913828"/>
                <a:gd name="connsiteX495" fmla="*/ 233172 w 1005173"/>
                <a:gd name="connsiteY495" fmla="*/ 71057 h 913828"/>
                <a:gd name="connsiteX496" fmla="*/ 233172 w 1005173"/>
                <a:gd name="connsiteY496" fmla="*/ 154686 h 913828"/>
                <a:gd name="connsiteX497" fmla="*/ 186785 w 1005173"/>
                <a:gd name="connsiteY497" fmla="*/ 178784 h 913828"/>
                <a:gd name="connsiteX498" fmla="*/ 186785 w 1005173"/>
                <a:gd name="connsiteY498" fmla="*/ 126968 h 913828"/>
                <a:gd name="connsiteX499" fmla="*/ 150590 w 1005173"/>
                <a:gd name="connsiteY499" fmla="*/ 76676 h 913828"/>
                <a:gd name="connsiteX500" fmla="*/ 150590 w 1005173"/>
                <a:gd name="connsiteY500" fmla="*/ 163163 h 913828"/>
                <a:gd name="connsiteX501" fmla="*/ 182118 w 1005173"/>
                <a:gd name="connsiteY501" fmla="*/ 52673 h 913828"/>
                <a:gd name="connsiteX502" fmla="*/ 129445 w 1005173"/>
                <a:gd name="connsiteY502" fmla="*/ 0 h 913828"/>
                <a:gd name="connsiteX503" fmla="*/ 281750 w 1005173"/>
                <a:gd name="connsiteY503" fmla="*/ 0 h 913828"/>
                <a:gd name="connsiteX504" fmla="*/ 257080 w 1005173"/>
                <a:gd name="connsiteY504" fmla="*/ 24575 h 913828"/>
                <a:gd name="connsiteX505" fmla="*/ 319850 w 1005173"/>
                <a:gd name="connsiteY505" fmla="*/ 0 h 913828"/>
                <a:gd name="connsiteX506" fmla="*/ 295275 w 1005173"/>
                <a:gd name="connsiteY506" fmla="*/ 24575 h 913828"/>
                <a:gd name="connsiteX507" fmla="*/ 91345 w 1005173"/>
                <a:gd name="connsiteY507" fmla="*/ 0 h 913828"/>
                <a:gd name="connsiteX508" fmla="*/ 115919 w 1005173"/>
                <a:gd name="connsiteY508" fmla="*/ 24575 h 913828"/>
                <a:gd name="connsiteX509" fmla="*/ 133064 w 1005173"/>
                <a:gd name="connsiteY509" fmla="*/ 186595 h 913828"/>
                <a:gd name="connsiteX510" fmla="*/ 91249 w 1005173"/>
                <a:gd name="connsiteY510" fmla="*/ 228410 h 913828"/>
                <a:gd name="connsiteX511" fmla="*/ 319659 w 1005173"/>
                <a:gd name="connsiteY511" fmla="*/ 228410 h 913828"/>
                <a:gd name="connsiteX512" fmla="*/ 295085 w 1005173"/>
                <a:gd name="connsiteY512" fmla="*/ 203835 h 913828"/>
                <a:gd name="connsiteX513" fmla="*/ 205454 w 1005173"/>
                <a:gd name="connsiteY513" fmla="*/ 188024 h 913828"/>
                <a:gd name="connsiteX514" fmla="*/ 205454 w 1005173"/>
                <a:gd name="connsiteY514" fmla="*/ 111157 h 913828"/>
                <a:gd name="connsiteX515" fmla="*/ 168021 w 1005173"/>
                <a:gd name="connsiteY515" fmla="*/ 188024 h 913828"/>
                <a:gd name="connsiteX516" fmla="*/ 168021 w 1005173"/>
                <a:gd name="connsiteY516" fmla="*/ 111157 h 913828"/>
                <a:gd name="connsiteX517" fmla="*/ 205454 w 1005173"/>
                <a:gd name="connsiteY517" fmla="*/ 111157 h 913828"/>
                <a:gd name="connsiteX518" fmla="*/ 205454 w 1005173"/>
                <a:gd name="connsiteY518" fmla="*/ 52769 h 913828"/>
                <a:gd name="connsiteX519" fmla="*/ 260795 w 1005173"/>
                <a:gd name="connsiteY519" fmla="*/ 52769 h 913828"/>
                <a:gd name="connsiteX520" fmla="*/ 277844 w 1005173"/>
                <a:gd name="connsiteY520" fmla="*/ 67532 h 913828"/>
                <a:gd name="connsiteX521" fmla="*/ 277844 w 1005173"/>
                <a:gd name="connsiteY521" fmla="*/ 156972 h 913828"/>
                <a:gd name="connsiteX522" fmla="*/ 319659 w 1005173"/>
                <a:gd name="connsiteY522" fmla="*/ 198787 h 913828"/>
                <a:gd name="connsiteX523" fmla="*/ 260795 w 1005173"/>
                <a:gd name="connsiteY523" fmla="*/ 52769 h 913828"/>
                <a:gd name="connsiteX524" fmla="*/ 260795 w 1005173"/>
                <a:gd name="connsiteY524" fmla="*/ 169450 h 913828"/>
                <a:gd name="connsiteX525" fmla="*/ 287084 w 1005173"/>
                <a:gd name="connsiteY525" fmla="*/ 195739 h 91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</a:cxnLst>
              <a:rect l="l" t="t" r="r" b="b"/>
              <a:pathLst>
                <a:path w="1005173" h="913828">
                  <a:moveTo>
                    <a:pt x="868871" y="784670"/>
                  </a:moveTo>
                  <a:cubicBezTo>
                    <a:pt x="866299" y="780098"/>
                    <a:pt x="861346" y="777050"/>
                    <a:pt x="855726" y="777050"/>
                  </a:cubicBezTo>
                  <a:cubicBezTo>
                    <a:pt x="847344" y="777050"/>
                    <a:pt x="840581" y="783812"/>
                    <a:pt x="840581" y="792290"/>
                  </a:cubicBezTo>
                  <a:lnTo>
                    <a:pt x="840581" y="875348"/>
                  </a:lnTo>
                  <a:moveTo>
                    <a:pt x="1005173" y="913733"/>
                  </a:moveTo>
                  <a:lnTo>
                    <a:pt x="890969" y="845058"/>
                  </a:lnTo>
                  <a:moveTo>
                    <a:pt x="1000601" y="817817"/>
                  </a:moveTo>
                  <a:cubicBezTo>
                    <a:pt x="1003459" y="820579"/>
                    <a:pt x="1005173" y="824389"/>
                    <a:pt x="1005173" y="828675"/>
                  </a:cubicBezTo>
                  <a:moveTo>
                    <a:pt x="776764" y="776669"/>
                  </a:moveTo>
                  <a:cubicBezTo>
                    <a:pt x="790575" y="776669"/>
                    <a:pt x="801719" y="787813"/>
                    <a:pt x="801719" y="801624"/>
                  </a:cubicBezTo>
                  <a:cubicBezTo>
                    <a:pt x="815531" y="801624"/>
                    <a:pt x="826675" y="812768"/>
                    <a:pt x="826675" y="826580"/>
                  </a:cubicBezTo>
                  <a:cubicBezTo>
                    <a:pt x="826675" y="836105"/>
                    <a:pt x="821341" y="844296"/>
                    <a:pt x="813626" y="848582"/>
                  </a:cubicBezTo>
                  <a:cubicBezTo>
                    <a:pt x="814197" y="850392"/>
                    <a:pt x="814578" y="852392"/>
                    <a:pt x="814578" y="854488"/>
                  </a:cubicBezTo>
                  <a:cubicBezTo>
                    <a:pt x="814578" y="864965"/>
                    <a:pt x="806101" y="873443"/>
                    <a:pt x="795719" y="873443"/>
                  </a:cubicBezTo>
                  <a:cubicBezTo>
                    <a:pt x="785336" y="873443"/>
                    <a:pt x="776764" y="864965"/>
                    <a:pt x="776764" y="854488"/>
                  </a:cubicBezTo>
                  <a:moveTo>
                    <a:pt x="776764" y="913733"/>
                  </a:moveTo>
                  <a:lnTo>
                    <a:pt x="890969" y="845058"/>
                  </a:lnTo>
                  <a:moveTo>
                    <a:pt x="792004" y="839343"/>
                  </a:moveTo>
                  <a:cubicBezTo>
                    <a:pt x="783622" y="839343"/>
                    <a:pt x="776764" y="846106"/>
                    <a:pt x="776764" y="854583"/>
                  </a:cubicBezTo>
                  <a:moveTo>
                    <a:pt x="827627" y="756380"/>
                  </a:moveTo>
                  <a:cubicBezTo>
                    <a:pt x="827627" y="753713"/>
                    <a:pt x="825436" y="751523"/>
                    <a:pt x="822770" y="751523"/>
                  </a:cubicBezTo>
                  <a:cubicBezTo>
                    <a:pt x="820103" y="751523"/>
                    <a:pt x="817912" y="753713"/>
                    <a:pt x="817912" y="756380"/>
                  </a:cubicBezTo>
                  <a:cubicBezTo>
                    <a:pt x="817912" y="759047"/>
                    <a:pt x="820103" y="761238"/>
                    <a:pt x="822770" y="761238"/>
                  </a:cubicBezTo>
                  <a:cubicBezTo>
                    <a:pt x="825436" y="761238"/>
                    <a:pt x="827627" y="759047"/>
                    <a:pt x="827627" y="756380"/>
                  </a:cubicBezTo>
                  <a:close/>
                  <a:moveTo>
                    <a:pt x="849059" y="727234"/>
                  </a:moveTo>
                  <a:lnTo>
                    <a:pt x="849059" y="749618"/>
                  </a:lnTo>
                  <a:cubicBezTo>
                    <a:pt x="849059" y="753237"/>
                    <a:pt x="846106" y="756095"/>
                    <a:pt x="842582" y="756095"/>
                  </a:cubicBezTo>
                  <a:lnTo>
                    <a:pt x="827627" y="756095"/>
                  </a:lnTo>
                  <a:moveTo>
                    <a:pt x="755904" y="808768"/>
                  </a:moveTo>
                  <a:lnTo>
                    <a:pt x="755904" y="748094"/>
                  </a:lnTo>
                  <a:lnTo>
                    <a:pt x="773335" y="730663"/>
                  </a:lnTo>
                  <a:moveTo>
                    <a:pt x="572929" y="744284"/>
                  </a:moveTo>
                  <a:lnTo>
                    <a:pt x="548354" y="719709"/>
                  </a:lnTo>
                  <a:lnTo>
                    <a:pt x="548354" y="799529"/>
                  </a:lnTo>
                  <a:moveTo>
                    <a:pt x="548354" y="879348"/>
                  </a:moveTo>
                  <a:lnTo>
                    <a:pt x="590169" y="837533"/>
                  </a:lnTo>
                  <a:lnTo>
                    <a:pt x="590169" y="727139"/>
                  </a:lnTo>
                  <a:cubicBezTo>
                    <a:pt x="590169" y="727139"/>
                    <a:pt x="625126" y="762095"/>
                    <a:pt x="625126" y="762095"/>
                  </a:cubicBezTo>
                  <a:lnTo>
                    <a:pt x="625126" y="782669"/>
                  </a:lnTo>
                  <a:moveTo>
                    <a:pt x="703136" y="874395"/>
                  </a:moveTo>
                  <a:lnTo>
                    <a:pt x="732377" y="903637"/>
                  </a:lnTo>
                  <a:moveTo>
                    <a:pt x="595027" y="901351"/>
                  </a:moveTo>
                  <a:lnTo>
                    <a:pt x="607314" y="889064"/>
                  </a:lnTo>
                  <a:lnTo>
                    <a:pt x="662559" y="889064"/>
                  </a:lnTo>
                  <a:moveTo>
                    <a:pt x="690182" y="756380"/>
                  </a:moveTo>
                  <a:lnTo>
                    <a:pt x="690182" y="840010"/>
                  </a:lnTo>
                  <a:moveTo>
                    <a:pt x="643795" y="864108"/>
                  </a:moveTo>
                  <a:lnTo>
                    <a:pt x="643795" y="812292"/>
                  </a:lnTo>
                  <a:moveTo>
                    <a:pt x="607600" y="762000"/>
                  </a:moveTo>
                  <a:lnTo>
                    <a:pt x="607600" y="848487"/>
                  </a:lnTo>
                  <a:moveTo>
                    <a:pt x="639128" y="737997"/>
                  </a:moveTo>
                  <a:lnTo>
                    <a:pt x="586359" y="685229"/>
                  </a:lnTo>
                  <a:moveTo>
                    <a:pt x="738664" y="685229"/>
                  </a:moveTo>
                  <a:lnTo>
                    <a:pt x="713994" y="709898"/>
                  </a:lnTo>
                  <a:moveTo>
                    <a:pt x="776669" y="685229"/>
                  </a:moveTo>
                  <a:lnTo>
                    <a:pt x="751999" y="709898"/>
                  </a:lnTo>
                  <a:moveTo>
                    <a:pt x="548164" y="685229"/>
                  </a:moveTo>
                  <a:lnTo>
                    <a:pt x="572738" y="709898"/>
                  </a:lnTo>
                  <a:moveTo>
                    <a:pt x="589883" y="871919"/>
                  </a:moveTo>
                  <a:lnTo>
                    <a:pt x="548069" y="913733"/>
                  </a:lnTo>
                  <a:moveTo>
                    <a:pt x="776478" y="913733"/>
                  </a:moveTo>
                  <a:lnTo>
                    <a:pt x="751808" y="889159"/>
                  </a:lnTo>
                  <a:moveTo>
                    <a:pt x="662178" y="873347"/>
                  </a:moveTo>
                  <a:lnTo>
                    <a:pt x="662178" y="796481"/>
                  </a:lnTo>
                  <a:moveTo>
                    <a:pt x="624745" y="873347"/>
                  </a:moveTo>
                  <a:lnTo>
                    <a:pt x="624745" y="796481"/>
                  </a:lnTo>
                  <a:lnTo>
                    <a:pt x="662178" y="796481"/>
                  </a:lnTo>
                  <a:lnTo>
                    <a:pt x="662178" y="738092"/>
                  </a:lnTo>
                  <a:lnTo>
                    <a:pt x="717518" y="738092"/>
                  </a:lnTo>
                  <a:lnTo>
                    <a:pt x="734568" y="752856"/>
                  </a:lnTo>
                  <a:lnTo>
                    <a:pt x="734568" y="842296"/>
                  </a:lnTo>
                  <a:lnTo>
                    <a:pt x="776383" y="884111"/>
                  </a:lnTo>
                  <a:moveTo>
                    <a:pt x="717518" y="738092"/>
                  </a:moveTo>
                  <a:lnTo>
                    <a:pt x="717518" y="854774"/>
                  </a:lnTo>
                  <a:lnTo>
                    <a:pt x="743807" y="881063"/>
                  </a:lnTo>
                  <a:moveTo>
                    <a:pt x="376619" y="719614"/>
                  </a:moveTo>
                  <a:lnTo>
                    <a:pt x="376619" y="790670"/>
                  </a:lnTo>
                  <a:moveTo>
                    <a:pt x="433769" y="742379"/>
                  </a:moveTo>
                  <a:lnTo>
                    <a:pt x="433769" y="803339"/>
                  </a:lnTo>
                  <a:moveTo>
                    <a:pt x="433769" y="846011"/>
                  </a:moveTo>
                  <a:lnTo>
                    <a:pt x="433769" y="913638"/>
                  </a:lnTo>
                  <a:moveTo>
                    <a:pt x="547973" y="825056"/>
                  </a:moveTo>
                  <a:lnTo>
                    <a:pt x="509873" y="799624"/>
                  </a:lnTo>
                  <a:lnTo>
                    <a:pt x="471773" y="825056"/>
                  </a:lnTo>
                  <a:moveTo>
                    <a:pt x="395669" y="782003"/>
                  </a:moveTo>
                  <a:lnTo>
                    <a:pt x="395669" y="732282"/>
                  </a:lnTo>
                  <a:moveTo>
                    <a:pt x="471773" y="767810"/>
                  </a:moveTo>
                  <a:lnTo>
                    <a:pt x="433673" y="742379"/>
                  </a:lnTo>
                  <a:lnTo>
                    <a:pt x="395573" y="767810"/>
                  </a:lnTo>
                  <a:moveTo>
                    <a:pt x="509778" y="882015"/>
                  </a:moveTo>
                  <a:lnTo>
                    <a:pt x="471678" y="856583"/>
                  </a:lnTo>
                  <a:lnTo>
                    <a:pt x="433578" y="882015"/>
                  </a:lnTo>
                  <a:moveTo>
                    <a:pt x="547783" y="846773"/>
                  </a:moveTo>
                  <a:lnTo>
                    <a:pt x="547783" y="913638"/>
                  </a:lnTo>
                  <a:moveTo>
                    <a:pt x="433578" y="824865"/>
                  </a:moveTo>
                  <a:lnTo>
                    <a:pt x="395478" y="799433"/>
                  </a:lnTo>
                  <a:lnTo>
                    <a:pt x="357378" y="824865"/>
                  </a:lnTo>
                  <a:moveTo>
                    <a:pt x="395478" y="710660"/>
                  </a:moveTo>
                  <a:lnTo>
                    <a:pt x="357378" y="685229"/>
                  </a:lnTo>
                  <a:lnTo>
                    <a:pt x="319278" y="723329"/>
                  </a:lnTo>
                  <a:moveTo>
                    <a:pt x="528733" y="833914"/>
                  </a:moveTo>
                  <a:lnTo>
                    <a:pt x="528733" y="913638"/>
                  </a:lnTo>
                  <a:moveTo>
                    <a:pt x="452628" y="776573"/>
                  </a:moveTo>
                  <a:lnTo>
                    <a:pt x="452628" y="847630"/>
                  </a:lnTo>
                  <a:moveTo>
                    <a:pt x="490728" y="890778"/>
                  </a:moveTo>
                  <a:lnTo>
                    <a:pt x="490728" y="913543"/>
                  </a:lnTo>
                  <a:moveTo>
                    <a:pt x="490728" y="732092"/>
                  </a:moveTo>
                  <a:lnTo>
                    <a:pt x="490728" y="790384"/>
                  </a:lnTo>
                  <a:moveTo>
                    <a:pt x="414623" y="833533"/>
                  </a:moveTo>
                  <a:lnTo>
                    <a:pt x="414623" y="913448"/>
                  </a:lnTo>
                  <a:moveTo>
                    <a:pt x="395573" y="799243"/>
                  </a:moveTo>
                  <a:lnTo>
                    <a:pt x="395573" y="913448"/>
                  </a:lnTo>
                  <a:moveTo>
                    <a:pt x="471678" y="856298"/>
                  </a:moveTo>
                  <a:lnTo>
                    <a:pt x="471678" y="913448"/>
                  </a:lnTo>
                  <a:moveTo>
                    <a:pt x="509778" y="799243"/>
                  </a:moveTo>
                  <a:lnTo>
                    <a:pt x="509778" y="913448"/>
                  </a:lnTo>
                  <a:moveTo>
                    <a:pt x="357473" y="685038"/>
                  </a:moveTo>
                  <a:lnTo>
                    <a:pt x="357473" y="803148"/>
                  </a:lnTo>
                  <a:moveTo>
                    <a:pt x="357473" y="845820"/>
                  </a:moveTo>
                  <a:lnTo>
                    <a:pt x="357473" y="913448"/>
                  </a:lnTo>
                  <a:moveTo>
                    <a:pt x="319373" y="736187"/>
                  </a:moveTo>
                  <a:lnTo>
                    <a:pt x="319373" y="913448"/>
                  </a:lnTo>
                  <a:moveTo>
                    <a:pt x="471678" y="697706"/>
                  </a:moveTo>
                  <a:lnTo>
                    <a:pt x="471678" y="838867"/>
                  </a:lnTo>
                  <a:moveTo>
                    <a:pt x="509778" y="723138"/>
                  </a:moveTo>
                  <a:lnTo>
                    <a:pt x="471678" y="697706"/>
                  </a:lnTo>
                  <a:lnTo>
                    <a:pt x="433578" y="723138"/>
                  </a:lnTo>
                  <a:moveTo>
                    <a:pt x="509683" y="777621"/>
                  </a:moveTo>
                  <a:lnTo>
                    <a:pt x="509683" y="736092"/>
                  </a:lnTo>
                  <a:moveTo>
                    <a:pt x="0" y="822389"/>
                  </a:moveTo>
                  <a:lnTo>
                    <a:pt x="114205" y="708184"/>
                  </a:lnTo>
                  <a:moveTo>
                    <a:pt x="45625" y="868109"/>
                  </a:moveTo>
                  <a:lnTo>
                    <a:pt x="114205" y="799529"/>
                  </a:lnTo>
                  <a:moveTo>
                    <a:pt x="22860" y="845249"/>
                  </a:moveTo>
                  <a:lnTo>
                    <a:pt x="108680" y="759428"/>
                  </a:lnTo>
                  <a:moveTo>
                    <a:pt x="157067" y="779526"/>
                  </a:moveTo>
                  <a:lnTo>
                    <a:pt x="108680" y="759428"/>
                  </a:lnTo>
                  <a:moveTo>
                    <a:pt x="254032" y="779526"/>
                  </a:moveTo>
                  <a:lnTo>
                    <a:pt x="301276" y="760000"/>
                  </a:lnTo>
                  <a:moveTo>
                    <a:pt x="157067" y="819722"/>
                  </a:moveTo>
                  <a:lnTo>
                    <a:pt x="109823" y="839248"/>
                  </a:lnTo>
                  <a:moveTo>
                    <a:pt x="254032" y="819722"/>
                  </a:moveTo>
                  <a:lnTo>
                    <a:pt x="301276" y="839248"/>
                  </a:lnTo>
                  <a:moveTo>
                    <a:pt x="225647" y="848106"/>
                  </a:moveTo>
                  <a:lnTo>
                    <a:pt x="245269" y="895350"/>
                  </a:lnTo>
                  <a:moveTo>
                    <a:pt x="185547" y="751142"/>
                  </a:moveTo>
                  <a:lnTo>
                    <a:pt x="165926" y="703898"/>
                  </a:lnTo>
                  <a:moveTo>
                    <a:pt x="185547" y="848106"/>
                  </a:moveTo>
                  <a:lnTo>
                    <a:pt x="165926" y="895350"/>
                  </a:lnTo>
                  <a:moveTo>
                    <a:pt x="225647" y="751142"/>
                  </a:moveTo>
                  <a:lnTo>
                    <a:pt x="245174" y="703898"/>
                  </a:lnTo>
                  <a:moveTo>
                    <a:pt x="246602" y="799624"/>
                  </a:moveTo>
                  <a:lnTo>
                    <a:pt x="319659" y="799624"/>
                  </a:lnTo>
                  <a:moveTo>
                    <a:pt x="228314" y="776764"/>
                  </a:moveTo>
                  <a:lnTo>
                    <a:pt x="319659" y="685419"/>
                  </a:lnTo>
                  <a:moveTo>
                    <a:pt x="228314" y="822484"/>
                  </a:moveTo>
                  <a:lnTo>
                    <a:pt x="319659" y="913829"/>
                  </a:lnTo>
                  <a:moveTo>
                    <a:pt x="182594" y="776764"/>
                  </a:moveTo>
                  <a:lnTo>
                    <a:pt x="114014" y="708279"/>
                  </a:lnTo>
                  <a:moveTo>
                    <a:pt x="205359" y="840772"/>
                  </a:moveTo>
                  <a:lnTo>
                    <a:pt x="205359" y="913829"/>
                  </a:lnTo>
                  <a:moveTo>
                    <a:pt x="164211" y="799624"/>
                  </a:moveTo>
                  <a:lnTo>
                    <a:pt x="113919" y="799624"/>
                  </a:lnTo>
                  <a:moveTo>
                    <a:pt x="205264" y="758476"/>
                  </a:moveTo>
                  <a:lnTo>
                    <a:pt x="205264" y="685419"/>
                  </a:lnTo>
                  <a:moveTo>
                    <a:pt x="182404" y="822484"/>
                  </a:moveTo>
                  <a:lnTo>
                    <a:pt x="91059" y="913829"/>
                  </a:lnTo>
                  <a:moveTo>
                    <a:pt x="605028" y="491300"/>
                  </a:moveTo>
                  <a:lnTo>
                    <a:pt x="605028" y="562356"/>
                  </a:lnTo>
                  <a:moveTo>
                    <a:pt x="662178" y="514064"/>
                  </a:moveTo>
                  <a:lnTo>
                    <a:pt x="662178" y="575024"/>
                  </a:lnTo>
                  <a:moveTo>
                    <a:pt x="662178" y="617696"/>
                  </a:moveTo>
                  <a:lnTo>
                    <a:pt x="662178" y="685324"/>
                  </a:lnTo>
                  <a:moveTo>
                    <a:pt x="776383" y="596741"/>
                  </a:moveTo>
                  <a:lnTo>
                    <a:pt x="738283" y="571310"/>
                  </a:lnTo>
                  <a:lnTo>
                    <a:pt x="700183" y="596741"/>
                  </a:lnTo>
                  <a:moveTo>
                    <a:pt x="624078" y="553688"/>
                  </a:moveTo>
                  <a:lnTo>
                    <a:pt x="624078" y="503968"/>
                  </a:lnTo>
                  <a:moveTo>
                    <a:pt x="700183" y="539496"/>
                  </a:moveTo>
                  <a:lnTo>
                    <a:pt x="662083" y="514064"/>
                  </a:lnTo>
                  <a:lnTo>
                    <a:pt x="623983" y="539496"/>
                  </a:lnTo>
                  <a:moveTo>
                    <a:pt x="738188" y="653701"/>
                  </a:moveTo>
                  <a:lnTo>
                    <a:pt x="700088" y="628269"/>
                  </a:lnTo>
                  <a:lnTo>
                    <a:pt x="661988" y="653701"/>
                  </a:lnTo>
                  <a:moveTo>
                    <a:pt x="776192" y="618458"/>
                  </a:moveTo>
                  <a:lnTo>
                    <a:pt x="776192" y="685324"/>
                  </a:lnTo>
                  <a:moveTo>
                    <a:pt x="661988" y="596551"/>
                  </a:moveTo>
                  <a:lnTo>
                    <a:pt x="623888" y="571119"/>
                  </a:lnTo>
                  <a:lnTo>
                    <a:pt x="585788" y="596551"/>
                  </a:lnTo>
                  <a:moveTo>
                    <a:pt x="623888" y="482346"/>
                  </a:moveTo>
                  <a:lnTo>
                    <a:pt x="585788" y="456914"/>
                  </a:lnTo>
                  <a:lnTo>
                    <a:pt x="547688" y="495014"/>
                  </a:lnTo>
                  <a:moveTo>
                    <a:pt x="757142" y="605600"/>
                  </a:moveTo>
                  <a:lnTo>
                    <a:pt x="757142" y="685324"/>
                  </a:lnTo>
                  <a:moveTo>
                    <a:pt x="681038" y="548259"/>
                  </a:moveTo>
                  <a:lnTo>
                    <a:pt x="681038" y="619316"/>
                  </a:lnTo>
                  <a:moveTo>
                    <a:pt x="719138" y="662464"/>
                  </a:moveTo>
                  <a:lnTo>
                    <a:pt x="719138" y="685229"/>
                  </a:lnTo>
                  <a:moveTo>
                    <a:pt x="719138" y="503777"/>
                  </a:moveTo>
                  <a:lnTo>
                    <a:pt x="719138" y="562070"/>
                  </a:lnTo>
                  <a:moveTo>
                    <a:pt x="643033" y="605219"/>
                  </a:moveTo>
                  <a:lnTo>
                    <a:pt x="643033" y="685133"/>
                  </a:lnTo>
                  <a:moveTo>
                    <a:pt x="623983" y="570929"/>
                  </a:moveTo>
                  <a:lnTo>
                    <a:pt x="623983" y="685133"/>
                  </a:lnTo>
                  <a:moveTo>
                    <a:pt x="700088" y="627983"/>
                  </a:moveTo>
                  <a:lnTo>
                    <a:pt x="700088" y="685133"/>
                  </a:lnTo>
                  <a:moveTo>
                    <a:pt x="738188" y="570929"/>
                  </a:moveTo>
                  <a:lnTo>
                    <a:pt x="738188" y="685133"/>
                  </a:lnTo>
                  <a:moveTo>
                    <a:pt x="585883" y="456724"/>
                  </a:moveTo>
                  <a:lnTo>
                    <a:pt x="585883" y="574834"/>
                  </a:lnTo>
                  <a:moveTo>
                    <a:pt x="585883" y="617506"/>
                  </a:moveTo>
                  <a:lnTo>
                    <a:pt x="585883" y="685133"/>
                  </a:lnTo>
                  <a:moveTo>
                    <a:pt x="547783" y="507873"/>
                  </a:moveTo>
                  <a:lnTo>
                    <a:pt x="547783" y="685133"/>
                  </a:lnTo>
                  <a:moveTo>
                    <a:pt x="700088" y="469392"/>
                  </a:moveTo>
                  <a:lnTo>
                    <a:pt x="700088" y="610553"/>
                  </a:lnTo>
                  <a:moveTo>
                    <a:pt x="738188" y="494824"/>
                  </a:moveTo>
                  <a:lnTo>
                    <a:pt x="700088" y="469392"/>
                  </a:lnTo>
                  <a:lnTo>
                    <a:pt x="661988" y="494824"/>
                  </a:lnTo>
                  <a:moveTo>
                    <a:pt x="738092" y="549307"/>
                  </a:moveTo>
                  <a:lnTo>
                    <a:pt x="738092" y="507778"/>
                  </a:lnTo>
                  <a:moveTo>
                    <a:pt x="270510" y="505492"/>
                  </a:moveTo>
                  <a:cubicBezTo>
                    <a:pt x="253365" y="503872"/>
                    <a:pt x="235553" y="509683"/>
                    <a:pt x="222409" y="522827"/>
                  </a:cubicBezTo>
                  <a:cubicBezTo>
                    <a:pt x="212027" y="533210"/>
                    <a:pt x="206312" y="546449"/>
                    <a:pt x="205073" y="559975"/>
                  </a:cubicBezTo>
                  <a:cubicBezTo>
                    <a:pt x="205359" y="563594"/>
                    <a:pt x="205454" y="567309"/>
                    <a:pt x="205073" y="570929"/>
                  </a:cubicBezTo>
                  <a:lnTo>
                    <a:pt x="270510" y="505492"/>
                  </a:lnTo>
                  <a:close/>
                  <a:moveTo>
                    <a:pt x="187738" y="522827"/>
                  </a:moveTo>
                  <a:cubicBezTo>
                    <a:pt x="174593" y="509683"/>
                    <a:pt x="156877" y="503872"/>
                    <a:pt x="139637" y="505492"/>
                  </a:cubicBezTo>
                  <a:lnTo>
                    <a:pt x="205073" y="570929"/>
                  </a:lnTo>
                  <a:cubicBezTo>
                    <a:pt x="206693" y="553784"/>
                    <a:pt x="200882" y="535972"/>
                    <a:pt x="187738" y="522827"/>
                  </a:cubicBezTo>
                  <a:close/>
                  <a:moveTo>
                    <a:pt x="205073" y="507873"/>
                  </a:moveTo>
                  <a:cubicBezTo>
                    <a:pt x="196596" y="492062"/>
                    <a:pt x="182499" y="480822"/>
                    <a:pt x="166307" y="475679"/>
                  </a:cubicBezTo>
                  <a:cubicBezTo>
                    <a:pt x="161258" y="485108"/>
                    <a:pt x="158496" y="495776"/>
                    <a:pt x="158401" y="506730"/>
                  </a:cubicBezTo>
                  <a:moveTo>
                    <a:pt x="251651" y="506730"/>
                  </a:moveTo>
                  <a:cubicBezTo>
                    <a:pt x="251555" y="495871"/>
                    <a:pt x="248793" y="485204"/>
                    <a:pt x="243745" y="475679"/>
                  </a:cubicBezTo>
                  <a:cubicBezTo>
                    <a:pt x="225457" y="481489"/>
                    <a:pt x="209836" y="495014"/>
                    <a:pt x="202025" y="514160"/>
                  </a:cubicBezTo>
                  <a:cubicBezTo>
                    <a:pt x="199263" y="521113"/>
                    <a:pt x="197644" y="528161"/>
                    <a:pt x="197263" y="535210"/>
                  </a:cubicBezTo>
                  <a:moveTo>
                    <a:pt x="225838" y="484442"/>
                  </a:moveTo>
                  <a:cubicBezTo>
                    <a:pt x="221171" y="473583"/>
                    <a:pt x="214027" y="464058"/>
                    <a:pt x="205073" y="456629"/>
                  </a:cubicBezTo>
                  <a:cubicBezTo>
                    <a:pt x="196120" y="464058"/>
                    <a:pt x="188976" y="473583"/>
                    <a:pt x="184309" y="484442"/>
                  </a:cubicBezTo>
                  <a:moveTo>
                    <a:pt x="227933" y="593693"/>
                  </a:moveTo>
                  <a:lnTo>
                    <a:pt x="342138" y="479489"/>
                  </a:lnTo>
                  <a:moveTo>
                    <a:pt x="182213" y="593693"/>
                  </a:moveTo>
                  <a:lnTo>
                    <a:pt x="90869" y="502349"/>
                  </a:lnTo>
                  <a:moveTo>
                    <a:pt x="136589" y="639413"/>
                  </a:moveTo>
                  <a:lnTo>
                    <a:pt x="86297" y="589217"/>
                  </a:lnTo>
                  <a:moveTo>
                    <a:pt x="159353" y="616649"/>
                  </a:moveTo>
                  <a:lnTo>
                    <a:pt x="90773" y="548069"/>
                  </a:lnTo>
                  <a:moveTo>
                    <a:pt x="273558" y="639413"/>
                  </a:moveTo>
                  <a:lnTo>
                    <a:pt x="342138" y="570833"/>
                  </a:lnTo>
                  <a:moveTo>
                    <a:pt x="250793" y="616553"/>
                  </a:moveTo>
                  <a:lnTo>
                    <a:pt x="336614" y="530733"/>
                  </a:lnTo>
                  <a:moveTo>
                    <a:pt x="90869" y="685133"/>
                  </a:moveTo>
                  <a:lnTo>
                    <a:pt x="205073" y="570929"/>
                  </a:lnTo>
                  <a:lnTo>
                    <a:pt x="319278" y="685133"/>
                  </a:lnTo>
                  <a:moveTo>
                    <a:pt x="170688" y="650748"/>
                  </a:moveTo>
                  <a:lnTo>
                    <a:pt x="239363" y="650748"/>
                  </a:lnTo>
                  <a:moveTo>
                    <a:pt x="239363" y="650748"/>
                  </a:moveTo>
                  <a:lnTo>
                    <a:pt x="204978" y="685133"/>
                  </a:lnTo>
                  <a:lnTo>
                    <a:pt x="170593" y="650748"/>
                  </a:lnTo>
                  <a:moveTo>
                    <a:pt x="136398" y="685133"/>
                  </a:moveTo>
                  <a:lnTo>
                    <a:pt x="204883" y="616649"/>
                  </a:lnTo>
                  <a:lnTo>
                    <a:pt x="273463" y="685133"/>
                  </a:lnTo>
                  <a:moveTo>
                    <a:pt x="384905" y="550831"/>
                  </a:moveTo>
                  <a:lnTo>
                    <a:pt x="336423" y="530733"/>
                  </a:lnTo>
                  <a:moveTo>
                    <a:pt x="481870" y="550831"/>
                  </a:moveTo>
                  <a:lnTo>
                    <a:pt x="529114" y="531209"/>
                  </a:lnTo>
                  <a:moveTo>
                    <a:pt x="384905" y="590931"/>
                  </a:moveTo>
                  <a:lnTo>
                    <a:pt x="337661" y="610457"/>
                  </a:lnTo>
                  <a:moveTo>
                    <a:pt x="481870" y="590931"/>
                  </a:moveTo>
                  <a:lnTo>
                    <a:pt x="529114" y="610457"/>
                  </a:lnTo>
                  <a:moveTo>
                    <a:pt x="453485" y="619316"/>
                  </a:moveTo>
                  <a:lnTo>
                    <a:pt x="473012" y="666559"/>
                  </a:lnTo>
                  <a:moveTo>
                    <a:pt x="413290" y="522351"/>
                  </a:moveTo>
                  <a:lnTo>
                    <a:pt x="393668" y="475107"/>
                  </a:lnTo>
                  <a:moveTo>
                    <a:pt x="413290" y="619316"/>
                  </a:moveTo>
                  <a:lnTo>
                    <a:pt x="393668" y="666559"/>
                  </a:lnTo>
                  <a:moveTo>
                    <a:pt x="453390" y="522351"/>
                  </a:moveTo>
                  <a:lnTo>
                    <a:pt x="472916" y="475107"/>
                  </a:lnTo>
                  <a:moveTo>
                    <a:pt x="474345" y="570833"/>
                  </a:moveTo>
                  <a:lnTo>
                    <a:pt x="547402" y="570833"/>
                  </a:lnTo>
                  <a:moveTo>
                    <a:pt x="456057" y="547973"/>
                  </a:moveTo>
                  <a:lnTo>
                    <a:pt x="547402" y="456629"/>
                  </a:lnTo>
                  <a:moveTo>
                    <a:pt x="456057" y="593693"/>
                  </a:moveTo>
                  <a:lnTo>
                    <a:pt x="547402" y="685038"/>
                  </a:lnTo>
                  <a:moveTo>
                    <a:pt x="410337" y="547973"/>
                  </a:moveTo>
                  <a:lnTo>
                    <a:pt x="341852" y="479489"/>
                  </a:lnTo>
                  <a:moveTo>
                    <a:pt x="433197" y="611981"/>
                  </a:moveTo>
                  <a:lnTo>
                    <a:pt x="433197" y="685038"/>
                  </a:lnTo>
                  <a:moveTo>
                    <a:pt x="392049" y="570833"/>
                  </a:moveTo>
                  <a:lnTo>
                    <a:pt x="341757" y="570833"/>
                  </a:lnTo>
                  <a:moveTo>
                    <a:pt x="433102" y="529685"/>
                  </a:moveTo>
                  <a:lnTo>
                    <a:pt x="433102" y="456533"/>
                  </a:lnTo>
                  <a:moveTo>
                    <a:pt x="410242" y="593598"/>
                  </a:moveTo>
                  <a:lnTo>
                    <a:pt x="318897" y="684943"/>
                  </a:lnTo>
                  <a:moveTo>
                    <a:pt x="286512" y="390239"/>
                  </a:moveTo>
                  <a:cubicBezTo>
                    <a:pt x="278797" y="386525"/>
                    <a:pt x="273368" y="378809"/>
                    <a:pt x="272987" y="369665"/>
                  </a:cubicBezTo>
                  <a:cubicBezTo>
                    <a:pt x="272415" y="356426"/>
                    <a:pt x="282607" y="345281"/>
                    <a:pt x="295751" y="344615"/>
                  </a:cubicBezTo>
                  <a:cubicBezTo>
                    <a:pt x="295370" y="331280"/>
                    <a:pt x="305562" y="320040"/>
                    <a:pt x="318897" y="319469"/>
                  </a:cubicBezTo>
                  <a:moveTo>
                    <a:pt x="318897" y="393859"/>
                  </a:moveTo>
                  <a:cubicBezTo>
                    <a:pt x="318897" y="403479"/>
                    <a:pt x="310706" y="411099"/>
                    <a:pt x="300990" y="410146"/>
                  </a:cubicBezTo>
                  <a:cubicBezTo>
                    <a:pt x="293846" y="409480"/>
                    <a:pt x="287846" y="404051"/>
                    <a:pt x="286417" y="397097"/>
                  </a:cubicBezTo>
                  <a:cubicBezTo>
                    <a:pt x="285941" y="394716"/>
                    <a:pt x="286036" y="392430"/>
                    <a:pt x="286417" y="390239"/>
                  </a:cubicBezTo>
                  <a:moveTo>
                    <a:pt x="195548" y="358140"/>
                  </a:moveTo>
                  <a:lnTo>
                    <a:pt x="190214" y="352806"/>
                  </a:lnTo>
                  <a:moveTo>
                    <a:pt x="169640" y="358140"/>
                  </a:moveTo>
                  <a:lnTo>
                    <a:pt x="174974" y="352806"/>
                  </a:lnTo>
                  <a:moveTo>
                    <a:pt x="182594" y="363474"/>
                  </a:moveTo>
                  <a:lnTo>
                    <a:pt x="182594" y="355854"/>
                  </a:lnTo>
                  <a:moveTo>
                    <a:pt x="239649" y="358140"/>
                  </a:moveTo>
                  <a:lnTo>
                    <a:pt x="234315" y="352806"/>
                  </a:lnTo>
                  <a:moveTo>
                    <a:pt x="213741" y="358140"/>
                  </a:moveTo>
                  <a:lnTo>
                    <a:pt x="219075" y="352806"/>
                  </a:lnTo>
                  <a:moveTo>
                    <a:pt x="226695" y="363474"/>
                  </a:moveTo>
                  <a:lnTo>
                    <a:pt x="226695" y="355854"/>
                  </a:lnTo>
                  <a:moveTo>
                    <a:pt x="238697" y="339376"/>
                  </a:moveTo>
                  <a:cubicBezTo>
                    <a:pt x="238697" y="332804"/>
                    <a:pt x="233363" y="327374"/>
                    <a:pt x="226695" y="327374"/>
                  </a:cubicBezTo>
                  <a:cubicBezTo>
                    <a:pt x="220027" y="327374"/>
                    <a:pt x="214694" y="332708"/>
                    <a:pt x="214694" y="339376"/>
                  </a:cubicBezTo>
                  <a:lnTo>
                    <a:pt x="238601" y="339376"/>
                  </a:lnTo>
                  <a:close/>
                  <a:moveTo>
                    <a:pt x="222790" y="339376"/>
                  </a:moveTo>
                  <a:lnTo>
                    <a:pt x="222790" y="342519"/>
                  </a:lnTo>
                  <a:cubicBezTo>
                    <a:pt x="222790" y="344710"/>
                    <a:pt x="224504" y="346424"/>
                    <a:pt x="226790" y="346424"/>
                  </a:cubicBezTo>
                  <a:cubicBezTo>
                    <a:pt x="229076" y="346424"/>
                    <a:pt x="230696" y="344615"/>
                    <a:pt x="230696" y="342519"/>
                  </a:cubicBezTo>
                  <a:lnTo>
                    <a:pt x="230696" y="339376"/>
                  </a:lnTo>
                  <a:moveTo>
                    <a:pt x="170688" y="339376"/>
                  </a:moveTo>
                  <a:cubicBezTo>
                    <a:pt x="170688" y="332804"/>
                    <a:pt x="176022" y="327374"/>
                    <a:pt x="182690" y="327374"/>
                  </a:cubicBezTo>
                  <a:cubicBezTo>
                    <a:pt x="189357" y="327374"/>
                    <a:pt x="194691" y="332708"/>
                    <a:pt x="194691" y="339376"/>
                  </a:cubicBezTo>
                  <a:lnTo>
                    <a:pt x="170783" y="339376"/>
                  </a:lnTo>
                  <a:close/>
                  <a:moveTo>
                    <a:pt x="186595" y="339376"/>
                  </a:moveTo>
                  <a:lnTo>
                    <a:pt x="186595" y="342519"/>
                  </a:lnTo>
                  <a:cubicBezTo>
                    <a:pt x="186595" y="344710"/>
                    <a:pt x="184880" y="346424"/>
                    <a:pt x="182594" y="346424"/>
                  </a:cubicBezTo>
                  <a:cubicBezTo>
                    <a:pt x="180308" y="346424"/>
                    <a:pt x="178689" y="344615"/>
                    <a:pt x="178689" y="342519"/>
                  </a:cubicBezTo>
                  <a:lnTo>
                    <a:pt x="178689" y="339376"/>
                  </a:lnTo>
                  <a:moveTo>
                    <a:pt x="303657" y="378619"/>
                  </a:moveTo>
                  <a:cubicBezTo>
                    <a:pt x="312039" y="378619"/>
                    <a:pt x="318802" y="385382"/>
                    <a:pt x="318802" y="393764"/>
                  </a:cubicBezTo>
                  <a:moveTo>
                    <a:pt x="318802" y="371380"/>
                  </a:moveTo>
                  <a:lnTo>
                    <a:pt x="318802" y="456438"/>
                  </a:lnTo>
                  <a:moveTo>
                    <a:pt x="142208" y="270320"/>
                  </a:moveTo>
                  <a:cubicBezTo>
                    <a:pt x="142208" y="267653"/>
                    <a:pt x="140018" y="265462"/>
                    <a:pt x="137351" y="265462"/>
                  </a:cubicBezTo>
                  <a:cubicBezTo>
                    <a:pt x="134684" y="265462"/>
                    <a:pt x="132493" y="267653"/>
                    <a:pt x="132493" y="270320"/>
                  </a:cubicBezTo>
                  <a:cubicBezTo>
                    <a:pt x="132493" y="272987"/>
                    <a:pt x="134684" y="275177"/>
                    <a:pt x="137351" y="275177"/>
                  </a:cubicBezTo>
                  <a:cubicBezTo>
                    <a:pt x="140018" y="275177"/>
                    <a:pt x="142208" y="272987"/>
                    <a:pt x="142208" y="270320"/>
                  </a:cubicBezTo>
                  <a:close/>
                  <a:moveTo>
                    <a:pt x="96298" y="270320"/>
                  </a:moveTo>
                  <a:cubicBezTo>
                    <a:pt x="96298" y="267653"/>
                    <a:pt x="94107" y="265462"/>
                    <a:pt x="91440" y="265462"/>
                  </a:cubicBezTo>
                  <a:cubicBezTo>
                    <a:pt x="88773" y="265462"/>
                    <a:pt x="86582" y="267653"/>
                    <a:pt x="86582" y="270320"/>
                  </a:cubicBezTo>
                  <a:cubicBezTo>
                    <a:pt x="86582" y="272987"/>
                    <a:pt x="88773" y="275177"/>
                    <a:pt x="91440" y="275177"/>
                  </a:cubicBezTo>
                  <a:cubicBezTo>
                    <a:pt x="94107" y="275177"/>
                    <a:pt x="96298" y="272987"/>
                    <a:pt x="96298" y="270320"/>
                  </a:cubicBezTo>
                  <a:close/>
                  <a:moveTo>
                    <a:pt x="117348" y="299276"/>
                  </a:moveTo>
                  <a:cubicBezTo>
                    <a:pt x="117348" y="296609"/>
                    <a:pt x="115157" y="294418"/>
                    <a:pt x="112490" y="294418"/>
                  </a:cubicBezTo>
                  <a:cubicBezTo>
                    <a:pt x="109823" y="294418"/>
                    <a:pt x="107633" y="296609"/>
                    <a:pt x="107633" y="299276"/>
                  </a:cubicBezTo>
                  <a:cubicBezTo>
                    <a:pt x="107633" y="301943"/>
                    <a:pt x="109823" y="304133"/>
                    <a:pt x="112490" y="304133"/>
                  </a:cubicBezTo>
                  <a:cubicBezTo>
                    <a:pt x="115157" y="304133"/>
                    <a:pt x="117348" y="301943"/>
                    <a:pt x="117348" y="299276"/>
                  </a:cubicBezTo>
                  <a:close/>
                  <a:moveTo>
                    <a:pt x="156972" y="249460"/>
                  </a:moveTo>
                  <a:cubicBezTo>
                    <a:pt x="156972" y="246793"/>
                    <a:pt x="154781" y="244602"/>
                    <a:pt x="152114" y="244602"/>
                  </a:cubicBezTo>
                  <a:cubicBezTo>
                    <a:pt x="149447" y="244602"/>
                    <a:pt x="147257" y="246793"/>
                    <a:pt x="147257" y="249460"/>
                  </a:cubicBezTo>
                  <a:cubicBezTo>
                    <a:pt x="147257" y="252127"/>
                    <a:pt x="149447" y="254318"/>
                    <a:pt x="152114" y="254318"/>
                  </a:cubicBezTo>
                  <a:cubicBezTo>
                    <a:pt x="154781" y="254318"/>
                    <a:pt x="156972" y="252127"/>
                    <a:pt x="156972" y="249460"/>
                  </a:cubicBezTo>
                  <a:close/>
                  <a:moveTo>
                    <a:pt x="112490" y="294418"/>
                  </a:moveTo>
                  <a:lnTo>
                    <a:pt x="112490" y="255937"/>
                  </a:lnTo>
                  <a:cubicBezTo>
                    <a:pt x="112490" y="252317"/>
                    <a:pt x="115443" y="249460"/>
                    <a:pt x="118967" y="249460"/>
                  </a:cubicBezTo>
                  <a:lnTo>
                    <a:pt x="147161" y="249460"/>
                  </a:lnTo>
                  <a:moveTo>
                    <a:pt x="226505" y="301181"/>
                  </a:moveTo>
                  <a:lnTo>
                    <a:pt x="226505" y="263938"/>
                  </a:lnTo>
                  <a:cubicBezTo>
                    <a:pt x="226505" y="260128"/>
                    <a:pt x="223361" y="256985"/>
                    <a:pt x="219551" y="256985"/>
                  </a:cubicBezTo>
                  <a:lnTo>
                    <a:pt x="191262" y="256985"/>
                  </a:lnTo>
                  <a:moveTo>
                    <a:pt x="300704" y="268605"/>
                  </a:moveTo>
                  <a:lnTo>
                    <a:pt x="300704" y="303276"/>
                  </a:lnTo>
                  <a:moveTo>
                    <a:pt x="281654" y="332804"/>
                  </a:moveTo>
                  <a:lnTo>
                    <a:pt x="281654" y="286607"/>
                  </a:lnTo>
                  <a:cubicBezTo>
                    <a:pt x="281654" y="282512"/>
                    <a:pt x="278321" y="279178"/>
                    <a:pt x="274225" y="279178"/>
                  </a:cubicBezTo>
                  <a:lnTo>
                    <a:pt x="247460" y="279178"/>
                  </a:lnTo>
                  <a:moveTo>
                    <a:pt x="319754" y="319754"/>
                  </a:moveTo>
                  <a:lnTo>
                    <a:pt x="319754" y="269177"/>
                  </a:lnTo>
                  <a:cubicBezTo>
                    <a:pt x="319754" y="264890"/>
                    <a:pt x="318040" y="260795"/>
                    <a:pt x="314992" y="257747"/>
                  </a:cubicBezTo>
                  <a:lnTo>
                    <a:pt x="291179" y="234220"/>
                  </a:lnTo>
                  <a:lnTo>
                    <a:pt x="267367" y="257747"/>
                  </a:lnTo>
                  <a:cubicBezTo>
                    <a:pt x="264319" y="260795"/>
                    <a:pt x="262604" y="264890"/>
                    <a:pt x="262604" y="269177"/>
                  </a:cubicBezTo>
                  <a:lnTo>
                    <a:pt x="262604" y="279273"/>
                  </a:lnTo>
                  <a:moveTo>
                    <a:pt x="142113" y="270415"/>
                  </a:moveTo>
                  <a:lnTo>
                    <a:pt x="184690" y="270415"/>
                  </a:lnTo>
                  <a:cubicBezTo>
                    <a:pt x="188309" y="270415"/>
                    <a:pt x="191167" y="267462"/>
                    <a:pt x="191167" y="263938"/>
                  </a:cubicBezTo>
                  <a:lnTo>
                    <a:pt x="191167" y="257080"/>
                  </a:lnTo>
                  <a:lnTo>
                    <a:pt x="183356" y="257080"/>
                  </a:lnTo>
                  <a:cubicBezTo>
                    <a:pt x="179737" y="257080"/>
                    <a:pt x="176879" y="254127"/>
                    <a:pt x="176879" y="250603"/>
                  </a:cubicBezTo>
                  <a:lnTo>
                    <a:pt x="176879" y="235077"/>
                  </a:lnTo>
                  <a:cubicBezTo>
                    <a:pt x="176879" y="231458"/>
                    <a:pt x="173927" y="228600"/>
                    <a:pt x="170402" y="228600"/>
                  </a:cubicBezTo>
                  <a:lnTo>
                    <a:pt x="91249" y="228600"/>
                  </a:lnTo>
                  <a:lnTo>
                    <a:pt x="91249" y="265652"/>
                  </a:lnTo>
                  <a:moveTo>
                    <a:pt x="247364" y="320326"/>
                  </a:moveTo>
                  <a:lnTo>
                    <a:pt x="247364" y="236030"/>
                  </a:lnTo>
                  <a:cubicBezTo>
                    <a:pt x="247364" y="231934"/>
                    <a:pt x="244031" y="228600"/>
                    <a:pt x="239935" y="228600"/>
                  </a:cubicBezTo>
                  <a:lnTo>
                    <a:pt x="212884" y="228600"/>
                  </a:lnTo>
                  <a:cubicBezTo>
                    <a:pt x="208788" y="228600"/>
                    <a:pt x="205454" y="231934"/>
                    <a:pt x="205454" y="236030"/>
                  </a:cubicBezTo>
                  <a:lnTo>
                    <a:pt x="205454" y="388334"/>
                  </a:lnTo>
                  <a:moveTo>
                    <a:pt x="158306" y="445961"/>
                  </a:moveTo>
                  <a:lnTo>
                    <a:pt x="148304" y="457010"/>
                  </a:lnTo>
                  <a:moveTo>
                    <a:pt x="178213" y="423863"/>
                  </a:moveTo>
                  <a:lnTo>
                    <a:pt x="168212" y="434912"/>
                  </a:lnTo>
                  <a:moveTo>
                    <a:pt x="198120" y="401765"/>
                  </a:moveTo>
                  <a:lnTo>
                    <a:pt x="188119" y="412814"/>
                  </a:lnTo>
                  <a:moveTo>
                    <a:pt x="205359" y="457010"/>
                  </a:moveTo>
                  <a:lnTo>
                    <a:pt x="205359" y="388334"/>
                  </a:lnTo>
                  <a:moveTo>
                    <a:pt x="252508" y="445961"/>
                  </a:moveTo>
                  <a:lnTo>
                    <a:pt x="262509" y="457010"/>
                  </a:lnTo>
                  <a:moveTo>
                    <a:pt x="232601" y="423863"/>
                  </a:moveTo>
                  <a:lnTo>
                    <a:pt x="242602" y="434912"/>
                  </a:lnTo>
                  <a:moveTo>
                    <a:pt x="212693" y="401765"/>
                  </a:moveTo>
                  <a:lnTo>
                    <a:pt x="222695" y="412814"/>
                  </a:lnTo>
                  <a:moveTo>
                    <a:pt x="227552" y="327946"/>
                  </a:moveTo>
                  <a:cubicBezTo>
                    <a:pt x="230124" y="323374"/>
                    <a:pt x="235077" y="320326"/>
                    <a:pt x="240697" y="320326"/>
                  </a:cubicBezTo>
                  <a:cubicBezTo>
                    <a:pt x="249079" y="320326"/>
                    <a:pt x="255842" y="327089"/>
                    <a:pt x="255842" y="335471"/>
                  </a:cubicBezTo>
                  <a:lnTo>
                    <a:pt x="255842" y="418624"/>
                  </a:lnTo>
                  <a:moveTo>
                    <a:pt x="183356" y="327946"/>
                  </a:moveTo>
                  <a:cubicBezTo>
                    <a:pt x="180785" y="323374"/>
                    <a:pt x="175832" y="320326"/>
                    <a:pt x="170212" y="320326"/>
                  </a:cubicBezTo>
                  <a:cubicBezTo>
                    <a:pt x="161830" y="320326"/>
                    <a:pt x="155067" y="327089"/>
                    <a:pt x="155067" y="335471"/>
                  </a:cubicBezTo>
                  <a:lnTo>
                    <a:pt x="155067" y="418624"/>
                  </a:lnTo>
                  <a:moveTo>
                    <a:pt x="319659" y="457010"/>
                  </a:moveTo>
                  <a:lnTo>
                    <a:pt x="205454" y="388334"/>
                  </a:lnTo>
                  <a:moveTo>
                    <a:pt x="315087" y="361093"/>
                  </a:moveTo>
                  <a:cubicBezTo>
                    <a:pt x="317945" y="363855"/>
                    <a:pt x="319659" y="367665"/>
                    <a:pt x="319659" y="371951"/>
                  </a:cubicBezTo>
                  <a:moveTo>
                    <a:pt x="91249" y="319945"/>
                  </a:moveTo>
                  <a:cubicBezTo>
                    <a:pt x="105061" y="319945"/>
                    <a:pt x="116205" y="331089"/>
                    <a:pt x="116205" y="344900"/>
                  </a:cubicBezTo>
                  <a:cubicBezTo>
                    <a:pt x="130016" y="344900"/>
                    <a:pt x="141161" y="356045"/>
                    <a:pt x="141161" y="369856"/>
                  </a:cubicBezTo>
                  <a:cubicBezTo>
                    <a:pt x="141161" y="379381"/>
                    <a:pt x="135827" y="387572"/>
                    <a:pt x="128111" y="391859"/>
                  </a:cubicBezTo>
                  <a:cubicBezTo>
                    <a:pt x="128683" y="393668"/>
                    <a:pt x="129064" y="395669"/>
                    <a:pt x="129064" y="397764"/>
                  </a:cubicBezTo>
                  <a:cubicBezTo>
                    <a:pt x="129064" y="408242"/>
                    <a:pt x="120587" y="416624"/>
                    <a:pt x="110204" y="416624"/>
                  </a:cubicBezTo>
                  <a:cubicBezTo>
                    <a:pt x="99822" y="416624"/>
                    <a:pt x="91249" y="408146"/>
                    <a:pt x="91249" y="397764"/>
                  </a:cubicBezTo>
                  <a:moveTo>
                    <a:pt x="91249" y="457010"/>
                  </a:moveTo>
                  <a:lnTo>
                    <a:pt x="205454" y="388334"/>
                  </a:lnTo>
                  <a:moveTo>
                    <a:pt x="142113" y="299657"/>
                  </a:moveTo>
                  <a:cubicBezTo>
                    <a:pt x="142113" y="296990"/>
                    <a:pt x="139922" y="294799"/>
                    <a:pt x="137255" y="294799"/>
                  </a:cubicBezTo>
                  <a:cubicBezTo>
                    <a:pt x="134588" y="294799"/>
                    <a:pt x="132398" y="296990"/>
                    <a:pt x="132398" y="299657"/>
                  </a:cubicBezTo>
                  <a:cubicBezTo>
                    <a:pt x="132398" y="302324"/>
                    <a:pt x="134588" y="304514"/>
                    <a:pt x="137255" y="304514"/>
                  </a:cubicBezTo>
                  <a:cubicBezTo>
                    <a:pt x="139922" y="304514"/>
                    <a:pt x="142113" y="302324"/>
                    <a:pt x="142113" y="299657"/>
                  </a:cubicBezTo>
                  <a:close/>
                  <a:moveTo>
                    <a:pt x="163544" y="270510"/>
                  </a:moveTo>
                  <a:lnTo>
                    <a:pt x="163544" y="292894"/>
                  </a:lnTo>
                  <a:cubicBezTo>
                    <a:pt x="163544" y="296513"/>
                    <a:pt x="160592" y="299371"/>
                    <a:pt x="157067" y="299371"/>
                  </a:cubicBezTo>
                  <a:lnTo>
                    <a:pt x="142113" y="299371"/>
                  </a:lnTo>
                  <a:moveTo>
                    <a:pt x="499301" y="277368"/>
                  </a:moveTo>
                  <a:cubicBezTo>
                    <a:pt x="482156" y="275749"/>
                    <a:pt x="464344" y="281559"/>
                    <a:pt x="451199" y="294704"/>
                  </a:cubicBezTo>
                  <a:cubicBezTo>
                    <a:pt x="440817" y="305086"/>
                    <a:pt x="435007" y="318326"/>
                    <a:pt x="433864" y="331851"/>
                  </a:cubicBezTo>
                  <a:cubicBezTo>
                    <a:pt x="434150" y="335471"/>
                    <a:pt x="434245" y="339185"/>
                    <a:pt x="433864" y="342805"/>
                  </a:cubicBezTo>
                  <a:lnTo>
                    <a:pt x="499301" y="277368"/>
                  </a:lnTo>
                  <a:close/>
                  <a:moveTo>
                    <a:pt x="416528" y="294704"/>
                  </a:moveTo>
                  <a:cubicBezTo>
                    <a:pt x="403384" y="281559"/>
                    <a:pt x="385667" y="275749"/>
                    <a:pt x="368427" y="277368"/>
                  </a:cubicBezTo>
                  <a:lnTo>
                    <a:pt x="433864" y="342805"/>
                  </a:lnTo>
                  <a:cubicBezTo>
                    <a:pt x="435483" y="325660"/>
                    <a:pt x="429673" y="307848"/>
                    <a:pt x="416528" y="294704"/>
                  </a:cubicBezTo>
                  <a:close/>
                  <a:moveTo>
                    <a:pt x="433864" y="279749"/>
                  </a:moveTo>
                  <a:cubicBezTo>
                    <a:pt x="425387" y="263938"/>
                    <a:pt x="411290" y="252698"/>
                    <a:pt x="395097" y="247555"/>
                  </a:cubicBezTo>
                  <a:cubicBezTo>
                    <a:pt x="390049" y="256985"/>
                    <a:pt x="387287" y="267653"/>
                    <a:pt x="387191" y="278606"/>
                  </a:cubicBezTo>
                  <a:moveTo>
                    <a:pt x="480441" y="278606"/>
                  </a:moveTo>
                  <a:cubicBezTo>
                    <a:pt x="480346" y="267748"/>
                    <a:pt x="477584" y="257080"/>
                    <a:pt x="472535" y="247555"/>
                  </a:cubicBezTo>
                  <a:cubicBezTo>
                    <a:pt x="454247" y="253365"/>
                    <a:pt x="438626" y="266891"/>
                    <a:pt x="430816" y="286036"/>
                  </a:cubicBezTo>
                  <a:cubicBezTo>
                    <a:pt x="427958" y="292989"/>
                    <a:pt x="426434" y="300038"/>
                    <a:pt x="426053" y="307086"/>
                  </a:cubicBezTo>
                  <a:moveTo>
                    <a:pt x="454628" y="256318"/>
                  </a:moveTo>
                  <a:cubicBezTo>
                    <a:pt x="449961" y="245459"/>
                    <a:pt x="442817" y="235934"/>
                    <a:pt x="433864" y="228505"/>
                  </a:cubicBezTo>
                  <a:cubicBezTo>
                    <a:pt x="424910" y="235934"/>
                    <a:pt x="417767" y="245459"/>
                    <a:pt x="413099" y="256318"/>
                  </a:cubicBezTo>
                  <a:moveTo>
                    <a:pt x="456724" y="365570"/>
                  </a:moveTo>
                  <a:lnTo>
                    <a:pt x="570929" y="251365"/>
                  </a:lnTo>
                  <a:moveTo>
                    <a:pt x="411004" y="365570"/>
                  </a:moveTo>
                  <a:lnTo>
                    <a:pt x="319659" y="274225"/>
                  </a:lnTo>
                  <a:moveTo>
                    <a:pt x="365379" y="411290"/>
                  </a:moveTo>
                  <a:lnTo>
                    <a:pt x="315087" y="361093"/>
                  </a:lnTo>
                  <a:moveTo>
                    <a:pt x="388144" y="388525"/>
                  </a:moveTo>
                  <a:lnTo>
                    <a:pt x="319564" y="319945"/>
                  </a:lnTo>
                  <a:moveTo>
                    <a:pt x="502349" y="411290"/>
                  </a:moveTo>
                  <a:lnTo>
                    <a:pt x="570929" y="342805"/>
                  </a:lnTo>
                  <a:moveTo>
                    <a:pt x="479584" y="388525"/>
                  </a:moveTo>
                  <a:lnTo>
                    <a:pt x="565404" y="302705"/>
                  </a:lnTo>
                  <a:moveTo>
                    <a:pt x="319659" y="457105"/>
                  </a:moveTo>
                  <a:lnTo>
                    <a:pt x="433864" y="342900"/>
                  </a:lnTo>
                  <a:lnTo>
                    <a:pt x="548069" y="457105"/>
                  </a:lnTo>
                  <a:moveTo>
                    <a:pt x="399479" y="422720"/>
                  </a:moveTo>
                  <a:lnTo>
                    <a:pt x="468249" y="422720"/>
                  </a:lnTo>
                  <a:moveTo>
                    <a:pt x="468249" y="422720"/>
                  </a:moveTo>
                  <a:lnTo>
                    <a:pt x="433864" y="457105"/>
                  </a:lnTo>
                  <a:lnTo>
                    <a:pt x="399479" y="422720"/>
                  </a:lnTo>
                  <a:moveTo>
                    <a:pt x="365284" y="457105"/>
                  </a:moveTo>
                  <a:lnTo>
                    <a:pt x="433769" y="388620"/>
                  </a:lnTo>
                  <a:lnTo>
                    <a:pt x="502349" y="457105"/>
                  </a:lnTo>
                  <a:moveTo>
                    <a:pt x="298895" y="123444"/>
                  </a:moveTo>
                  <a:lnTo>
                    <a:pt x="298895" y="62770"/>
                  </a:lnTo>
                  <a:lnTo>
                    <a:pt x="316325" y="45339"/>
                  </a:lnTo>
                  <a:moveTo>
                    <a:pt x="115919" y="58960"/>
                  </a:moveTo>
                  <a:lnTo>
                    <a:pt x="91345" y="34290"/>
                  </a:lnTo>
                  <a:moveTo>
                    <a:pt x="91345" y="193929"/>
                  </a:moveTo>
                  <a:lnTo>
                    <a:pt x="133160" y="152114"/>
                  </a:lnTo>
                  <a:lnTo>
                    <a:pt x="133160" y="41815"/>
                  </a:lnTo>
                  <a:cubicBezTo>
                    <a:pt x="133160" y="41815"/>
                    <a:pt x="168116" y="76772"/>
                    <a:pt x="168116" y="76772"/>
                  </a:cubicBezTo>
                  <a:lnTo>
                    <a:pt x="168116" y="97346"/>
                  </a:lnTo>
                  <a:moveTo>
                    <a:pt x="246126" y="189071"/>
                  </a:moveTo>
                  <a:lnTo>
                    <a:pt x="275368" y="218313"/>
                  </a:lnTo>
                  <a:moveTo>
                    <a:pt x="138017" y="216027"/>
                  </a:moveTo>
                  <a:lnTo>
                    <a:pt x="150305" y="203740"/>
                  </a:lnTo>
                  <a:lnTo>
                    <a:pt x="205550" y="203740"/>
                  </a:lnTo>
                  <a:moveTo>
                    <a:pt x="233172" y="71057"/>
                  </a:moveTo>
                  <a:lnTo>
                    <a:pt x="233172" y="154686"/>
                  </a:lnTo>
                  <a:moveTo>
                    <a:pt x="186785" y="178784"/>
                  </a:moveTo>
                  <a:lnTo>
                    <a:pt x="186785" y="126968"/>
                  </a:lnTo>
                  <a:moveTo>
                    <a:pt x="150590" y="76676"/>
                  </a:moveTo>
                  <a:lnTo>
                    <a:pt x="150590" y="163163"/>
                  </a:lnTo>
                  <a:moveTo>
                    <a:pt x="182118" y="52673"/>
                  </a:moveTo>
                  <a:lnTo>
                    <a:pt x="129445" y="0"/>
                  </a:lnTo>
                  <a:moveTo>
                    <a:pt x="281750" y="0"/>
                  </a:moveTo>
                  <a:lnTo>
                    <a:pt x="257080" y="24575"/>
                  </a:lnTo>
                  <a:moveTo>
                    <a:pt x="319850" y="0"/>
                  </a:moveTo>
                  <a:lnTo>
                    <a:pt x="295275" y="24575"/>
                  </a:lnTo>
                  <a:moveTo>
                    <a:pt x="91345" y="0"/>
                  </a:moveTo>
                  <a:lnTo>
                    <a:pt x="115919" y="24575"/>
                  </a:lnTo>
                  <a:moveTo>
                    <a:pt x="133064" y="186595"/>
                  </a:moveTo>
                  <a:lnTo>
                    <a:pt x="91249" y="228410"/>
                  </a:lnTo>
                  <a:moveTo>
                    <a:pt x="319659" y="228410"/>
                  </a:moveTo>
                  <a:lnTo>
                    <a:pt x="295085" y="203835"/>
                  </a:lnTo>
                  <a:moveTo>
                    <a:pt x="205454" y="188024"/>
                  </a:moveTo>
                  <a:lnTo>
                    <a:pt x="205454" y="111157"/>
                  </a:lnTo>
                  <a:moveTo>
                    <a:pt x="168021" y="188024"/>
                  </a:moveTo>
                  <a:lnTo>
                    <a:pt x="168021" y="111157"/>
                  </a:lnTo>
                  <a:lnTo>
                    <a:pt x="205454" y="111157"/>
                  </a:lnTo>
                  <a:lnTo>
                    <a:pt x="205454" y="52769"/>
                  </a:lnTo>
                  <a:lnTo>
                    <a:pt x="260795" y="52769"/>
                  </a:lnTo>
                  <a:lnTo>
                    <a:pt x="277844" y="67532"/>
                  </a:lnTo>
                  <a:lnTo>
                    <a:pt x="277844" y="156972"/>
                  </a:lnTo>
                  <a:lnTo>
                    <a:pt x="319659" y="198787"/>
                  </a:lnTo>
                  <a:moveTo>
                    <a:pt x="260795" y="52769"/>
                  </a:moveTo>
                  <a:lnTo>
                    <a:pt x="260795" y="169450"/>
                  </a:lnTo>
                  <a:lnTo>
                    <a:pt x="287084" y="195739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  <a:alpha val="45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en-US"/>
            </a:p>
          </p:txBody>
        </p:sp>
        <p:sp>
          <p:nvSpPr>
            <p:cNvPr id="14" name="Freeform: Shape 9">
              <a:extLst>
                <a:ext uri="{FF2B5EF4-FFF2-40B4-BE49-F238E27FC236}">
                  <a16:creationId xmlns:a16="http://schemas.microsoft.com/office/drawing/2014/main" id="{DFB5F28E-E5DC-2508-F2DE-FC3EF91A661F}"/>
                </a:ext>
              </a:extLst>
            </p:cNvPr>
            <p:cNvSpPr/>
            <p:nvPr/>
          </p:nvSpPr>
          <p:spPr>
            <a:xfrm>
              <a:off x="5571" y="4079558"/>
              <a:ext cx="6940024" cy="2778441"/>
            </a:xfrm>
            <a:custGeom>
              <a:avLst/>
              <a:gdLst>
                <a:gd name="connsiteX0" fmla="*/ 653701 w 1142237"/>
                <a:gd name="connsiteY0" fmla="*/ 390906 h 457295"/>
                <a:gd name="connsiteX1" fmla="*/ 640175 w 1142237"/>
                <a:gd name="connsiteY1" fmla="*/ 370332 h 457295"/>
                <a:gd name="connsiteX2" fmla="*/ 662940 w 1142237"/>
                <a:gd name="connsiteY2" fmla="*/ 345281 h 457295"/>
                <a:gd name="connsiteX3" fmla="*/ 686086 w 1142237"/>
                <a:gd name="connsiteY3" fmla="*/ 320135 h 457295"/>
                <a:gd name="connsiteX4" fmla="*/ 686086 w 1142237"/>
                <a:gd name="connsiteY4" fmla="*/ 394525 h 457295"/>
                <a:gd name="connsiteX5" fmla="*/ 668179 w 1142237"/>
                <a:gd name="connsiteY5" fmla="*/ 410813 h 457295"/>
                <a:gd name="connsiteX6" fmla="*/ 653606 w 1142237"/>
                <a:gd name="connsiteY6" fmla="*/ 397764 h 457295"/>
                <a:gd name="connsiteX7" fmla="*/ 653606 w 1142237"/>
                <a:gd name="connsiteY7" fmla="*/ 390906 h 457295"/>
                <a:gd name="connsiteX8" fmla="*/ 462153 w 1142237"/>
                <a:gd name="connsiteY8" fmla="*/ 354997 h 457295"/>
                <a:gd name="connsiteX9" fmla="*/ 457581 w 1142237"/>
                <a:gd name="connsiteY9" fmla="*/ 365855 h 457295"/>
                <a:gd name="connsiteX10" fmla="*/ 562737 w 1142237"/>
                <a:gd name="connsiteY10" fmla="*/ 358807 h 457295"/>
                <a:gd name="connsiteX11" fmla="*/ 557403 w 1142237"/>
                <a:gd name="connsiteY11" fmla="*/ 353473 h 457295"/>
                <a:gd name="connsiteX12" fmla="*/ 536829 w 1142237"/>
                <a:gd name="connsiteY12" fmla="*/ 358807 h 457295"/>
                <a:gd name="connsiteX13" fmla="*/ 542163 w 1142237"/>
                <a:gd name="connsiteY13" fmla="*/ 353473 h 457295"/>
                <a:gd name="connsiteX14" fmla="*/ 549783 w 1142237"/>
                <a:gd name="connsiteY14" fmla="*/ 364141 h 457295"/>
                <a:gd name="connsiteX15" fmla="*/ 549783 w 1142237"/>
                <a:gd name="connsiteY15" fmla="*/ 356521 h 457295"/>
                <a:gd name="connsiteX16" fmla="*/ 606838 w 1142237"/>
                <a:gd name="connsiteY16" fmla="*/ 358807 h 457295"/>
                <a:gd name="connsiteX17" fmla="*/ 601504 w 1142237"/>
                <a:gd name="connsiteY17" fmla="*/ 353473 h 457295"/>
                <a:gd name="connsiteX18" fmla="*/ 580930 w 1142237"/>
                <a:gd name="connsiteY18" fmla="*/ 358807 h 457295"/>
                <a:gd name="connsiteX19" fmla="*/ 586264 w 1142237"/>
                <a:gd name="connsiteY19" fmla="*/ 353473 h 457295"/>
                <a:gd name="connsiteX20" fmla="*/ 593884 w 1142237"/>
                <a:gd name="connsiteY20" fmla="*/ 364141 h 457295"/>
                <a:gd name="connsiteX21" fmla="*/ 593884 w 1142237"/>
                <a:gd name="connsiteY21" fmla="*/ 356521 h 457295"/>
                <a:gd name="connsiteX22" fmla="*/ 605885 w 1142237"/>
                <a:gd name="connsiteY22" fmla="*/ 340043 h 457295"/>
                <a:gd name="connsiteX23" fmla="*/ 593884 w 1142237"/>
                <a:gd name="connsiteY23" fmla="*/ 328041 h 457295"/>
                <a:gd name="connsiteX24" fmla="*/ 581882 w 1142237"/>
                <a:gd name="connsiteY24" fmla="*/ 340043 h 457295"/>
                <a:gd name="connsiteX25" fmla="*/ 605790 w 1142237"/>
                <a:gd name="connsiteY25" fmla="*/ 340043 h 457295"/>
                <a:gd name="connsiteX26" fmla="*/ 589979 w 1142237"/>
                <a:gd name="connsiteY26" fmla="*/ 340043 h 457295"/>
                <a:gd name="connsiteX27" fmla="*/ 589979 w 1142237"/>
                <a:gd name="connsiteY27" fmla="*/ 343186 h 457295"/>
                <a:gd name="connsiteX28" fmla="*/ 593884 w 1142237"/>
                <a:gd name="connsiteY28" fmla="*/ 347091 h 457295"/>
                <a:gd name="connsiteX29" fmla="*/ 597789 w 1142237"/>
                <a:gd name="connsiteY29" fmla="*/ 343186 h 457295"/>
                <a:gd name="connsiteX30" fmla="*/ 597789 w 1142237"/>
                <a:gd name="connsiteY30" fmla="*/ 340043 h 457295"/>
                <a:gd name="connsiteX31" fmla="*/ 537782 w 1142237"/>
                <a:gd name="connsiteY31" fmla="*/ 340043 h 457295"/>
                <a:gd name="connsiteX32" fmla="*/ 549783 w 1142237"/>
                <a:gd name="connsiteY32" fmla="*/ 328041 h 457295"/>
                <a:gd name="connsiteX33" fmla="*/ 561785 w 1142237"/>
                <a:gd name="connsiteY33" fmla="*/ 340043 h 457295"/>
                <a:gd name="connsiteX34" fmla="*/ 537877 w 1142237"/>
                <a:gd name="connsiteY34" fmla="*/ 340043 h 457295"/>
                <a:gd name="connsiteX35" fmla="*/ 553688 w 1142237"/>
                <a:gd name="connsiteY35" fmla="*/ 340043 h 457295"/>
                <a:gd name="connsiteX36" fmla="*/ 553688 w 1142237"/>
                <a:gd name="connsiteY36" fmla="*/ 343186 h 457295"/>
                <a:gd name="connsiteX37" fmla="*/ 549783 w 1142237"/>
                <a:gd name="connsiteY37" fmla="*/ 347091 h 457295"/>
                <a:gd name="connsiteX38" fmla="*/ 545878 w 1142237"/>
                <a:gd name="connsiteY38" fmla="*/ 343186 h 457295"/>
                <a:gd name="connsiteX39" fmla="*/ 545878 w 1142237"/>
                <a:gd name="connsiteY39" fmla="*/ 340043 h 457295"/>
                <a:gd name="connsiteX40" fmla="*/ 670846 w 1142237"/>
                <a:gd name="connsiteY40" fmla="*/ 379286 h 457295"/>
                <a:gd name="connsiteX41" fmla="*/ 685991 w 1142237"/>
                <a:gd name="connsiteY41" fmla="*/ 394525 h 457295"/>
                <a:gd name="connsiteX42" fmla="*/ 685991 w 1142237"/>
                <a:gd name="connsiteY42" fmla="*/ 372142 h 457295"/>
                <a:gd name="connsiteX43" fmla="*/ 685991 w 1142237"/>
                <a:gd name="connsiteY43" fmla="*/ 457200 h 457295"/>
                <a:gd name="connsiteX44" fmla="*/ 457581 w 1142237"/>
                <a:gd name="connsiteY44" fmla="*/ 365855 h 457295"/>
                <a:gd name="connsiteX45" fmla="*/ 457581 w 1142237"/>
                <a:gd name="connsiteY45" fmla="*/ 457200 h 457295"/>
                <a:gd name="connsiteX46" fmla="*/ 462439 w 1142237"/>
                <a:gd name="connsiteY46" fmla="*/ 270700 h 457295"/>
                <a:gd name="connsiteX47" fmla="*/ 457581 w 1142237"/>
                <a:gd name="connsiteY47" fmla="*/ 265843 h 457295"/>
                <a:gd name="connsiteX48" fmla="*/ 452723 w 1142237"/>
                <a:gd name="connsiteY48" fmla="*/ 270700 h 457295"/>
                <a:gd name="connsiteX49" fmla="*/ 457581 w 1142237"/>
                <a:gd name="connsiteY49" fmla="*/ 275558 h 457295"/>
                <a:gd name="connsiteX50" fmla="*/ 462439 w 1142237"/>
                <a:gd name="connsiteY50" fmla="*/ 270700 h 457295"/>
                <a:gd name="connsiteX51" fmla="*/ 508445 w 1142237"/>
                <a:gd name="connsiteY51" fmla="*/ 270700 h 457295"/>
                <a:gd name="connsiteX52" fmla="*/ 503587 w 1142237"/>
                <a:gd name="connsiteY52" fmla="*/ 265843 h 457295"/>
                <a:gd name="connsiteX53" fmla="*/ 498729 w 1142237"/>
                <a:gd name="connsiteY53" fmla="*/ 270700 h 457295"/>
                <a:gd name="connsiteX54" fmla="*/ 503587 w 1142237"/>
                <a:gd name="connsiteY54" fmla="*/ 275558 h 457295"/>
                <a:gd name="connsiteX55" fmla="*/ 508445 w 1142237"/>
                <a:gd name="connsiteY55" fmla="*/ 270700 h 457295"/>
                <a:gd name="connsiteX56" fmla="*/ 483584 w 1142237"/>
                <a:gd name="connsiteY56" fmla="*/ 299657 h 457295"/>
                <a:gd name="connsiteX57" fmla="*/ 478727 w 1142237"/>
                <a:gd name="connsiteY57" fmla="*/ 294799 h 457295"/>
                <a:gd name="connsiteX58" fmla="*/ 473869 w 1142237"/>
                <a:gd name="connsiteY58" fmla="*/ 299657 h 457295"/>
                <a:gd name="connsiteX59" fmla="*/ 478727 w 1142237"/>
                <a:gd name="connsiteY59" fmla="*/ 304514 h 457295"/>
                <a:gd name="connsiteX60" fmla="*/ 483584 w 1142237"/>
                <a:gd name="connsiteY60" fmla="*/ 299657 h 457295"/>
                <a:gd name="connsiteX61" fmla="*/ 523208 w 1142237"/>
                <a:gd name="connsiteY61" fmla="*/ 249746 h 457295"/>
                <a:gd name="connsiteX62" fmla="*/ 518351 w 1142237"/>
                <a:gd name="connsiteY62" fmla="*/ 244888 h 457295"/>
                <a:gd name="connsiteX63" fmla="*/ 513493 w 1142237"/>
                <a:gd name="connsiteY63" fmla="*/ 249746 h 457295"/>
                <a:gd name="connsiteX64" fmla="*/ 518351 w 1142237"/>
                <a:gd name="connsiteY64" fmla="*/ 254603 h 457295"/>
                <a:gd name="connsiteX65" fmla="*/ 523208 w 1142237"/>
                <a:gd name="connsiteY65" fmla="*/ 249746 h 457295"/>
                <a:gd name="connsiteX66" fmla="*/ 478727 w 1142237"/>
                <a:gd name="connsiteY66" fmla="*/ 294704 h 457295"/>
                <a:gd name="connsiteX67" fmla="*/ 478727 w 1142237"/>
                <a:gd name="connsiteY67" fmla="*/ 256223 h 457295"/>
                <a:gd name="connsiteX68" fmla="*/ 485204 w 1142237"/>
                <a:gd name="connsiteY68" fmla="*/ 249746 h 457295"/>
                <a:gd name="connsiteX69" fmla="*/ 513398 w 1142237"/>
                <a:gd name="connsiteY69" fmla="*/ 249746 h 457295"/>
                <a:gd name="connsiteX70" fmla="*/ 592741 w 1142237"/>
                <a:gd name="connsiteY70" fmla="*/ 301466 h 457295"/>
                <a:gd name="connsiteX71" fmla="*/ 592741 w 1142237"/>
                <a:gd name="connsiteY71" fmla="*/ 264223 h 457295"/>
                <a:gd name="connsiteX72" fmla="*/ 585788 w 1142237"/>
                <a:gd name="connsiteY72" fmla="*/ 257270 h 457295"/>
                <a:gd name="connsiteX73" fmla="*/ 557498 w 1142237"/>
                <a:gd name="connsiteY73" fmla="*/ 257270 h 457295"/>
                <a:gd name="connsiteX74" fmla="*/ 666941 w 1142237"/>
                <a:gd name="connsiteY74" fmla="*/ 268891 h 457295"/>
                <a:gd name="connsiteX75" fmla="*/ 666941 w 1142237"/>
                <a:gd name="connsiteY75" fmla="*/ 303562 h 457295"/>
                <a:gd name="connsiteX76" fmla="*/ 647891 w 1142237"/>
                <a:gd name="connsiteY76" fmla="*/ 333089 h 457295"/>
                <a:gd name="connsiteX77" fmla="*/ 647891 w 1142237"/>
                <a:gd name="connsiteY77" fmla="*/ 286893 h 457295"/>
                <a:gd name="connsiteX78" fmla="*/ 640461 w 1142237"/>
                <a:gd name="connsiteY78" fmla="*/ 279464 h 457295"/>
                <a:gd name="connsiteX79" fmla="*/ 613696 w 1142237"/>
                <a:gd name="connsiteY79" fmla="*/ 279464 h 457295"/>
                <a:gd name="connsiteX80" fmla="*/ 685991 w 1142237"/>
                <a:gd name="connsiteY80" fmla="*/ 320040 h 457295"/>
                <a:gd name="connsiteX81" fmla="*/ 685991 w 1142237"/>
                <a:gd name="connsiteY81" fmla="*/ 269462 h 457295"/>
                <a:gd name="connsiteX82" fmla="*/ 681228 w 1142237"/>
                <a:gd name="connsiteY82" fmla="*/ 258032 h 457295"/>
                <a:gd name="connsiteX83" fmla="*/ 657416 w 1142237"/>
                <a:gd name="connsiteY83" fmla="*/ 234506 h 457295"/>
                <a:gd name="connsiteX84" fmla="*/ 633603 w 1142237"/>
                <a:gd name="connsiteY84" fmla="*/ 258032 h 457295"/>
                <a:gd name="connsiteX85" fmla="*/ 628841 w 1142237"/>
                <a:gd name="connsiteY85" fmla="*/ 269462 h 457295"/>
                <a:gd name="connsiteX86" fmla="*/ 628841 w 1142237"/>
                <a:gd name="connsiteY86" fmla="*/ 279559 h 457295"/>
                <a:gd name="connsiteX87" fmla="*/ 508349 w 1142237"/>
                <a:gd name="connsiteY87" fmla="*/ 270700 h 457295"/>
                <a:gd name="connsiteX88" fmla="*/ 550926 w 1142237"/>
                <a:gd name="connsiteY88" fmla="*/ 270700 h 457295"/>
                <a:gd name="connsiteX89" fmla="*/ 557403 w 1142237"/>
                <a:gd name="connsiteY89" fmla="*/ 264223 h 457295"/>
                <a:gd name="connsiteX90" fmla="*/ 557403 w 1142237"/>
                <a:gd name="connsiteY90" fmla="*/ 257366 h 457295"/>
                <a:gd name="connsiteX91" fmla="*/ 549593 w 1142237"/>
                <a:gd name="connsiteY91" fmla="*/ 257366 h 457295"/>
                <a:gd name="connsiteX92" fmla="*/ 543116 w 1142237"/>
                <a:gd name="connsiteY92" fmla="*/ 250889 h 457295"/>
                <a:gd name="connsiteX93" fmla="*/ 543116 w 1142237"/>
                <a:gd name="connsiteY93" fmla="*/ 235363 h 457295"/>
                <a:gd name="connsiteX94" fmla="*/ 536639 w 1142237"/>
                <a:gd name="connsiteY94" fmla="*/ 228886 h 457295"/>
                <a:gd name="connsiteX95" fmla="*/ 457486 w 1142237"/>
                <a:gd name="connsiteY95" fmla="*/ 228886 h 457295"/>
                <a:gd name="connsiteX96" fmla="*/ 457486 w 1142237"/>
                <a:gd name="connsiteY96" fmla="*/ 265938 h 457295"/>
                <a:gd name="connsiteX97" fmla="*/ 613601 w 1142237"/>
                <a:gd name="connsiteY97" fmla="*/ 320612 h 457295"/>
                <a:gd name="connsiteX98" fmla="*/ 613601 w 1142237"/>
                <a:gd name="connsiteY98" fmla="*/ 236315 h 457295"/>
                <a:gd name="connsiteX99" fmla="*/ 606171 w 1142237"/>
                <a:gd name="connsiteY99" fmla="*/ 228886 h 457295"/>
                <a:gd name="connsiteX100" fmla="*/ 579120 w 1142237"/>
                <a:gd name="connsiteY100" fmla="*/ 228886 h 457295"/>
                <a:gd name="connsiteX101" fmla="*/ 571691 w 1142237"/>
                <a:gd name="connsiteY101" fmla="*/ 236315 h 457295"/>
                <a:gd name="connsiteX102" fmla="*/ 571691 w 1142237"/>
                <a:gd name="connsiteY102" fmla="*/ 388620 h 457295"/>
                <a:gd name="connsiteX103" fmla="*/ 544449 w 1142237"/>
                <a:gd name="connsiteY103" fmla="*/ 424148 h 457295"/>
                <a:gd name="connsiteX104" fmla="*/ 534448 w 1142237"/>
                <a:gd name="connsiteY104" fmla="*/ 435197 h 457295"/>
                <a:gd name="connsiteX105" fmla="*/ 564356 w 1142237"/>
                <a:gd name="connsiteY105" fmla="*/ 402050 h 457295"/>
                <a:gd name="connsiteX106" fmla="*/ 554355 w 1142237"/>
                <a:gd name="connsiteY106" fmla="*/ 413099 h 457295"/>
                <a:gd name="connsiteX107" fmla="*/ 571595 w 1142237"/>
                <a:gd name="connsiteY107" fmla="*/ 457295 h 457295"/>
                <a:gd name="connsiteX108" fmla="*/ 571595 w 1142237"/>
                <a:gd name="connsiteY108" fmla="*/ 388620 h 457295"/>
                <a:gd name="connsiteX109" fmla="*/ 598837 w 1142237"/>
                <a:gd name="connsiteY109" fmla="*/ 424148 h 457295"/>
                <a:gd name="connsiteX110" fmla="*/ 608838 w 1142237"/>
                <a:gd name="connsiteY110" fmla="*/ 435197 h 457295"/>
                <a:gd name="connsiteX111" fmla="*/ 578930 w 1142237"/>
                <a:gd name="connsiteY111" fmla="*/ 402050 h 457295"/>
                <a:gd name="connsiteX112" fmla="*/ 588931 w 1142237"/>
                <a:gd name="connsiteY112" fmla="*/ 413099 h 457295"/>
                <a:gd name="connsiteX113" fmla="*/ 593789 w 1142237"/>
                <a:gd name="connsiteY113" fmla="*/ 328232 h 457295"/>
                <a:gd name="connsiteX114" fmla="*/ 606933 w 1142237"/>
                <a:gd name="connsiteY114" fmla="*/ 320612 h 457295"/>
                <a:gd name="connsiteX115" fmla="*/ 622078 w 1142237"/>
                <a:gd name="connsiteY115" fmla="*/ 335756 h 457295"/>
                <a:gd name="connsiteX116" fmla="*/ 622078 w 1142237"/>
                <a:gd name="connsiteY116" fmla="*/ 418814 h 457295"/>
                <a:gd name="connsiteX117" fmla="*/ 549688 w 1142237"/>
                <a:gd name="connsiteY117" fmla="*/ 328136 h 457295"/>
                <a:gd name="connsiteX118" fmla="*/ 536543 w 1142237"/>
                <a:gd name="connsiteY118" fmla="*/ 320516 h 457295"/>
                <a:gd name="connsiteX119" fmla="*/ 521399 w 1142237"/>
                <a:gd name="connsiteY119" fmla="*/ 335661 h 457295"/>
                <a:gd name="connsiteX120" fmla="*/ 521399 w 1142237"/>
                <a:gd name="connsiteY120" fmla="*/ 418719 h 457295"/>
                <a:gd name="connsiteX121" fmla="*/ 685991 w 1142237"/>
                <a:gd name="connsiteY121" fmla="*/ 457105 h 457295"/>
                <a:gd name="connsiteX122" fmla="*/ 571786 w 1142237"/>
                <a:gd name="connsiteY122" fmla="*/ 388430 h 457295"/>
                <a:gd name="connsiteX123" fmla="*/ 681419 w 1142237"/>
                <a:gd name="connsiteY123" fmla="*/ 361188 h 457295"/>
                <a:gd name="connsiteX124" fmla="*/ 685991 w 1142237"/>
                <a:gd name="connsiteY124" fmla="*/ 372046 h 457295"/>
                <a:gd name="connsiteX125" fmla="*/ 457581 w 1142237"/>
                <a:gd name="connsiteY125" fmla="*/ 320040 h 457295"/>
                <a:gd name="connsiteX126" fmla="*/ 482537 w 1142237"/>
                <a:gd name="connsiteY126" fmla="*/ 344996 h 457295"/>
                <a:gd name="connsiteX127" fmla="*/ 507492 w 1142237"/>
                <a:gd name="connsiteY127" fmla="*/ 369951 h 457295"/>
                <a:gd name="connsiteX128" fmla="*/ 494348 w 1142237"/>
                <a:gd name="connsiteY128" fmla="*/ 391954 h 457295"/>
                <a:gd name="connsiteX129" fmla="*/ 495300 w 1142237"/>
                <a:gd name="connsiteY129" fmla="*/ 397859 h 457295"/>
                <a:gd name="connsiteX130" fmla="*/ 476441 w 1142237"/>
                <a:gd name="connsiteY130" fmla="*/ 416719 h 457295"/>
                <a:gd name="connsiteX131" fmla="*/ 457581 w 1142237"/>
                <a:gd name="connsiteY131" fmla="*/ 397859 h 457295"/>
                <a:gd name="connsiteX132" fmla="*/ 457581 w 1142237"/>
                <a:gd name="connsiteY132" fmla="*/ 457105 h 457295"/>
                <a:gd name="connsiteX133" fmla="*/ 571786 w 1142237"/>
                <a:gd name="connsiteY133" fmla="*/ 388430 h 457295"/>
                <a:gd name="connsiteX134" fmla="*/ 472726 w 1142237"/>
                <a:gd name="connsiteY134" fmla="*/ 382715 h 457295"/>
                <a:gd name="connsiteX135" fmla="*/ 457486 w 1142237"/>
                <a:gd name="connsiteY135" fmla="*/ 397955 h 457295"/>
                <a:gd name="connsiteX136" fmla="*/ 508349 w 1142237"/>
                <a:gd name="connsiteY136" fmla="*/ 299752 h 457295"/>
                <a:gd name="connsiteX137" fmla="*/ 503492 w 1142237"/>
                <a:gd name="connsiteY137" fmla="*/ 294894 h 457295"/>
                <a:gd name="connsiteX138" fmla="*/ 498634 w 1142237"/>
                <a:gd name="connsiteY138" fmla="*/ 299752 h 457295"/>
                <a:gd name="connsiteX139" fmla="*/ 503492 w 1142237"/>
                <a:gd name="connsiteY139" fmla="*/ 304610 h 457295"/>
                <a:gd name="connsiteX140" fmla="*/ 508349 w 1142237"/>
                <a:gd name="connsiteY140" fmla="*/ 299752 h 457295"/>
                <a:gd name="connsiteX141" fmla="*/ 529781 w 1142237"/>
                <a:gd name="connsiteY141" fmla="*/ 270605 h 457295"/>
                <a:gd name="connsiteX142" fmla="*/ 529781 w 1142237"/>
                <a:gd name="connsiteY142" fmla="*/ 292989 h 457295"/>
                <a:gd name="connsiteX143" fmla="*/ 523303 w 1142237"/>
                <a:gd name="connsiteY143" fmla="*/ 299466 h 457295"/>
                <a:gd name="connsiteX144" fmla="*/ 508349 w 1142237"/>
                <a:gd name="connsiteY144" fmla="*/ 299466 h 457295"/>
                <a:gd name="connsiteX145" fmla="*/ 436626 w 1142237"/>
                <a:gd name="connsiteY145" fmla="*/ 352139 h 457295"/>
                <a:gd name="connsiteX146" fmla="*/ 436626 w 1142237"/>
                <a:gd name="connsiteY146" fmla="*/ 291465 h 457295"/>
                <a:gd name="connsiteX147" fmla="*/ 454057 w 1142237"/>
                <a:gd name="connsiteY147" fmla="*/ 274034 h 457295"/>
                <a:gd name="connsiteX148" fmla="*/ 253651 w 1142237"/>
                <a:gd name="connsiteY148" fmla="*/ 287655 h 457295"/>
                <a:gd name="connsiteX149" fmla="*/ 229076 w 1142237"/>
                <a:gd name="connsiteY149" fmla="*/ 263081 h 457295"/>
                <a:gd name="connsiteX150" fmla="*/ 229076 w 1142237"/>
                <a:gd name="connsiteY150" fmla="*/ 342900 h 457295"/>
                <a:gd name="connsiteX151" fmla="*/ 229076 w 1142237"/>
                <a:gd name="connsiteY151" fmla="*/ 422720 h 457295"/>
                <a:gd name="connsiteX152" fmla="*/ 270891 w 1142237"/>
                <a:gd name="connsiteY152" fmla="*/ 380905 h 457295"/>
                <a:gd name="connsiteX153" fmla="*/ 270891 w 1142237"/>
                <a:gd name="connsiteY153" fmla="*/ 270510 h 457295"/>
                <a:gd name="connsiteX154" fmla="*/ 305848 w 1142237"/>
                <a:gd name="connsiteY154" fmla="*/ 305467 h 457295"/>
                <a:gd name="connsiteX155" fmla="*/ 305848 w 1142237"/>
                <a:gd name="connsiteY155" fmla="*/ 326041 h 457295"/>
                <a:gd name="connsiteX156" fmla="*/ 383762 w 1142237"/>
                <a:gd name="connsiteY156" fmla="*/ 417767 h 457295"/>
                <a:gd name="connsiteX157" fmla="*/ 413004 w 1142237"/>
                <a:gd name="connsiteY157" fmla="*/ 447008 h 457295"/>
                <a:gd name="connsiteX158" fmla="*/ 275654 w 1142237"/>
                <a:gd name="connsiteY158" fmla="*/ 444722 h 457295"/>
                <a:gd name="connsiteX159" fmla="*/ 287941 w 1142237"/>
                <a:gd name="connsiteY159" fmla="*/ 432435 h 457295"/>
                <a:gd name="connsiteX160" fmla="*/ 343186 w 1142237"/>
                <a:gd name="connsiteY160" fmla="*/ 432435 h 457295"/>
                <a:gd name="connsiteX161" fmla="*/ 370808 w 1142237"/>
                <a:gd name="connsiteY161" fmla="*/ 299752 h 457295"/>
                <a:gd name="connsiteX162" fmla="*/ 370808 w 1142237"/>
                <a:gd name="connsiteY162" fmla="*/ 383381 h 457295"/>
                <a:gd name="connsiteX163" fmla="*/ 324422 w 1142237"/>
                <a:gd name="connsiteY163" fmla="*/ 407480 h 457295"/>
                <a:gd name="connsiteX164" fmla="*/ 324422 w 1142237"/>
                <a:gd name="connsiteY164" fmla="*/ 355664 h 457295"/>
                <a:gd name="connsiteX165" fmla="*/ 288227 w 1142237"/>
                <a:gd name="connsiteY165" fmla="*/ 305371 h 457295"/>
                <a:gd name="connsiteX166" fmla="*/ 288227 w 1142237"/>
                <a:gd name="connsiteY166" fmla="*/ 391859 h 457295"/>
                <a:gd name="connsiteX167" fmla="*/ 319754 w 1142237"/>
                <a:gd name="connsiteY167" fmla="*/ 281369 h 457295"/>
                <a:gd name="connsiteX168" fmla="*/ 266986 w 1142237"/>
                <a:gd name="connsiteY168" fmla="*/ 228600 h 457295"/>
                <a:gd name="connsiteX169" fmla="*/ 419291 w 1142237"/>
                <a:gd name="connsiteY169" fmla="*/ 228600 h 457295"/>
                <a:gd name="connsiteX170" fmla="*/ 394716 w 1142237"/>
                <a:gd name="connsiteY170" fmla="*/ 253175 h 457295"/>
                <a:gd name="connsiteX171" fmla="*/ 457391 w 1142237"/>
                <a:gd name="connsiteY171" fmla="*/ 228600 h 457295"/>
                <a:gd name="connsiteX172" fmla="*/ 432721 w 1142237"/>
                <a:gd name="connsiteY172" fmla="*/ 253175 h 457295"/>
                <a:gd name="connsiteX173" fmla="*/ 228886 w 1142237"/>
                <a:gd name="connsiteY173" fmla="*/ 228600 h 457295"/>
                <a:gd name="connsiteX174" fmla="*/ 253460 w 1142237"/>
                <a:gd name="connsiteY174" fmla="*/ 253175 h 457295"/>
                <a:gd name="connsiteX175" fmla="*/ 270605 w 1142237"/>
                <a:gd name="connsiteY175" fmla="*/ 415195 h 457295"/>
                <a:gd name="connsiteX176" fmla="*/ 228791 w 1142237"/>
                <a:gd name="connsiteY176" fmla="*/ 457010 h 457295"/>
                <a:gd name="connsiteX177" fmla="*/ 457200 w 1142237"/>
                <a:gd name="connsiteY177" fmla="*/ 457010 h 457295"/>
                <a:gd name="connsiteX178" fmla="*/ 432530 w 1142237"/>
                <a:gd name="connsiteY178" fmla="*/ 432435 h 457295"/>
                <a:gd name="connsiteX179" fmla="*/ 342900 w 1142237"/>
                <a:gd name="connsiteY179" fmla="*/ 416623 h 457295"/>
                <a:gd name="connsiteX180" fmla="*/ 342900 w 1142237"/>
                <a:gd name="connsiteY180" fmla="*/ 339757 h 457295"/>
                <a:gd name="connsiteX181" fmla="*/ 305467 w 1142237"/>
                <a:gd name="connsiteY181" fmla="*/ 416623 h 457295"/>
                <a:gd name="connsiteX182" fmla="*/ 305467 w 1142237"/>
                <a:gd name="connsiteY182" fmla="*/ 339757 h 457295"/>
                <a:gd name="connsiteX183" fmla="*/ 342900 w 1142237"/>
                <a:gd name="connsiteY183" fmla="*/ 339757 h 457295"/>
                <a:gd name="connsiteX184" fmla="*/ 342900 w 1142237"/>
                <a:gd name="connsiteY184" fmla="*/ 281369 h 457295"/>
                <a:gd name="connsiteX185" fmla="*/ 398240 w 1142237"/>
                <a:gd name="connsiteY185" fmla="*/ 281369 h 457295"/>
                <a:gd name="connsiteX186" fmla="*/ 415385 w 1142237"/>
                <a:gd name="connsiteY186" fmla="*/ 296132 h 457295"/>
                <a:gd name="connsiteX187" fmla="*/ 415385 w 1142237"/>
                <a:gd name="connsiteY187" fmla="*/ 385572 h 457295"/>
                <a:gd name="connsiteX188" fmla="*/ 457200 w 1142237"/>
                <a:gd name="connsiteY188" fmla="*/ 427387 h 457295"/>
                <a:gd name="connsiteX189" fmla="*/ 398336 w 1142237"/>
                <a:gd name="connsiteY189" fmla="*/ 281369 h 457295"/>
                <a:gd name="connsiteX190" fmla="*/ 398336 w 1142237"/>
                <a:gd name="connsiteY190" fmla="*/ 398050 h 457295"/>
                <a:gd name="connsiteX191" fmla="*/ 424625 w 1142237"/>
                <a:gd name="connsiteY191" fmla="*/ 424339 h 457295"/>
                <a:gd name="connsiteX192" fmla="*/ 57436 w 1142237"/>
                <a:gd name="connsiteY192" fmla="*/ 262890 h 457295"/>
                <a:gd name="connsiteX193" fmla="*/ 57436 w 1142237"/>
                <a:gd name="connsiteY193" fmla="*/ 333946 h 457295"/>
                <a:gd name="connsiteX194" fmla="*/ 114490 w 1142237"/>
                <a:gd name="connsiteY194" fmla="*/ 285655 h 457295"/>
                <a:gd name="connsiteX195" fmla="*/ 114490 w 1142237"/>
                <a:gd name="connsiteY195" fmla="*/ 346615 h 457295"/>
                <a:gd name="connsiteX196" fmla="*/ 114490 w 1142237"/>
                <a:gd name="connsiteY196" fmla="*/ 389287 h 457295"/>
                <a:gd name="connsiteX197" fmla="*/ 114490 w 1142237"/>
                <a:gd name="connsiteY197" fmla="*/ 456914 h 457295"/>
                <a:gd name="connsiteX198" fmla="*/ 228695 w 1142237"/>
                <a:gd name="connsiteY198" fmla="*/ 368332 h 457295"/>
                <a:gd name="connsiteX199" fmla="*/ 190595 w 1142237"/>
                <a:gd name="connsiteY199" fmla="*/ 342900 h 457295"/>
                <a:gd name="connsiteX200" fmla="*/ 152495 w 1142237"/>
                <a:gd name="connsiteY200" fmla="*/ 368332 h 457295"/>
                <a:gd name="connsiteX201" fmla="*/ 76390 w 1142237"/>
                <a:gd name="connsiteY201" fmla="*/ 325279 h 457295"/>
                <a:gd name="connsiteX202" fmla="*/ 76390 w 1142237"/>
                <a:gd name="connsiteY202" fmla="*/ 275558 h 457295"/>
                <a:gd name="connsiteX203" fmla="*/ 152495 w 1142237"/>
                <a:gd name="connsiteY203" fmla="*/ 311087 h 457295"/>
                <a:gd name="connsiteX204" fmla="*/ 114395 w 1142237"/>
                <a:gd name="connsiteY204" fmla="*/ 285655 h 457295"/>
                <a:gd name="connsiteX205" fmla="*/ 76295 w 1142237"/>
                <a:gd name="connsiteY205" fmla="*/ 311087 h 457295"/>
                <a:gd name="connsiteX206" fmla="*/ 190500 w 1142237"/>
                <a:gd name="connsiteY206" fmla="*/ 425291 h 457295"/>
                <a:gd name="connsiteX207" fmla="*/ 152400 w 1142237"/>
                <a:gd name="connsiteY207" fmla="*/ 399860 h 457295"/>
                <a:gd name="connsiteX208" fmla="*/ 114300 w 1142237"/>
                <a:gd name="connsiteY208" fmla="*/ 425291 h 457295"/>
                <a:gd name="connsiteX209" fmla="*/ 228505 w 1142237"/>
                <a:gd name="connsiteY209" fmla="*/ 390049 h 457295"/>
                <a:gd name="connsiteX210" fmla="*/ 228505 w 1142237"/>
                <a:gd name="connsiteY210" fmla="*/ 456914 h 457295"/>
                <a:gd name="connsiteX211" fmla="*/ 114300 w 1142237"/>
                <a:gd name="connsiteY211" fmla="*/ 368141 h 457295"/>
                <a:gd name="connsiteX212" fmla="*/ 76200 w 1142237"/>
                <a:gd name="connsiteY212" fmla="*/ 342710 h 457295"/>
                <a:gd name="connsiteX213" fmla="*/ 38100 w 1142237"/>
                <a:gd name="connsiteY213" fmla="*/ 368141 h 457295"/>
                <a:gd name="connsiteX214" fmla="*/ 76200 w 1142237"/>
                <a:gd name="connsiteY214" fmla="*/ 253937 h 457295"/>
                <a:gd name="connsiteX215" fmla="*/ 38100 w 1142237"/>
                <a:gd name="connsiteY215" fmla="*/ 228505 h 457295"/>
                <a:gd name="connsiteX216" fmla="*/ 0 w 1142237"/>
                <a:gd name="connsiteY216" fmla="*/ 266605 h 457295"/>
                <a:gd name="connsiteX217" fmla="*/ 209455 w 1142237"/>
                <a:gd name="connsiteY217" fmla="*/ 377190 h 457295"/>
                <a:gd name="connsiteX218" fmla="*/ 209455 w 1142237"/>
                <a:gd name="connsiteY218" fmla="*/ 456914 h 457295"/>
                <a:gd name="connsiteX219" fmla="*/ 133350 w 1142237"/>
                <a:gd name="connsiteY219" fmla="*/ 319850 h 457295"/>
                <a:gd name="connsiteX220" fmla="*/ 133350 w 1142237"/>
                <a:gd name="connsiteY220" fmla="*/ 390906 h 457295"/>
                <a:gd name="connsiteX221" fmla="*/ 171450 w 1142237"/>
                <a:gd name="connsiteY221" fmla="*/ 434054 h 457295"/>
                <a:gd name="connsiteX222" fmla="*/ 171450 w 1142237"/>
                <a:gd name="connsiteY222" fmla="*/ 456819 h 457295"/>
                <a:gd name="connsiteX223" fmla="*/ 171450 w 1142237"/>
                <a:gd name="connsiteY223" fmla="*/ 275368 h 457295"/>
                <a:gd name="connsiteX224" fmla="*/ 171450 w 1142237"/>
                <a:gd name="connsiteY224" fmla="*/ 333661 h 457295"/>
                <a:gd name="connsiteX225" fmla="*/ 95345 w 1142237"/>
                <a:gd name="connsiteY225" fmla="*/ 376809 h 457295"/>
                <a:gd name="connsiteX226" fmla="*/ 95345 w 1142237"/>
                <a:gd name="connsiteY226" fmla="*/ 456724 h 457295"/>
                <a:gd name="connsiteX227" fmla="*/ 76295 w 1142237"/>
                <a:gd name="connsiteY227" fmla="*/ 342519 h 457295"/>
                <a:gd name="connsiteX228" fmla="*/ 76295 w 1142237"/>
                <a:gd name="connsiteY228" fmla="*/ 456724 h 457295"/>
                <a:gd name="connsiteX229" fmla="*/ 152400 w 1142237"/>
                <a:gd name="connsiteY229" fmla="*/ 399574 h 457295"/>
                <a:gd name="connsiteX230" fmla="*/ 152400 w 1142237"/>
                <a:gd name="connsiteY230" fmla="*/ 456724 h 457295"/>
                <a:gd name="connsiteX231" fmla="*/ 190500 w 1142237"/>
                <a:gd name="connsiteY231" fmla="*/ 342519 h 457295"/>
                <a:gd name="connsiteX232" fmla="*/ 190500 w 1142237"/>
                <a:gd name="connsiteY232" fmla="*/ 456724 h 457295"/>
                <a:gd name="connsiteX233" fmla="*/ 38195 w 1142237"/>
                <a:gd name="connsiteY233" fmla="*/ 228314 h 457295"/>
                <a:gd name="connsiteX234" fmla="*/ 38195 w 1142237"/>
                <a:gd name="connsiteY234" fmla="*/ 346424 h 457295"/>
                <a:gd name="connsiteX235" fmla="*/ 38195 w 1142237"/>
                <a:gd name="connsiteY235" fmla="*/ 389096 h 457295"/>
                <a:gd name="connsiteX236" fmla="*/ 38195 w 1142237"/>
                <a:gd name="connsiteY236" fmla="*/ 456724 h 457295"/>
                <a:gd name="connsiteX237" fmla="*/ 152400 w 1142237"/>
                <a:gd name="connsiteY237" fmla="*/ 240983 h 457295"/>
                <a:gd name="connsiteX238" fmla="*/ 152400 w 1142237"/>
                <a:gd name="connsiteY238" fmla="*/ 382143 h 457295"/>
                <a:gd name="connsiteX239" fmla="*/ 190500 w 1142237"/>
                <a:gd name="connsiteY239" fmla="*/ 266414 h 457295"/>
                <a:gd name="connsiteX240" fmla="*/ 152400 w 1142237"/>
                <a:gd name="connsiteY240" fmla="*/ 240983 h 457295"/>
                <a:gd name="connsiteX241" fmla="*/ 114300 w 1142237"/>
                <a:gd name="connsiteY241" fmla="*/ 266414 h 457295"/>
                <a:gd name="connsiteX242" fmla="*/ 190405 w 1142237"/>
                <a:gd name="connsiteY242" fmla="*/ 320897 h 457295"/>
                <a:gd name="connsiteX243" fmla="*/ 190405 w 1142237"/>
                <a:gd name="connsiteY243" fmla="*/ 279368 h 457295"/>
                <a:gd name="connsiteX244" fmla="*/ 864965 w 1142237"/>
                <a:gd name="connsiteY244" fmla="*/ 277082 h 457295"/>
                <a:gd name="connsiteX245" fmla="*/ 816864 w 1142237"/>
                <a:gd name="connsiteY245" fmla="*/ 294418 h 457295"/>
                <a:gd name="connsiteX246" fmla="*/ 799529 w 1142237"/>
                <a:gd name="connsiteY246" fmla="*/ 331565 h 457295"/>
                <a:gd name="connsiteX247" fmla="*/ 799529 w 1142237"/>
                <a:gd name="connsiteY247" fmla="*/ 342519 h 457295"/>
                <a:gd name="connsiteX248" fmla="*/ 864965 w 1142237"/>
                <a:gd name="connsiteY248" fmla="*/ 277082 h 457295"/>
                <a:gd name="connsiteX249" fmla="*/ 782193 w 1142237"/>
                <a:gd name="connsiteY249" fmla="*/ 294418 h 457295"/>
                <a:gd name="connsiteX250" fmla="*/ 734092 w 1142237"/>
                <a:gd name="connsiteY250" fmla="*/ 277082 h 457295"/>
                <a:gd name="connsiteX251" fmla="*/ 799529 w 1142237"/>
                <a:gd name="connsiteY251" fmla="*/ 342519 h 457295"/>
                <a:gd name="connsiteX252" fmla="*/ 782193 w 1142237"/>
                <a:gd name="connsiteY252" fmla="*/ 294418 h 457295"/>
                <a:gd name="connsiteX253" fmla="*/ 799529 w 1142237"/>
                <a:gd name="connsiteY253" fmla="*/ 279464 h 457295"/>
                <a:gd name="connsiteX254" fmla="*/ 760762 w 1142237"/>
                <a:gd name="connsiteY254" fmla="*/ 247269 h 457295"/>
                <a:gd name="connsiteX255" fmla="*/ 752856 w 1142237"/>
                <a:gd name="connsiteY255" fmla="*/ 278321 h 457295"/>
                <a:gd name="connsiteX256" fmla="*/ 846106 w 1142237"/>
                <a:gd name="connsiteY256" fmla="*/ 278321 h 457295"/>
                <a:gd name="connsiteX257" fmla="*/ 838200 w 1142237"/>
                <a:gd name="connsiteY257" fmla="*/ 247269 h 457295"/>
                <a:gd name="connsiteX258" fmla="*/ 796481 w 1142237"/>
                <a:gd name="connsiteY258" fmla="*/ 285750 h 457295"/>
                <a:gd name="connsiteX259" fmla="*/ 791718 w 1142237"/>
                <a:gd name="connsiteY259" fmla="*/ 306800 h 457295"/>
                <a:gd name="connsiteX260" fmla="*/ 820293 w 1142237"/>
                <a:gd name="connsiteY260" fmla="*/ 256032 h 457295"/>
                <a:gd name="connsiteX261" fmla="*/ 799529 w 1142237"/>
                <a:gd name="connsiteY261" fmla="*/ 228219 h 457295"/>
                <a:gd name="connsiteX262" fmla="*/ 778764 w 1142237"/>
                <a:gd name="connsiteY262" fmla="*/ 256032 h 457295"/>
                <a:gd name="connsiteX263" fmla="*/ 822389 w 1142237"/>
                <a:gd name="connsiteY263" fmla="*/ 365284 h 457295"/>
                <a:gd name="connsiteX264" fmla="*/ 936593 w 1142237"/>
                <a:gd name="connsiteY264" fmla="*/ 251079 h 457295"/>
                <a:gd name="connsiteX265" fmla="*/ 776669 w 1142237"/>
                <a:gd name="connsiteY265" fmla="*/ 365284 h 457295"/>
                <a:gd name="connsiteX266" fmla="*/ 685324 w 1142237"/>
                <a:gd name="connsiteY266" fmla="*/ 273939 h 457295"/>
                <a:gd name="connsiteX267" fmla="*/ 731044 w 1142237"/>
                <a:gd name="connsiteY267" fmla="*/ 411004 h 457295"/>
                <a:gd name="connsiteX268" fmla="*/ 680847 w 1142237"/>
                <a:gd name="connsiteY268" fmla="*/ 360807 h 457295"/>
                <a:gd name="connsiteX269" fmla="*/ 753904 w 1142237"/>
                <a:gd name="connsiteY269" fmla="*/ 388239 h 457295"/>
                <a:gd name="connsiteX270" fmla="*/ 685324 w 1142237"/>
                <a:gd name="connsiteY270" fmla="*/ 319659 h 457295"/>
                <a:gd name="connsiteX271" fmla="*/ 868109 w 1142237"/>
                <a:gd name="connsiteY271" fmla="*/ 411004 h 457295"/>
                <a:gd name="connsiteX272" fmla="*/ 936689 w 1142237"/>
                <a:gd name="connsiteY272" fmla="*/ 342519 h 457295"/>
                <a:gd name="connsiteX273" fmla="*/ 845344 w 1142237"/>
                <a:gd name="connsiteY273" fmla="*/ 388239 h 457295"/>
                <a:gd name="connsiteX274" fmla="*/ 931164 w 1142237"/>
                <a:gd name="connsiteY274" fmla="*/ 302419 h 457295"/>
                <a:gd name="connsiteX275" fmla="*/ 685419 w 1142237"/>
                <a:gd name="connsiteY275" fmla="*/ 456819 h 457295"/>
                <a:gd name="connsiteX276" fmla="*/ 799624 w 1142237"/>
                <a:gd name="connsiteY276" fmla="*/ 342614 h 457295"/>
                <a:gd name="connsiteX277" fmla="*/ 913829 w 1142237"/>
                <a:gd name="connsiteY277" fmla="*/ 456819 h 457295"/>
                <a:gd name="connsiteX278" fmla="*/ 765239 w 1142237"/>
                <a:gd name="connsiteY278" fmla="*/ 422434 h 457295"/>
                <a:gd name="connsiteX279" fmla="*/ 833914 w 1142237"/>
                <a:gd name="connsiteY279" fmla="*/ 422434 h 457295"/>
                <a:gd name="connsiteX280" fmla="*/ 833914 w 1142237"/>
                <a:gd name="connsiteY280" fmla="*/ 422434 h 457295"/>
                <a:gd name="connsiteX281" fmla="*/ 799529 w 1142237"/>
                <a:gd name="connsiteY281" fmla="*/ 456819 h 457295"/>
                <a:gd name="connsiteX282" fmla="*/ 765143 w 1142237"/>
                <a:gd name="connsiteY282" fmla="*/ 422434 h 457295"/>
                <a:gd name="connsiteX283" fmla="*/ 730949 w 1142237"/>
                <a:gd name="connsiteY283" fmla="*/ 456819 h 457295"/>
                <a:gd name="connsiteX284" fmla="*/ 799529 w 1142237"/>
                <a:gd name="connsiteY284" fmla="*/ 388334 h 457295"/>
                <a:gd name="connsiteX285" fmla="*/ 868109 w 1142237"/>
                <a:gd name="connsiteY285" fmla="*/ 456819 h 457295"/>
                <a:gd name="connsiteX286" fmla="*/ 979551 w 1142237"/>
                <a:gd name="connsiteY286" fmla="*/ 322517 h 457295"/>
                <a:gd name="connsiteX287" fmla="*/ 931164 w 1142237"/>
                <a:gd name="connsiteY287" fmla="*/ 302419 h 457295"/>
                <a:gd name="connsiteX288" fmla="*/ 1076611 w 1142237"/>
                <a:gd name="connsiteY288" fmla="*/ 322517 h 457295"/>
                <a:gd name="connsiteX289" fmla="*/ 1123855 w 1142237"/>
                <a:gd name="connsiteY289" fmla="*/ 302990 h 457295"/>
                <a:gd name="connsiteX290" fmla="*/ 979646 w 1142237"/>
                <a:gd name="connsiteY290" fmla="*/ 362712 h 457295"/>
                <a:gd name="connsiteX291" fmla="*/ 932402 w 1142237"/>
                <a:gd name="connsiteY291" fmla="*/ 382334 h 457295"/>
                <a:gd name="connsiteX292" fmla="*/ 1076611 w 1142237"/>
                <a:gd name="connsiteY292" fmla="*/ 362712 h 457295"/>
                <a:gd name="connsiteX293" fmla="*/ 1123855 w 1142237"/>
                <a:gd name="connsiteY293" fmla="*/ 382334 h 457295"/>
                <a:gd name="connsiteX294" fmla="*/ 1048226 w 1142237"/>
                <a:gd name="connsiteY294" fmla="*/ 391192 h 457295"/>
                <a:gd name="connsiteX295" fmla="*/ 1067753 w 1142237"/>
                <a:gd name="connsiteY295" fmla="*/ 438436 h 457295"/>
                <a:gd name="connsiteX296" fmla="*/ 1008031 w 1142237"/>
                <a:gd name="connsiteY296" fmla="*/ 294227 h 457295"/>
                <a:gd name="connsiteX297" fmla="*/ 988505 w 1142237"/>
                <a:gd name="connsiteY297" fmla="*/ 246983 h 457295"/>
                <a:gd name="connsiteX298" fmla="*/ 1008031 w 1142237"/>
                <a:gd name="connsiteY298" fmla="*/ 391192 h 457295"/>
                <a:gd name="connsiteX299" fmla="*/ 988505 w 1142237"/>
                <a:gd name="connsiteY299" fmla="*/ 438436 h 457295"/>
                <a:gd name="connsiteX300" fmla="*/ 1048226 w 1142237"/>
                <a:gd name="connsiteY300" fmla="*/ 294227 h 457295"/>
                <a:gd name="connsiteX301" fmla="*/ 1067753 w 1142237"/>
                <a:gd name="connsiteY301" fmla="*/ 246983 h 457295"/>
                <a:gd name="connsiteX302" fmla="*/ 1069181 w 1142237"/>
                <a:gd name="connsiteY302" fmla="*/ 342710 h 457295"/>
                <a:gd name="connsiteX303" fmla="*/ 1142238 w 1142237"/>
                <a:gd name="connsiteY303" fmla="*/ 342710 h 457295"/>
                <a:gd name="connsiteX304" fmla="*/ 1050893 w 1142237"/>
                <a:gd name="connsiteY304" fmla="*/ 319850 h 457295"/>
                <a:gd name="connsiteX305" fmla="*/ 1142238 w 1142237"/>
                <a:gd name="connsiteY305" fmla="*/ 228505 h 457295"/>
                <a:gd name="connsiteX306" fmla="*/ 1050893 w 1142237"/>
                <a:gd name="connsiteY306" fmla="*/ 365570 h 457295"/>
                <a:gd name="connsiteX307" fmla="*/ 1142238 w 1142237"/>
                <a:gd name="connsiteY307" fmla="*/ 456914 h 457295"/>
                <a:gd name="connsiteX308" fmla="*/ 1005173 w 1142237"/>
                <a:gd name="connsiteY308" fmla="*/ 319850 h 457295"/>
                <a:gd name="connsiteX309" fmla="*/ 936689 w 1142237"/>
                <a:gd name="connsiteY309" fmla="*/ 251270 h 457295"/>
                <a:gd name="connsiteX310" fmla="*/ 1028033 w 1142237"/>
                <a:gd name="connsiteY310" fmla="*/ 383762 h 457295"/>
                <a:gd name="connsiteX311" fmla="*/ 1028033 w 1142237"/>
                <a:gd name="connsiteY311" fmla="*/ 456819 h 457295"/>
                <a:gd name="connsiteX312" fmla="*/ 986885 w 1142237"/>
                <a:gd name="connsiteY312" fmla="*/ 342614 h 457295"/>
                <a:gd name="connsiteX313" fmla="*/ 936593 w 1142237"/>
                <a:gd name="connsiteY313" fmla="*/ 342614 h 457295"/>
                <a:gd name="connsiteX314" fmla="*/ 1027938 w 1142237"/>
                <a:gd name="connsiteY314" fmla="*/ 301466 h 457295"/>
                <a:gd name="connsiteX315" fmla="*/ 1027938 w 1142237"/>
                <a:gd name="connsiteY315" fmla="*/ 228410 h 457295"/>
                <a:gd name="connsiteX316" fmla="*/ 1005078 w 1142237"/>
                <a:gd name="connsiteY316" fmla="*/ 365474 h 457295"/>
                <a:gd name="connsiteX317" fmla="*/ 913733 w 1142237"/>
                <a:gd name="connsiteY317" fmla="*/ 456819 h 457295"/>
                <a:gd name="connsiteX318" fmla="*/ 881348 w 1142237"/>
                <a:gd name="connsiteY318" fmla="*/ 162116 h 457295"/>
                <a:gd name="connsiteX319" fmla="*/ 867823 w 1142237"/>
                <a:gd name="connsiteY319" fmla="*/ 141542 h 457295"/>
                <a:gd name="connsiteX320" fmla="*/ 890588 w 1142237"/>
                <a:gd name="connsiteY320" fmla="*/ 116491 h 457295"/>
                <a:gd name="connsiteX321" fmla="*/ 913733 w 1142237"/>
                <a:gd name="connsiteY321" fmla="*/ 91345 h 457295"/>
                <a:gd name="connsiteX322" fmla="*/ 913733 w 1142237"/>
                <a:gd name="connsiteY322" fmla="*/ 165735 h 457295"/>
                <a:gd name="connsiteX323" fmla="*/ 895826 w 1142237"/>
                <a:gd name="connsiteY323" fmla="*/ 182023 h 457295"/>
                <a:gd name="connsiteX324" fmla="*/ 881348 w 1142237"/>
                <a:gd name="connsiteY324" fmla="*/ 168973 h 457295"/>
                <a:gd name="connsiteX325" fmla="*/ 881348 w 1142237"/>
                <a:gd name="connsiteY325" fmla="*/ 162116 h 457295"/>
                <a:gd name="connsiteX326" fmla="*/ 689896 w 1142237"/>
                <a:gd name="connsiteY326" fmla="*/ 126206 h 457295"/>
                <a:gd name="connsiteX327" fmla="*/ 685324 w 1142237"/>
                <a:gd name="connsiteY327" fmla="*/ 137065 h 457295"/>
                <a:gd name="connsiteX328" fmla="*/ 790480 w 1142237"/>
                <a:gd name="connsiteY328" fmla="*/ 130112 h 457295"/>
                <a:gd name="connsiteX329" fmla="*/ 785146 w 1142237"/>
                <a:gd name="connsiteY329" fmla="*/ 124777 h 457295"/>
                <a:gd name="connsiteX330" fmla="*/ 764572 w 1142237"/>
                <a:gd name="connsiteY330" fmla="*/ 130112 h 457295"/>
                <a:gd name="connsiteX331" fmla="*/ 769906 w 1142237"/>
                <a:gd name="connsiteY331" fmla="*/ 124777 h 457295"/>
                <a:gd name="connsiteX332" fmla="*/ 777526 w 1142237"/>
                <a:gd name="connsiteY332" fmla="*/ 135446 h 457295"/>
                <a:gd name="connsiteX333" fmla="*/ 777526 w 1142237"/>
                <a:gd name="connsiteY333" fmla="*/ 127825 h 457295"/>
                <a:gd name="connsiteX334" fmla="*/ 834581 w 1142237"/>
                <a:gd name="connsiteY334" fmla="*/ 130112 h 457295"/>
                <a:gd name="connsiteX335" fmla="*/ 829247 w 1142237"/>
                <a:gd name="connsiteY335" fmla="*/ 124777 h 457295"/>
                <a:gd name="connsiteX336" fmla="*/ 808673 w 1142237"/>
                <a:gd name="connsiteY336" fmla="*/ 130112 h 457295"/>
                <a:gd name="connsiteX337" fmla="*/ 814007 w 1142237"/>
                <a:gd name="connsiteY337" fmla="*/ 124777 h 457295"/>
                <a:gd name="connsiteX338" fmla="*/ 821627 w 1142237"/>
                <a:gd name="connsiteY338" fmla="*/ 135446 h 457295"/>
                <a:gd name="connsiteX339" fmla="*/ 821627 w 1142237"/>
                <a:gd name="connsiteY339" fmla="*/ 127825 h 457295"/>
                <a:gd name="connsiteX340" fmla="*/ 833628 w 1142237"/>
                <a:gd name="connsiteY340" fmla="*/ 111347 h 457295"/>
                <a:gd name="connsiteX341" fmla="*/ 821627 w 1142237"/>
                <a:gd name="connsiteY341" fmla="*/ 99346 h 457295"/>
                <a:gd name="connsiteX342" fmla="*/ 809625 w 1142237"/>
                <a:gd name="connsiteY342" fmla="*/ 111347 h 457295"/>
                <a:gd name="connsiteX343" fmla="*/ 833533 w 1142237"/>
                <a:gd name="connsiteY343" fmla="*/ 111347 h 457295"/>
                <a:gd name="connsiteX344" fmla="*/ 817721 w 1142237"/>
                <a:gd name="connsiteY344" fmla="*/ 111347 h 457295"/>
                <a:gd name="connsiteX345" fmla="*/ 817721 w 1142237"/>
                <a:gd name="connsiteY345" fmla="*/ 114491 h 457295"/>
                <a:gd name="connsiteX346" fmla="*/ 821722 w 1142237"/>
                <a:gd name="connsiteY346" fmla="*/ 118396 h 457295"/>
                <a:gd name="connsiteX347" fmla="*/ 825627 w 1142237"/>
                <a:gd name="connsiteY347" fmla="*/ 114491 h 457295"/>
                <a:gd name="connsiteX348" fmla="*/ 825627 w 1142237"/>
                <a:gd name="connsiteY348" fmla="*/ 111347 h 457295"/>
                <a:gd name="connsiteX349" fmla="*/ 765620 w 1142237"/>
                <a:gd name="connsiteY349" fmla="*/ 111347 h 457295"/>
                <a:gd name="connsiteX350" fmla="*/ 777621 w 1142237"/>
                <a:gd name="connsiteY350" fmla="*/ 99346 h 457295"/>
                <a:gd name="connsiteX351" fmla="*/ 789623 w 1142237"/>
                <a:gd name="connsiteY351" fmla="*/ 111347 h 457295"/>
                <a:gd name="connsiteX352" fmla="*/ 765715 w 1142237"/>
                <a:gd name="connsiteY352" fmla="*/ 111347 h 457295"/>
                <a:gd name="connsiteX353" fmla="*/ 781526 w 1142237"/>
                <a:gd name="connsiteY353" fmla="*/ 111347 h 457295"/>
                <a:gd name="connsiteX354" fmla="*/ 781526 w 1142237"/>
                <a:gd name="connsiteY354" fmla="*/ 114491 h 457295"/>
                <a:gd name="connsiteX355" fmla="*/ 777621 w 1142237"/>
                <a:gd name="connsiteY355" fmla="*/ 118396 h 457295"/>
                <a:gd name="connsiteX356" fmla="*/ 773620 w 1142237"/>
                <a:gd name="connsiteY356" fmla="*/ 114491 h 457295"/>
                <a:gd name="connsiteX357" fmla="*/ 773620 w 1142237"/>
                <a:gd name="connsiteY357" fmla="*/ 111347 h 457295"/>
                <a:gd name="connsiteX358" fmla="*/ 898589 w 1142237"/>
                <a:gd name="connsiteY358" fmla="*/ 150590 h 457295"/>
                <a:gd name="connsiteX359" fmla="*/ 913829 w 1142237"/>
                <a:gd name="connsiteY359" fmla="*/ 165830 h 457295"/>
                <a:gd name="connsiteX360" fmla="*/ 913829 w 1142237"/>
                <a:gd name="connsiteY360" fmla="*/ 143446 h 457295"/>
                <a:gd name="connsiteX361" fmla="*/ 913829 w 1142237"/>
                <a:gd name="connsiteY361" fmla="*/ 228505 h 457295"/>
                <a:gd name="connsiteX362" fmla="*/ 685419 w 1142237"/>
                <a:gd name="connsiteY362" fmla="*/ 137160 h 457295"/>
                <a:gd name="connsiteX363" fmla="*/ 685419 w 1142237"/>
                <a:gd name="connsiteY363" fmla="*/ 228505 h 457295"/>
                <a:gd name="connsiteX364" fmla="*/ 690277 w 1142237"/>
                <a:gd name="connsiteY364" fmla="*/ 42005 h 457295"/>
                <a:gd name="connsiteX365" fmla="*/ 685419 w 1142237"/>
                <a:gd name="connsiteY365" fmla="*/ 37148 h 457295"/>
                <a:gd name="connsiteX366" fmla="*/ 680561 w 1142237"/>
                <a:gd name="connsiteY366" fmla="*/ 42005 h 457295"/>
                <a:gd name="connsiteX367" fmla="*/ 685419 w 1142237"/>
                <a:gd name="connsiteY367" fmla="*/ 46863 h 457295"/>
                <a:gd name="connsiteX368" fmla="*/ 690277 w 1142237"/>
                <a:gd name="connsiteY368" fmla="*/ 42005 h 457295"/>
                <a:gd name="connsiteX369" fmla="*/ 736283 w 1142237"/>
                <a:gd name="connsiteY369" fmla="*/ 42005 h 457295"/>
                <a:gd name="connsiteX370" fmla="*/ 731425 w 1142237"/>
                <a:gd name="connsiteY370" fmla="*/ 37148 h 457295"/>
                <a:gd name="connsiteX371" fmla="*/ 726567 w 1142237"/>
                <a:gd name="connsiteY371" fmla="*/ 42005 h 457295"/>
                <a:gd name="connsiteX372" fmla="*/ 731425 w 1142237"/>
                <a:gd name="connsiteY372" fmla="*/ 46863 h 457295"/>
                <a:gd name="connsiteX373" fmla="*/ 736283 w 1142237"/>
                <a:gd name="connsiteY373" fmla="*/ 42005 h 457295"/>
                <a:gd name="connsiteX374" fmla="*/ 711422 w 1142237"/>
                <a:gd name="connsiteY374" fmla="*/ 70866 h 457295"/>
                <a:gd name="connsiteX375" fmla="*/ 706565 w 1142237"/>
                <a:gd name="connsiteY375" fmla="*/ 66008 h 457295"/>
                <a:gd name="connsiteX376" fmla="*/ 701707 w 1142237"/>
                <a:gd name="connsiteY376" fmla="*/ 70866 h 457295"/>
                <a:gd name="connsiteX377" fmla="*/ 706565 w 1142237"/>
                <a:gd name="connsiteY377" fmla="*/ 75724 h 457295"/>
                <a:gd name="connsiteX378" fmla="*/ 711422 w 1142237"/>
                <a:gd name="connsiteY378" fmla="*/ 70866 h 457295"/>
                <a:gd name="connsiteX379" fmla="*/ 751046 w 1142237"/>
                <a:gd name="connsiteY379" fmla="*/ 20955 h 457295"/>
                <a:gd name="connsiteX380" fmla="*/ 746189 w 1142237"/>
                <a:gd name="connsiteY380" fmla="*/ 16097 h 457295"/>
                <a:gd name="connsiteX381" fmla="*/ 741331 w 1142237"/>
                <a:gd name="connsiteY381" fmla="*/ 20955 h 457295"/>
                <a:gd name="connsiteX382" fmla="*/ 746189 w 1142237"/>
                <a:gd name="connsiteY382" fmla="*/ 25813 h 457295"/>
                <a:gd name="connsiteX383" fmla="*/ 751046 w 1142237"/>
                <a:gd name="connsiteY383" fmla="*/ 20955 h 457295"/>
                <a:gd name="connsiteX384" fmla="*/ 706565 w 1142237"/>
                <a:gd name="connsiteY384" fmla="*/ 65913 h 457295"/>
                <a:gd name="connsiteX385" fmla="*/ 706565 w 1142237"/>
                <a:gd name="connsiteY385" fmla="*/ 27432 h 457295"/>
                <a:gd name="connsiteX386" fmla="*/ 713042 w 1142237"/>
                <a:gd name="connsiteY386" fmla="*/ 20955 h 457295"/>
                <a:gd name="connsiteX387" fmla="*/ 741236 w 1142237"/>
                <a:gd name="connsiteY387" fmla="*/ 20955 h 457295"/>
                <a:gd name="connsiteX388" fmla="*/ 820579 w 1142237"/>
                <a:gd name="connsiteY388" fmla="*/ 72676 h 457295"/>
                <a:gd name="connsiteX389" fmla="*/ 820579 w 1142237"/>
                <a:gd name="connsiteY389" fmla="*/ 35433 h 457295"/>
                <a:gd name="connsiteX390" fmla="*/ 813626 w 1142237"/>
                <a:gd name="connsiteY390" fmla="*/ 28480 h 457295"/>
                <a:gd name="connsiteX391" fmla="*/ 785336 w 1142237"/>
                <a:gd name="connsiteY391" fmla="*/ 28480 h 457295"/>
                <a:gd name="connsiteX392" fmla="*/ 894779 w 1142237"/>
                <a:gd name="connsiteY392" fmla="*/ 40100 h 457295"/>
                <a:gd name="connsiteX393" fmla="*/ 894779 w 1142237"/>
                <a:gd name="connsiteY393" fmla="*/ 74771 h 457295"/>
                <a:gd name="connsiteX394" fmla="*/ 875729 w 1142237"/>
                <a:gd name="connsiteY394" fmla="*/ 104299 h 457295"/>
                <a:gd name="connsiteX395" fmla="*/ 875729 w 1142237"/>
                <a:gd name="connsiteY395" fmla="*/ 58102 h 457295"/>
                <a:gd name="connsiteX396" fmla="*/ 868299 w 1142237"/>
                <a:gd name="connsiteY396" fmla="*/ 50673 h 457295"/>
                <a:gd name="connsiteX397" fmla="*/ 841534 w 1142237"/>
                <a:gd name="connsiteY397" fmla="*/ 50673 h 457295"/>
                <a:gd name="connsiteX398" fmla="*/ 913829 w 1142237"/>
                <a:gd name="connsiteY398" fmla="*/ 91250 h 457295"/>
                <a:gd name="connsiteX399" fmla="*/ 913829 w 1142237"/>
                <a:gd name="connsiteY399" fmla="*/ 40577 h 457295"/>
                <a:gd name="connsiteX400" fmla="*/ 909066 w 1142237"/>
                <a:gd name="connsiteY400" fmla="*/ 29146 h 457295"/>
                <a:gd name="connsiteX401" fmla="*/ 885254 w 1142237"/>
                <a:gd name="connsiteY401" fmla="*/ 5620 h 457295"/>
                <a:gd name="connsiteX402" fmla="*/ 861441 w 1142237"/>
                <a:gd name="connsiteY402" fmla="*/ 29146 h 457295"/>
                <a:gd name="connsiteX403" fmla="*/ 856679 w 1142237"/>
                <a:gd name="connsiteY403" fmla="*/ 40577 h 457295"/>
                <a:gd name="connsiteX404" fmla="*/ 856679 w 1142237"/>
                <a:gd name="connsiteY404" fmla="*/ 50673 h 457295"/>
                <a:gd name="connsiteX405" fmla="*/ 736187 w 1142237"/>
                <a:gd name="connsiteY405" fmla="*/ 41815 h 457295"/>
                <a:gd name="connsiteX406" fmla="*/ 778764 w 1142237"/>
                <a:gd name="connsiteY406" fmla="*/ 41815 h 457295"/>
                <a:gd name="connsiteX407" fmla="*/ 785241 w 1142237"/>
                <a:gd name="connsiteY407" fmla="*/ 35338 h 457295"/>
                <a:gd name="connsiteX408" fmla="*/ 785241 w 1142237"/>
                <a:gd name="connsiteY408" fmla="*/ 28480 h 457295"/>
                <a:gd name="connsiteX409" fmla="*/ 777431 w 1142237"/>
                <a:gd name="connsiteY409" fmla="*/ 28480 h 457295"/>
                <a:gd name="connsiteX410" fmla="*/ 770954 w 1142237"/>
                <a:gd name="connsiteY410" fmla="*/ 22003 h 457295"/>
                <a:gd name="connsiteX411" fmla="*/ 770954 w 1142237"/>
                <a:gd name="connsiteY411" fmla="*/ 6477 h 457295"/>
                <a:gd name="connsiteX412" fmla="*/ 764477 w 1142237"/>
                <a:gd name="connsiteY412" fmla="*/ 0 h 457295"/>
                <a:gd name="connsiteX413" fmla="*/ 685324 w 1142237"/>
                <a:gd name="connsiteY413" fmla="*/ 0 h 457295"/>
                <a:gd name="connsiteX414" fmla="*/ 685324 w 1142237"/>
                <a:gd name="connsiteY414" fmla="*/ 37052 h 457295"/>
                <a:gd name="connsiteX415" fmla="*/ 841439 w 1142237"/>
                <a:gd name="connsiteY415" fmla="*/ 91726 h 457295"/>
                <a:gd name="connsiteX416" fmla="*/ 841439 w 1142237"/>
                <a:gd name="connsiteY416" fmla="*/ 7429 h 457295"/>
                <a:gd name="connsiteX417" fmla="*/ 834009 w 1142237"/>
                <a:gd name="connsiteY417" fmla="*/ 0 h 457295"/>
                <a:gd name="connsiteX418" fmla="*/ 806958 w 1142237"/>
                <a:gd name="connsiteY418" fmla="*/ 0 h 457295"/>
                <a:gd name="connsiteX419" fmla="*/ 799529 w 1142237"/>
                <a:gd name="connsiteY419" fmla="*/ 7429 h 457295"/>
                <a:gd name="connsiteX420" fmla="*/ 799529 w 1142237"/>
                <a:gd name="connsiteY420" fmla="*/ 159734 h 457295"/>
                <a:gd name="connsiteX421" fmla="*/ 752380 w 1142237"/>
                <a:gd name="connsiteY421" fmla="*/ 217361 h 457295"/>
                <a:gd name="connsiteX422" fmla="*/ 742379 w 1142237"/>
                <a:gd name="connsiteY422" fmla="*/ 228410 h 457295"/>
                <a:gd name="connsiteX423" fmla="*/ 772287 w 1142237"/>
                <a:gd name="connsiteY423" fmla="*/ 195263 h 457295"/>
                <a:gd name="connsiteX424" fmla="*/ 762286 w 1142237"/>
                <a:gd name="connsiteY424" fmla="*/ 206312 h 457295"/>
                <a:gd name="connsiteX425" fmla="*/ 792194 w 1142237"/>
                <a:gd name="connsiteY425" fmla="*/ 173165 h 457295"/>
                <a:gd name="connsiteX426" fmla="*/ 782193 w 1142237"/>
                <a:gd name="connsiteY426" fmla="*/ 184214 h 457295"/>
                <a:gd name="connsiteX427" fmla="*/ 799433 w 1142237"/>
                <a:gd name="connsiteY427" fmla="*/ 228505 h 457295"/>
                <a:gd name="connsiteX428" fmla="*/ 799433 w 1142237"/>
                <a:gd name="connsiteY428" fmla="*/ 159829 h 457295"/>
                <a:gd name="connsiteX429" fmla="*/ 846582 w 1142237"/>
                <a:gd name="connsiteY429" fmla="*/ 217456 h 457295"/>
                <a:gd name="connsiteX430" fmla="*/ 856583 w 1142237"/>
                <a:gd name="connsiteY430" fmla="*/ 228505 h 457295"/>
                <a:gd name="connsiteX431" fmla="*/ 826675 w 1142237"/>
                <a:gd name="connsiteY431" fmla="*/ 195358 h 457295"/>
                <a:gd name="connsiteX432" fmla="*/ 836676 w 1142237"/>
                <a:gd name="connsiteY432" fmla="*/ 206407 h 457295"/>
                <a:gd name="connsiteX433" fmla="*/ 806768 w 1142237"/>
                <a:gd name="connsiteY433" fmla="*/ 173260 h 457295"/>
                <a:gd name="connsiteX434" fmla="*/ 816769 w 1142237"/>
                <a:gd name="connsiteY434" fmla="*/ 184309 h 457295"/>
                <a:gd name="connsiteX435" fmla="*/ 821627 w 1142237"/>
                <a:gd name="connsiteY435" fmla="*/ 99441 h 457295"/>
                <a:gd name="connsiteX436" fmla="*/ 834771 w 1142237"/>
                <a:gd name="connsiteY436" fmla="*/ 91821 h 457295"/>
                <a:gd name="connsiteX437" fmla="*/ 850011 w 1142237"/>
                <a:gd name="connsiteY437" fmla="*/ 106966 h 457295"/>
                <a:gd name="connsiteX438" fmla="*/ 850011 w 1142237"/>
                <a:gd name="connsiteY438" fmla="*/ 190024 h 45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1142237" h="457295">
                  <a:moveTo>
                    <a:pt x="653701" y="390906"/>
                  </a:moveTo>
                  <a:cubicBezTo>
                    <a:pt x="645986" y="387191"/>
                    <a:pt x="640556" y="379476"/>
                    <a:pt x="640175" y="370332"/>
                  </a:cubicBezTo>
                  <a:cubicBezTo>
                    <a:pt x="639604" y="357092"/>
                    <a:pt x="649795" y="345948"/>
                    <a:pt x="662940" y="345281"/>
                  </a:cubicBezTo>
                  <a:cubicBezTo>
                    <a:pt x="662559" y="331946"/>
                    <a:pt x="672751" y="320707"/>
                    <a:pt x="686086" y="320135"/>
                  </a:cubicBezTo>
                  <a:moveTo>
                    <a:pt x="686086" y="394525"/>
                  </a:moveTo>
                  <a:cubicBezTo>
                    <a:pt x="686086" y="404050"/>
                    <a:pt x="677894" y="411766"/>
                    <a:pt x="668179" y="410813"/>
                  </a:cubicBezTo>
                  <a:cubicBezTo>
                    <a:pt x="661035" y="410146"/>
                    <a:pt x="655034" y="404813"/>
                    <a:pt x="653606" y="397764"/>
                  </a:cubicBezTo>
                  <a:cubicBezTo>
                    <a:pt x="653129" y="395383"/>
                    <a:pt x="653225" y="393097"/>
                    <a:pt x="653606" y="390906"/>
                  </a:cubicBezTo>
                  <a:moveTo>
                    <a:pt x="462153" y="354997"/>
                  </a:moveTo>
                  <a:cubicBezTo>
                    <a:pt x="459296" y="357759"/>
                    <a:pt x="457581" y="361569"/>
                    <a:pt x="457581" y="365855"/>
                  </a:cubicBezTo>
                  <a:moveTo>
                    <a:pt x="562737" y="358807"/>
                  </a:moveTo>
                  <a:lnTo>
                    <a:pt x="557403" y="353473"/>
                  </a:lnTo>
                  <a:moveTo>
                    <a:pt x="536829" y="358807"/>
                  </a:moveTo>
                  <a:lnTo>
                    <a:pt x="542163" y="353473"/>
                  </a:lnTo>
                  <a:moveTo>
                    <a:pt x="549783" y="364141"/>
                  </a:moveTo>
                  <a:lnTo>
                    <a:pt x="549783" y="356521"/>
                  </a:lnTo>
                  <a:moveTo>
                    <a:pt x="606838" y="358807"/>
                  </a:moveTo>
                  <a:lnTo>
                    <a:pt x="601504" y="353473"/>
                  </a:lnTo>
                  <a:moveTo>
                    <a:pt x="580930" y="358807"/>
                  </a:moveTo>
                  <a:lnTo>
                    <a:pt x="586264" y="353473"/>
                  </a:lnTo>
                  <a:moveTo>
                    <a:pt x="593884" y="364141"/>
                  </a:moveTo>
                  <a:lnTo>
                    <a:pt x="593884" y="356521"/>
                  </a:lnTo>
                  <a:moveTo>
                    <a:pt x="605885" y="340043"/>
                  </a:moveTo>
                  <a:cubicBezTo>
                    <a:pt x="605885" y="333375"/>
                    <a:pt x="600551" y="328041"/>
                    <a:pt x="593884" y="328041"/>
                  </a:cubicBezTo>
                  <a:cubicBezTo>
                    <a:pt x="587216" y="328041"/>
                    <a:pt x="581882" y="333375"/>
                    <a:pt x="581882" y="340043"/>
                  </a:cubicBezTo>
                  <a:lnTo>
                    <a:pt x="605790" y="340043"/>
                  </a:lnTo>
                  <a:close/>
                  <a:moveTo>
                    <a:pt x="589979" y="340043"/>
                  </a:moveTo>
                  <a:lnTo>
                    <a:pt x="589979" y="343186"/>
                  </a:lnTo>
                  <a:cubicBezTo>
                    <a:pt x="589979" y="345377"/>
                    <a:pt x="591788" y="347091"/>
                    <a:pt x="593884" y="347091"/>
                  </a:cubicBezTo>
                  <a:cubicBezTo>
                    <a:pt x="595979" y="347091"/>
                    <a:pt x="597789" y="345377"/>
                    <a:pt x="597789" y="343186"/>
                  </a:cubicBezTo>
                  <a:lnTo>
                    <a:pt x="597789" y="340043"/>
                  </a:lnTo>
                  <a:moveTo>
                    <a:pt x="537782" y="340043"/>
                  </a:moveTo>
                  <a:cubicBezTo>
                    <a:pt x="537782" y="333375"/>
                    <a:pt x="543116" y="328041"/>
                    <a:pt x="549783" y="328041"/>
                  </a:cubicBezTo>
                  <a:cubicBezTo>
                    <a:pt x="556451" y="328041"/>
                    <a:pt x="561785" y="333375"/>
                    <a:pt x="561785" y="340043"/>
                  </a:cubicBezTo>
                  <a:lnTo>
                    <a:pt x="537877" y="340043"/>
                  </a:lnTo>
                  <a:close/>
                  <a:moveTo>
                    <a:pt x="553688" y="340043"/>
                  </a:moveTo>
                  <a:lnTo>
                    <a:pt x="553688" y="343186"/>
                  </a:lnTo>
                  <a:cubicBezTo>
                    <a:pt x="553688" y="345377"/>
                    <a:pt x="551879" y="347091"/>
                    <a:pt x="549783" y="347091"/>
                  </a:cubicBezTo>
                  <a:cubicBezTo>
                    <a:pt x="547688" y="347091"/>
                    <a:pt x="545878" y="345377"/>
                    <a:pt x="545878" y="343186"/>
                  </a:cubicBezTo>
                  <a:lnTo>
                    <a:pt x="545878" y="340043"/>
                  </a:lnTo>
                  <a:moveTo>
                    <a:pt x="670846" y="379286"/>
                  </a:moveTo>
                  <a:cubicBezTo>
                    <a:pt x="679228" y="379286"/>
                    <a:pt x="685991" y="386048"/>
                    <a:pt x="685991" y="394525"/>
                  </a:cubicBezTo>
                  <a:moveTo>
                    <a:pt x="685991" y="372142"/>
                  </a:moveTo>
                  <a:lnTo>
                    <a:pt x="685991" y="457200"/>
                  </a:lnTo>
                  <a:moveTo>
                    <a:pt x="457581" y="365855"/>
                  </a:moveTo>
                  <a:lnTo>
                    <a:pt x="457581" y="457200"/>
                  </a:lnTo>
                  <a:moveTo>
                    <a:pt x="462439" y="270700"/>
                  </a:moveTo>
                  <a:cubicBezTo>
                    <a:pt x="462439" y="268034"/>
                    <a:pt x="460248" y="265843"/>
                    <a:pt x="457581" y="265843"/>
                  </a:cubicBezTo>
                  <a:cubicBezTo>
                    <a:pt x="454914" y="265843"/>
                    <a:pt x="452723" y="268034"/>
                    <a:pt x="452723" y="270700"/>
                  </a:cubicBezTo>
                  <a:cubicBezTo>
                    <a:pt x="452723" y="273368"/>
                    <a:pt x="454914" y="275558"/>
                    <a:pt x="457581" y="275558"/>
                  </a:cubicBezTo>
                  <a:cubicBezTo>
                    <a:pt x="460248" y="275558"/>
                    <a:pt x="462439" y="273368"/>
                    <a:pt x="462439" y="270700"/>
                  </a:cubicBezTo>
                  <a:close/>
                  <a:moveTo>
                    <a:pt x="508445" y="270700"/>
                  </a:moveTo>
                  <a:cubicBezTo>
                    <a:pt x="508445" y="268034"/>
                    <a:pt x="506254" y="265843"/>
                    <a:pt x="503587" y="265843"/>
                  </a:cubicBezTo>
                  <a:cubicBezTo>
                    <a:pt x="500920" y="265843"/>
                    <a:pt x="498729" y="268034"/>
                    <a:pt x="498729" y="270700"/>
                  </a:cubicBezTo>
                  <a:cubicBezTo>
                    <a:pt x="498729" y="273368"/>
                    <a:pt x="500920" y="275558"/>
                    <a:pt x="503587" y="275558"/>
                  </a:cubicBezTo>
                  <a:cubicBezTo>
                    <a:pt x="506254" y="275558"/>
                    <a:pt x="508445" y="273368"/>
                    <a:pt x="508445" y="270700"/>
                  </a:cubicBezTo>
                  <a:close/>
                  <a:moveTo>
                    <a:pt x="483584" y="299657"/>
                  </a:moveTo>
                  <a:cubicBezTo>
                    <a:pt x="483584" y="296990"/>
                    <a:pt x="481394" y="294799"/>
                    <a:pt x="478727" y="294799"/>
                  </a:cubicBezTo>
                  <a:cubicBezTo>
                    <a:pt x="476060" y="294799"/>
                    <a:pt x="473869" y="296990"/>
                    <a:pt x="473869" y="299657"/>
                  </a:cubicBezTo>
                  <a:cubicBezTo>
                    <a:pt x="473869" y="302323"/>
                    <a:pt x="476060" y="304514"/>
                    <a:pt x="478727" y="304514"/>
                  </a:cubicBezTo>
                  <a:cubicBezTo>
                    <a:pt x="481394" y="304514"/>
                    <a:pt x="483584" y="302323"/>
                    <a:pt x="483584" y="299657"/>
                  </a:cubicBezTo>
                  <a:close/>
                  <a:moveTo>
                    <a:pt x="523208" y="249746"/>
                  </a:moveTo>
                  <a:cubicBezTo>
                    <a:pt x="523208" y="247079"/>
                    <a:pt x="521018" y="244888"/>
                    <a:pt x="518351" y="244888"/>
                  </a:cubicBezTo>
                  <a:cubicBezTo>
                    <a:pt x="515684" y="244888"/>
                    <a:pt x="513493" y="247079"/>
                    <a:pt x="513493" y="249746"/>
                  </a:cubicBezTo>
                  <a:cubicBezTo>
                    <a:pt x="513493" y="252413"/>
                    <a:pt x="515684" y="254603"/>
                    <a:pt x="518351" y="254603"/>
                  </a:cubicBezTo>
                  <a:cubicBezTo>
                    <a:pt x="521018" y="254603"/>
                    <a:pt x="523208" y="252413"/>
                    <a:pt x="523208" y="249746"/>
                  </a:cubicBezTo>
                  <a:close/>
                  <a:moveTo>
                    <a:pt x="478727" y="294704"/>
                  </a:moveTo>
                  <a:lnTo>
                    <a:pt x="478727" y="256223"/>
                  </a:lnTo>
                  <a:cubicBezTo>
                    <a:pt x="478727" y="252603"/>
                    <a:pt x="481679" y="249746"/>
                    <a:pt x="485204" y="249746"/>
                  </a:cubicBezTo>
                  <a:lnTo>
                    <a:pt x="513398" y="249746"/>
                  </a:lnTo>
                  <a:moveTo>
                    <a:pt x="592741" y="301466"/>
                  </a:moveTo>
                  <a:lnTo>
                    <a:pt x="592741" y="264223"/>
                  </a:lnTo>
                  <a:cubicBezTo>
                    <a:pt x="592741" y="260414"/>
                    <a:pt x="589598" y="257270"/>
                    <a:pt x="585788" y="257270"/>
                  </a:cubicBezTo>
                  <a:lnTo>
                    <a:pt x="557498" y="257270"/>
                  </a:lnTo>
                  <a:moveTo>
                    <a:pt x="666941" y="268891"/>
                  </a:moveTo>
                  <a:lnTo>
                    <a:pt x="666941" y="303562"/>
                  </a:lnTo>
                  <a:moveTo>
                    <a:pt x="647891" y="333089"/>
                  </a:moveTo>
                  <a:lnTo>
                    <a:pt x="647891" y="286893"/>
                  </a:lnTo>
                  <a:cubicBezTo>
                    <a:pt x="647891" y="282797"/>
                    <a:pt x="644557" y="279464"/>
                    <a:pt x="640461" y="279464"/>
                  </a:cubicBezTo>
                  <a:lnTo>
                    <a:pt x="613696" y="279464"/>
                  </a:lnTo>
                  <a:moveTo>
                    <a:pt x="685991" y="320040"/>
                  </a:moveTo>
                  <a:lnTo>
                    <a:pt x="685991" y="269462"/>
                  </a:lnTo>
                  <a:cubicBezTo>
                    <a:pt x="685991" y="265176"/>
                    <a:pt x="684276" y="261080"/>
                    <a:pt x="681228" y="258032"/>
                  </a:cubicBezTo>
                  <a:lnTo>
                    <a:pt x="657416" y="234506"/>
                  </a:lnTo>
                  <a:lnTo>
                    <a:pt x="633603" y="258032"/>
                  </a:lnTo>
                  <a:cubicBezTo>
                    <a:pt x="630555" y="261080"/>
                    <a:pt x="628841" y="265176"/>
                    <a:pt x="628841" y="269462"/>
                  </a:cubicBezTo>
                  <a:lnTo>
                    <a:pt x="628841" y="279559"/>
                  </a:lnTo>
                  <a:moveTo>
                    <a:pt x="508349" y="270700"/>
                  </a:moveTo>
                  <a:lnTo>
                    <a:pt x="550926" y="270700"/>
                  </a:lnTo>
                  <a:cubicBezTo>
                    <a:pt x="554545" y="270700"/>
                    <a:pt x="557403" y="267748"/>
                    <a:pt x="557403" y="264223"/>
                  </a:cubicBezTo>
                  <a:lnTo>
                    <a:pt x="557403" y="257366"/>
                  </a:lnTo>
                  <a:lnTo>
                    <a:pt x="549593" y="257366"/>
                  </a:lnTo>
                  <a:cubicBezTo>
                    <a:pt x="545973" y="257366"/>
                    <a:pt x="543116" y="254413"/>
                    <a:pt x="543116" y="250889"/>
                  </a:cubicBezTo>
                  <a:lnTo>
                    <a:pt x="543116" y="235363"/>
                  </a:lnTo>
                  <a:cubicBezTo>
                    <a:pt x="543116" y="231743"/>
                    <a:pt x="540163" y="228886"/>
                    <a:pt x="536639" y="228886"/>
                  </a:cubicBezTo>
                  <a:lnTo>
                    <a:pt x="457486" y="228886"/>
                  </a:lnTo>
                  <a:lnTo>
                    <a:pt x="457486" y="265938"/>
                  </a:lnTo>
                  <a:moveTo>
                    <a:pt x="613601" y="320612"/>
                  </a:moveTo>
                  <a:lnTo>
                    <a:pt x="613601" y="236315"/>
                  </a:lnTo>
                  <a:cubicBezTo>
                    <a:pt x="613601" y="232220"/>
                    <a:pt x="610267" y="228886"/>
                    <a:pt x="606171" y="228886"/>
                  </a:cubicBezTo>
                  <a:lnTo>
                    <a:pt x="579120" y="228886"/>
                  </a:lnTo>
                  <a:cubicBezTo>
                    <a:pt x="575024" y="228886"/>
                    <a:pt x="571691" y="232220"/>
                    <a:pt x="571691" y="236315"/>
                  </a:cubicBezTo>
                  <a:lnTo>
                    <a:pt x="571691" y="388620"/>
                  </a:lnTo>
                  <a:moveTo>
                    <a:pt x="544449" y="424148"/>
                  </a:moveTo>
                  <a:lnTo>
                    <a:pt x="534448" y="435197"/>
                  </a:lnTo>
                  <a:moveTo>
                    <a:pt x="564356" y="402050"/>
                  </a:moveTo>
                  <a:lnTo>
                    <a:pt x="554355" y="413099"/>
                  </a:lnTo>
                  <a:moveTo>
                    <a:pt x="571595" y="457295"/>
                  </a:moveTo>
                  <a:lnTo>
                    <a:pt x="571595" y="388620"/>
                  </a:lnTo>
                  <a:moveTo>
                    <a:pt x="598837" y="424148"/>
                  </a:moveTo>
                  <a:lnTo>
                    <a:pt x="608838" y="435197"/>
                  </a:lnTo>
                  <a:moveTo>
                    <a:pt x="578930" y="402050"/>
                  </a:moveTo>
                  <a:lnTo>
                    <a:pt x="588931" y="413099"/>
                  </a:lnTo>
                  <a:moveTo>
                    <a:pt x="593789" y="328232"/>
                  </a:moveTo>
                  <a:cubicBezTo>
                    <a:pt x="596456" y="323660"/>
                    <a:pt x="601313" y="320612"/>
                    <a:pt x="606933" y="320612"/>
                  </a:cubicBezTo>
                  <a:cubicBezTo>
                    <a:pt x="615315" y="320612"/>
                    <a:pt x="622078" y="327374"/>
                    <a:pt x="622078" y="335756"/>
                  </a:cubicBezTo>
                  <a:lnTo>
                    <a:pt x="622078" y="418814"/>
                  </a:lnTo>
                  <a:moveTo>
                    <a:pt x="549688" y="328136"/>
                  </a:moveTo>
                  <a:cubicBezTo>
                    <a:pt x="547021" y="323564"/>
                    <a:pt x="542163" y="320516"/>
                    <a:pt x="536543" y="320516"/>
                  </a:cubicBezTo>
                  <a:cubicBezTo>
                    <a:pt x="528161" y="320516"/>
                    <a:pt x="521399" y="327279"/>
                    <a:pt x="521399" y="335661"/>
                  </a:cubicBezTo>
                  <a:lnTo>
                    <a:pt x="521399" y="418719"/>
                  </a:lnTo>
                  <a:moveTo>
                    <a:pt x="685991" y="457105"/>
                  </a:moveTo>
                  <a:lnTo>
                    <a:pt x="571786" y="388430"/>
                  </a:lnTo>
                  <a:moveTo>
                    <a:pt x="681419" y="361188"/>
                  </a:moveTo>
                  <a:cubicBezTo>
                    <a:pt x="684181" y="363950"/>
                    <a:pt x="685991" y="367760"/>
                    <a:pt x="685991" y="372046"/>
                  </a:cubicBezTo>
                  <a:moveTo>
                    <a:pt x="457581" y="320040"/>
                  </a:moveTo>
                  <a:cubicBezTo>
                    <a:pt x="471392" y="320040"/>
                    <a:pt x="482537" y="331184"/>
                    <a:pt x="482537" y="344996"/>
                  </a:cubicBezTo>
                  <a:cubicBezTo>
                    <a:pt x="496348" y="344996"/>
                    <a:pt x="507492" y="356235"/>
                    <a:pt x="507492" y="369951"/>
                  </a:cubicBezTo>
                  <a:cubicBezTo>
                    <a:pt x="507492" y="379476"/>
                    <a:pt x="502158" y="387668"/>
                    <a:pt x="494348" y="391954"/>
                  </a:cubicBezTo>
                  <a:cubicBezTo>
                    <a:pt x="494919" y="393764"/>
                    <a:pt x="495300" y="395764"/>
                    <a:pt x="495300" y="397859"/>
                  </a:cubicBezTo>
                  <a:cubicBezTo>
                    <a:pt x="495300" y="408337"/>
                    <a:pt x="486823" y="416719"/>
                    <a:pt x="476441" y="416719"/>
                  </a:cubicBezTo>
                  <a:cubicBezTo>
                    <a:pt x="466058" y="416719"/>
                    <a:pt x="457581" y="408242"/>
                    <a:pt x="457581" y="397859"/>
                  </a:cubicBezTo>
                  <a:moveTo>
                    <a:pt x="457581" y="457105"/>
                  </a:moveTo>
                  <a:lnTo>
                    <a:pt x="571786" y="388430"/>
                  </a:lnTo>
                  <a:moveTo>
                    <a:pt x="472726" y="382715"/>
                  </a:moveTo>
                  <a:cubicBezTo>
                    <a:pt x="464344" y="382715"/>
                    <a:pt x="457486" y="389477"/>
                    <a:pt x="457486" y="397955"/>
                  </a:cubicBezTo>
                  <a:moveTo>
                    <a:pt x="508349" y="299752"/>
                  </a:moveTo>
                  <a:cubicBezTo>
                    <a:pt x="508349" y="297085"/>
                    <a:pt x="506159" y="294894"/>
                    <a:pt x="503492" y="294894"/>
                  </a:cubicBezTo>
                  <a:cubicBezTo>
                    <a:pt x="500825" y="294894"/>
                    <a:pt x="498634" y="297085"/>
                    <a:pt x="498634" y="299752"/>
                  </a:cubicBezTo>
                  <a:cubicBezTo>
                    <a:pt x="498634" y="302419"/>
                    <a:pt x="500825" y="304610"/>
                    <a:pt x="503492" y="304610"/>
                  </a:cubicBezTo>
                  <a:cubicBezTo>
                    <a:pt x="506159" y="304610"/>
                    <a:pt x="508349" y="302419"/>
                    <a:pt x="508349" y="299752"/>
                  </a:cubicBezTo>
                  <a:close/>
                  <a:moveTo>
                    <a:pt x="529781" y="270605"/>
                  </a:moveTo>
                  <a:lnTo>
                    <a:pt x="529781" y="292989"/>
                  </a:lnTo>
                  <a:cubicBezTo>
                    <a:pt x="529781" y="296609"/>
                    <a:pt x="526828" y="299466"/>
                    <a:pt x="523303" y="299466"/>
                  </a:cubicBezTo>
                  <a:lnTo>
                    <a:pt x="508349" y="299466"/>
                  </a:lnTo>
                  <a:moveTo>
                    <a:pt x="436626" y="352139"/>
                  </a:moveTo>
                  <a:lnTo>
                    <a:pt x="436626" y="291465"/>
                  </a:lnTo>
                  <a:lnTo>
                    <a:pt x="454057" y="274034"/>
                  </a:lnTo>
                  <a:moveTo>
                    <a:pt x="253651" y="287655"/>
                  </a:moveTo>
                  <a:lnTo>
                    <a:pt x="229076" y="263081"/>
                  </a:lnTo>
                  <a:lnTo>
                    <a:pt x="229076" y="342900"/>
                  </a:lnTo>
                  <a:moveTo>
                    <a:pt x="229076" y="422720"/>
                  </a:moveTo>
                  <a:lnTo>
                    <a:pt x="270891" y="380905"/>
                  </a:lnTo>
                  <a:lnTo>
                    <a:pt x="270891" y="270510"/>
                  </a:lnTo>
                  <a:cubicBezTo>
                    <a:pt x="270891" y="270510"/>
                    <a:pt x="305848" y="305467"/>
                    <a:pt x="305848" y="305467"/>
                  </a:cubicBezTo>
                  <a:lnTo>
                    <a:pt x="305848" y="326041"/>
                  </a:lnTo>
                  <a:moveTo>
                    <a:pt x="383762" y="417767"/>
                  </a:moveTo>
                  <a:lnTo>
                    <a:pt x="413004" y="447008"/>
                  </a:lnTo>
                  <a:moveTo>
                    <a:pt x="275654" y="444722"/>
                  </a:moveTo>
                  <a:lnTo>
                    <a:pt x="287941" y="432435"/>
                  </a:lnTo>
                  <a:lnTo>
                    <a:pt x="343186" y="432435"/>
                  </a:lnTo>
                  <a:moveTo>
                    <a:pt x="370808" y="299752"/>
                  </a:moveTo>
                  <a:lnTo>
                    <a:pt x="370808" y="383381"/>
                  </a:lnTo>
                  <a:moveTo>
                    <a:pt x="324422" y="407480"/>
                  </a:moveTo>
                  <a:lnTo>
                    <a:pt x="324422" y="355664"/>
                  </a:lnTo>
                  <a:moveTo>
                    <a:pt x="288227" y="305371"/>
                  </a:moveTo>
                  <a:lnTo>
                    <a:pt x="288227" y="391859"/>
                  </a:lnTo>
                  <a:moveTo>
                    <a:pt x="319754" y="281369"/>
                  </a:moveTo>
                  <a:lnTo>
                    <a:pt x="266986" y="228600"/>
                  </a:lnTo>
                  <a:moveTo>
                    <a:pt x="419291" y="228600"/>
                  </a:moveTo>
                  <a:lnTo>
                    <a:pt x="394716" y="253175"/>
                  </a:lnTo>
                  <a:moveTo>
                    <a:pt x="457391" y="228600"/>
                  </a:moveTo>
                  <a:lnTo>
                    <a:pt x="432721" y="253175"/>
                  </a:lnTo>
                  <a:moveTo>
                    <a:pt x="228886" y="228600"/>
                  </a:moveTo>
                  <a:lnTo>
                    <a:pt x="253460" y="253175"/>
                  </a:lnTo>
                  <a:moveTo>
                    <a:pt x="270605" y="415195"/>
                  </a:moveTo>
                  <a:lnTo>
                    <a:pt x="228791" y="457010"/>
                  </a:lnTo>
                  <a:moveTo>
                    <a:pt x="457200" y="457010"/>
                  </a:moveTo>
                  <a:lnTo>
                    <a:pt x="432530" y="432435"/>
                  </a:lnTo>
                  <a:moveTo>
                    <a:pt x="342900" y="416623"/>
                  </a:moveTo>
                  <a:lnTo>
                    <a:pt x="342900" y="339757"/>
                  </a:lnTo>
                  <a:moveTo>
                    <a:pt x="305467" y="416623"/>
                  </a:moveTo>
                  <a:lnTo>
                    <a:pt x="305467" y="339757"/>
                  </a:lnTo>
                  <a:lnTo>
                    <a:pt x="342900" y="339757"/>
                  </a:lnTo>
                  <a:lnTo>
                    <a:pt x="342900" y="281369"/>
                  </a:lnTo>
                  <a:lnTo>
                    <a:pt x="398240" y="281369"/>
                  </a:lnTo>
                  <a:lnTo>
                    <a:pt x="415385" y="296132"/>
                  </a:lnTo>
                  <a:lnTo>
                    <a:pt x="415385" y="385572"/>
                  </a:lnTo>
                  <a:lnTo>
                    <a:pt x="457200" y="427387"/>
                  </a:lnTo>
                  <a:moveTo>
                    <a:pt x="398336" y="281369"/>
                  </a:moveTo>
                  <a:lnTo>
                    <a:pt x="398336" y="398050"/>
                  </a:lnTo>
                  <a:lnTo>
                    <a:pt x="424625" y="424339"/>
                  </a:lnTo>
                  <a:moveTo>
                    <a:pt x="57436" y="262890"/>
                  </a:moveTo>
                  <a:lnTo>
                    <a:pt x="57436" y="333946"/>
                  </a:lnTo>
                  <a:moveTo>
                    <a:pt x="114490" y="285655"/>
                  </a:moveTo>
                  <a:lnTo>
                    <a:pt x="114490" y="346615"/>
                  </a:lnTo>
                  <a:moveTo>
                    <a:pt x="114490" y="389287"/>
                  </a:moveTo>
                  <a:lnTo>
                    <a:pt x="114490" y="456914"/>
                  </a:lnTo>
                  <a:moveTo>
                    <a:pt x="228695" y="368332"/>
                  </a:moveTo>
                  <a:lnTo>
                    <a:pt x="190595" y="342900"/>
                  </a:lnTo>
                  <a:lnTo>
                    <a:pt x="152495" y="368332"/>
                  </a:lnTo>
                  <a:moveTo>
                    <a:pt x="76390" y="325279"/>
                  </a:moveTo>
                  <a:lnTo>
                    <a:pt x="76390" y="275558"/>
                  </a:lnTo>
                  <a:moveTo>
                    <a:pt x="152495" y="311087"/>
                  </a:moveTo>
                  <a:lnTo>
                    <a:pt x="114395" y="285655"/>
                  </a:lnTo>
                  <a:lnTo>
                    <a:pt x="76295" y="311087"/>
                  </a:lnTo>
                  <a:moveTo>
                    <a:pt x="190500" y="425291"/>
                  </a:moveTo>
                  <a:lnTo>
                    <a:pt x="152400" y="399860"/>
                  </a:lnTo>
                  <a:lnTo>
                    <a:pt x="114300" y="425291"/>
                  </a:lnTo>
                  <a:moveTo>
                    <a:pt x="228505" y="390049"/>
                  </a:moveTo>
                  <a:lnTo>
                    <a:pt x="228505" y="456914"/>
                  </a:lnTo>
                  <a:moveTo>
                    <a:pt x="114300" y="368141"/>
                  </a:moveTo>
                  <a:lnTo>
                    <a:pt x="76200" y="342710"/>
                  </a:lnTo>
                  <a:lnTo>
                    <a:pt x="38100" y="368141"/>
                  </a:lnTo>
                  <a:moveTo>
                    <a:pt x="76200" y="253937"/>
                  </a:moveTo>
                  <a:lnTo>
                    <a:pt x="38100" y="228505"/>
                  </a:lnTo>
                  <a:lnTo>
                    <a:pt x="0" y="266605"/>
                  </a:lnTo>
                  <a:moveTo>
                    <a:pt x="209455" y="377190"/>
                  </a:moveTo>
                  <a:lnTo>
                    <a:pt x="209455" y="456914"/>
                  </a:lnTo>
                  <a:moveTo>
                    <a:pt x="133350" y="319850"/>
                  </a:moveTo>
                  <a:lnTo>
                    <a:pt x="133350" y="390906"/>
                  </a:lnTo>
                  <a:moveTo>
                    <a:pt x="171450" y="434054"/>
                  </a:moveTo>
                  <a:lnTo>
                    <a:pt x="171450" y="456819"/>
                  </a:lnTo>
                  <a:moveTo>
                    <a:pt x="171450" y="275368"/>
                  </a:moveTo>
                  <a:lnTo>
                    <a:pt x="171450" y="333661"/>
                  </a:lnTo>
                  <a:moveTo>
                    <a:pt x="95345" y="376809"/>
                  </a:moveTo>
                  <a:lnTo>
                    <a:pt x="95345" y="456724"/>
                  </a:lnTo>
                  <a:moveTo>
                    <a:pt x="76295" y="342519"/>
                  </a:moveTo>
                  <a:lnTo>
                    <a:pt x="76295" y="456724"/>
                  </a:lnTo>
                  <a:moveTo>
                    <a:pt x="152400" y="399574"/>
                  </a:moveTo>
                  <a:lnTo>
                    <a:pt x="152400" y="456724"/>
                  </a:lnTo>
                  <a:moveTo>
                    <a:pt x="190500" y="342519"/>
                  </a:moveTo>
                  <a:lnTo>
                    <a:pt x="190500" y="456724"/>
                  </a:lnTo>
                  <a:moveTo>
                    <a:pt x="38195" y="228314"/>
                  </a:moveTo>
                  <a:lnTo>
                    <a:pt x="38195" y="346424"/>
                  </a:lnTo>
                  <a:moveTo>
                    <a:pt x="38195" y="389096"/>
                  </a:moveTo>
                  <a:lnTo>
                    <a:pt x="38195" y="456724"/>
                  </a:lnTo>
                  <a:moveTo>
                    <a:pt x="152400" y="240983"/>
                  </a:moveTo>
                  <a:lnTo>
                    <a:pt x="152400" y="382143"/>
                  </a:lnTo>
                  <a:moveTo>
                    <a:pt x="190500" y="266414"/>
                  </a:moveTo>
                  <a:lnTo>
                    <a:pt x="152400" y="240983"/>
                  </a:lnTo>
                  <a:lnTo>
                    <a:pt x="114300" y="266414"/>
                  </a:lnTo>
                  <a:moveTo>
                    <a:pt x="190405" y="320897"/>
                  </a:moveTo>
                  <a:lnTo>
                    <a:pt x="190405" y="279368"/>
                  </a:lnTo>
                  <a:moveTo>
                    <a:pt x="864965" y="277082"/>
                  </a:moveTo>
                  <a:cubicBezTo>
                    <a:pt x="847820" y="275463"/>
                    <a:pt x="830009" y="281273"/>
                    <a:pt x="816864" y="294418"/>
                  </a:cubicBezTo>
                  <a:cubicBezTo>
                    <a:pt x="806482" y="304800"/>
                    <a:pt x="800672" y="318040"/>
                    <a:pt x="799529" y="331565"/>
                  </a:cubicBezTo>
                  <a:cubicBezTo>
                    <a:pt x="799814" y="335185"/>
                    <a:pt x="799814" y="338900"/>
                    <a:pt x="799529" y="342519"/>
                  </a:cubicBezTo>
                  <a:lnTo>
                    <a:pt x="864965" y="277082"/>
                  </a:lnTo>
                  <a:close/>
                  <a:moveTo>
                    <a:pt x="782193" y="294418"/>
                  </a:moveTo>
                  <a:cubicBezTo>
                    <a:pt x="769049" y="281273"/>
                    <a:pt x="751332" y="275463"/>
                    <a:pt x="734092" y="277082"/>
                  </a:cubicBezTo>
                  <a:lnTo>
                    <a:pt x="799529" y="342519"/>
                  </a:lnTo>
                  <a:cubicBezTo>
                    <a:pt x="801148" y="325374"/>
                    <a:pt x="795338" y="307562"/>
                    <a:pt x="782193" y="294418"/>
                  </a:cubicBezTo>
                  <a:close/>
                  <a:moveTo>
                    <a:pt x="799529" y="279464"/>
                  </a:moveTo>
                  <a:cubicBezTo>
                    <a:pt x="791051" y="263652"/>
                    <a:pt x="776954" y="252413"/>
                    <a:pt x="760762" y="247269"/>
                  </a:cubicBezTo>
                  <a:cubicBezTo>
                    <a:pt x="755714" y="256699"/>
                    <a:pt x="752951" y="267367"/>
                    <a:pt x="752856" y="278321"/>
                  </a:cubicBezTo>
                  <a:moveTo>
                    <a:pt x="846106" y="278321"/>
                  </a:moveTo>
                  <a:cubicBezTo>
                    <a:pt x="846011" y="267462"/>
                    <a:pt x="843248" y="256794"/>
                    <a:pt x="838200" y="247269"/>
                  </a:cubicBezTo>
                  <a:cubicBezTo>
                    <a:pt x="819912" y="253079"/>
                    <a:pt x="804291" y="266605"/>
                    <a:pt x="796481" y="285750"/>
                  </a:cubicBezTo>
                  <a:cubicBezTo>
                    <a:pt x="793718" y="292703"/>
                    <a:pt x="792099" y="299752"/>
                    <a:pt x="791718" y="306800"/>
                  </a:cubicBezTo>
                  <a:moveTo>
                    <a:pt x="820293" y="256032"/>
                  </a:moveTo>
                  <a:cubicBezTo>
                    <a:pt x="815626" y="245173"/>
                    <a:pt x="808482" y="235648"/>
                    <a:pt x="799529" y="228219"/>
                  </a:cubicBezTo>
                  <a:cubicBezTo>
                    <a:pt x="790575" y="235648"/>
                    <a:pt x="783431" y="245173"/>
                    <a:pt x="778764" y="256032"/>
                  </a:cubicBezTo>
                  <a:moveTo>
                    <a:pt x="822389" y="365284"/>
                  </a:moveTo>
                  <a:lnTo>
                    <a:pt x="936593" y="251079"/>
                  </a:lnTo>
                  <a:moveTo>
                    <a:pt x="776669" y="365284"/>
                  </a:moveTo>
                  <a:lnTo>
                    <a:pt x="685324" y="273939"/>
                  </a:lnTo>
                  <a:moveTo>
                    <a:pt x="731044" y="411004"/>
                  </a:moveTo>
                  <a:lnTo>
                    <a:pt x="680847" y="360807"/>
                  </a:lnTo>
                  <a:moveTo>
                    <a:pt x="753904" y="388239"/>
                  </a:moveTo>
                  <a:lnTo>
                    <a:pt x="685324" y="319659"/>
                  </a:lnTo>
                  <a:moveTo>
                    <a:pt x="868109" y="411004"/>
                  </a:moveTo>
                  <a:lnTo>
                    <a:pt x="936689" y="342519"/>
                  </a:lnTo>
                  <a:moveTo>
                    <a:pt x="845344" y="388239"/>
                  </a:moveTo>
                  <a:lnTo>
                    <a:pt x="931164" y="302419"/>
                  </a:lnTo>
                  <a:moveTo>
                    <a:pt x="685419" y="456819"/>
                  </a:moveTo>
                  <a:lnTo>
                    <a:pt x="799624" y="342614"/>
                  </a:lnTo>
                  <a:lnTo>
                    <a:pt x="913829" y="456819"/>
                  </a:lnTo>
                  <a:moveTo>
                    <a:pt x="765239" y="422434"/>
                  </a:moveTo>
                  <a:lnTo>
                    <a:pt x="833914" y="422434"/>
                  </a:lnTo>
                  <a:moveTo>
                    <a:pt x="833914" y="422434"/>
                  </a:moveTo>
                  <a:lnTo>
                    <a:pt x="799529" y="456819"/>
                  </a:lnTo>
                  <a:lnTo>
                    <a:pt x="765143" y="422434"/>
                  </a:lnTo>
                  <a:moveTo>
                    <a:pt x="730949" y="456819"/>
                  </a:moveTo>
                  <a:lnTo>
                    <a:pt x="799529" y="388334"/>
                  </a:lnTo>
                  <a:lnTo>
                    <a:pt x="868109" y="456819"/>
                  </a:lnTo>
                  <a:moveTo>
                    <a:pt x="979551" y="322517"/>
                  </a:moveTo>
                  <a:lnTo>
                    <a:pt x="931164" y="302419"/>
                  </a:lnTo>
                  <a:moveTo>
                    <a:pt x="1076611" y="322517"/>
                  </a:moveTo>
                  <a:lnTo>
                    <a:pt x="1123855" y="302990"/>
                  </a:lnTo>
                  <a:moveTo>
                    <a:pt x="979646" y="362712"/>
                  </a:moveTo>
                  <a:lnTo>
                    <a:pt x="932402" y="382334"/>
                  </a:lnTo>
                  <a:moveTo>
                    <a:pt x="1076611" y="362712"/>
                  </a:moveTo>
                  <a:lnTo>
                    <a:pt x="1123855" y="382334"/>
                  </a:lnTo>
                  <a:moveTo>
                    <a:pt x="1048226" y="391192"/>
                  </a:moveTo>
                  <a:lnTo>
                    <a:pt x="1067753" y="438436"/>
                  </a:lnTo>
                  <a:moveTo>
                    <a:pt x="1008031" y="294227"/>
                  </a:moveTo>
                  <a:lnTo>
                    <a:pt x="988505" y="246983"/>
                  </a:lnTo>
                  <a:moveTo>
                    <a:pt x="1008031" y="391192"/>
                  </a:moveTo>
                  <a:lnTo>
                    <a:pt x="988505" y="438436"/>
                  </a:lnTo>
                  <a:moveTo>
                    <a:pt x="1048226" y="294227"/>
                  </a:moveTo>
                  <a:lnTo>
                    <a:pt x="1067753" y="246983"/>
                  </a:lnTo>
                  <a:moveTo>
                    <a:pt x="1069181" y="342710"/>
                  </a:moveTo>
                  <a:lnTo>
                    <a:pt x="1142238" y="342710"/>
                  </a:lnTo>
                  <a:moveTo>
                    <a:pt x="1050893" y="319850"/>
                  </a:moveTo>
                  <a:lnTo>
                    <a:pt x="1142238" y="228505"/>
                  </a:lnTo>
                  <a:moveTo>
                    <a:pt x="1050893" y="365570"/>
                  </a:moveTo>
                  <a:lnTo>
                    <a:pt x="1142238" y="456914"/>
                  </a:lnTo>
                  <a:moveTo>
                    <a:pt x="1005173" y="319850"/>
                  </a:moveTo>
                  <a:lnTo>
                    <a:pt x="936689" y="251270"/>
                  </a:lnTo>
                  <a:moveTo>
                    <a:pt x="1028033" y="383762"/>
                  </a:moveTo>
                  <a:lnTo>
                    <a:pt x="1028033" y="456819"/>
                  </a:lnTo>
                  <a:moveTo>
                    <a:pt x="986885" y="342614"/>
                  </a:moveTo>
                  <a:lnTo>
                    <a:pt x="936593" y="342614"/>
                  </a:lnTo>
                  <a:moveTo>
                    <a:pt x="1027938" y="301466"/>
                  </a:moveTo>
                  <a:lnTo>
                    <a:pt x="1027938" y="228410"/>
                  </a:lnTo>
                  <a:moveTo>
                    <a:pt x="1005078" y="365474"/>
                  </a:moveTo>
                  <a:lnTo>
                    <a:pt x="913733" y="456819"/>
                  </a:lnTo>
                  <a:moveTo>
                    <a:pt x="881348" y="162116"/>
                  </a:moveTo>
                  <a:cubicBezTo>
                    <a:pt x="873633" y="158401"/>
                    <a:pt x="868204" y="150686"/>
                    <a:pt x="867823" y="141542"/>
                  </a:cubicBezTo>
                  <a:cubicBezTo>
                    <a:pt x="867251" y="128302"/>
                    <a:pt x="877443" y="117158"/>
                    <a:pt x="890588" y="116491"/>
                  </a:cubicBezTo>
                  <a:cubicBezTo>
                    <a:pt x="890207" y="103156"/>
                    <a:pt x="900398" y="91916"/>
                    <a:pt x="913733" y="91345"/>
                  </a:cubicBezTo>
                  <a:moveTo>
                    <a:pt x="913733" y="165735"/>
                  </a:moveTo>
                  <a:cubicBezTo>
                    <a:pt x="913733" y="175260"/>
                    <a:pt x="905542" y="182975"/>
                    <a:pt x="895826" y="182023"/>
                  </a:cubicBezTo>
                  <a:cubicBezTo>
                    <a:pt x="888683" y="181356"/>
                    <a:pt x="882682" y="176022"/>
                    <a:pt x="881348" y="168973"/>
                  </a:cubicBezTo>
                  <a:cubicBezTo>
                    <a:pt x="880872" y="166592"/>
                    <a:pt x="880967" y="164306"/>
                    <a:pt x="881348" y="162116"/>
                  </a:cubicBezTo>
                  <a:moveTo>
                    <a:pt x="689896" y="126206"/>
                  </a:moveTo>
                  <a:cubicBezTo>
                    <a:pt x="687038" y="128969"/>
                    <a:pt x="685324" y="132779"/>
                    <a:pt x="685324" y="137065"/>
                  </a:cubicBezTo>
                  <a:moveTo>
                    <a:pt x="790480" y="130112"/>
                  </a:moveTo>
                  <a:lnTo>
                    <a:pt x="785146" y="124777"/>
                  </a:lnTo>
                  <a:moveTo>
                    <a:pt x="764572" y="130112"/>
                  </a:moveTo>
                  <a:lnTo>
                    <a:pt x="769906" y="124777"/>
                  </a:lnTo>
                  <a:moveTo>
                    <a:pt x="777526" y="135446"/>
                  </a:moveTo>
                  <a:lnTo>
                    <a:pt x="777526" y="127825"/>
                  </a:lnTo>
                  <a:moveTo>
                    <a:pt x="834581" y="130112"/>
                  </a:moveTo>
                  <a:lnTo>
                    <a:pt x="829247" y="124777"/>
                  </a:lnTo>
                  <a:moveTo>
                    <a:pt x="808673" y="130112"/>
                  </a:moveTo>
                  <a:lnTo>
                    <a:pt x="814007" y="124777"/>
                  </a:lnTo>
                  <a:moveTo>
                    <a:pt x="821627" y="135446"/>
                  </a:moveTo>
                  <a:lnTo>
                    <a:pt x="821627" y="127825"/>
                  </a:lnTo>
                  <a:moveTo>
                    <a:pt x="833628" y="111347"/>
                  </a:moveTo>
                  <a:cubicBezTo>
                    <a:pt x="833628" y="104680"/>
                    <a:pt x="828294" y="99346"/>
                    <a:pt x="821627" y="99346"/>
                  </a:cubicBezTo>
                  <a:cubicBezTo>
                    <a:pt x="814959" y="99346"/>
                    <a:pt x="809625" y="104680"/>
                    <a:pt x="809625" y="111347"/>
                  </a:cubicBezTo>
                  <a:lnTo>
                    <a:pt x="833533" y="111347"/>
                  </a:lnTo>
                  <a:close/>
                  <a:moveTo>
                    <a:pt x="817721" y="111347"/>
                  </a:moveTo>
                  <a:lnTo>
                    <a:pt x="817721" y="114491"/>
                  </a:lnTo>
                  <a:cubicBezTo>
                    <a:pt x="817721" y="116681"/>
                    <a:pt x="819531" y="118396"/>
                    <a:pt x="821722" y="118396"/>
                  </a:cubicBezTo>
                  <a:cubicBezTo>
                    <a:pt x="823913" y="118396"/>
                    <a:pt x="825627" y="116681"/>
                    <a:pt x="825627" y="114491"/>
                  </a:cubicBezTo>
                  <a:lnTo>
                    <a:pt x="825627" y="111347"/>
                  </a:lnTo>
                  <a:moveTo>
                    <a:pt x="765620" y="111347"/>
                  </a:moveTo>
                  <a:cubicBezTo>
                    <a:pt x="765620" y="104680"/>
                    <a:pt x="770954" y="99346"/>
                    <a:pt x="777621" y="99346"/>
                  </a:cubicBezTo>
                  <a:cubicBezTo>
                    <a:pt x="784289" y="99346"/>
                    <a:pt x="789623" y="104680"/>
                    <a:pt x="789623" y="111347"/>
                  </a:cubicBezTo>
                  <a:lnTo>
                    <a:pt x="765715" y="111347"/>
                  </a:lnTo>
                  <a:close/>
                  <a:moveTo>
                    <a:pt x="781526" y="111347"/>
                  </a:moveTo>
                  <a:lnTo>
                    <a:pt x="781526" y="114491"/>
                  </a:lnTo>
                  <a:cubicBezTo>
                    <a:pt x="781526" y="116681"/>
                    <a:pt x="779717" y="118396"/>
                    <a:pt x="777621" y="118396"/>
                  </a:cubicBezTo>
                  <a:cubicBezTo>
                    <a:pt x="775526" y="118396"/>
                    <a:pt x="773620" y="116681"/>
                    <a:pt x="773620" y="114491"/>
                  </a:cubicBezTo>
                  <a:lnTo>
                    <a:pt x="773620" y="111347"/>
                  </a:lnTo>
                  <a:moveTo>
                    <a:pt x="898589" y="150590"/>
                  </a:moveTo>
                  <a:cubicBezTo>
                    <a:pt x="906970" y="150590"/>
                    <a:pt x="913829" y="157353"/>
                    <a:pt x="913829" y="165830"/>
                  </a:cubicBezTo>
                  <a:moveTo>
                    <a:pt x="913829" y="143446"/>
                  </a:moveTo>
                  <a:lnTo>
                    <a:pt x="913829" y="228505"/>
                  </a:lnTo>
                  <a:moveTo>
                    <a:pt x="685419" y="137160"/>
                  </a:moveTo>
                  <a:lnTo>
                    <a:pt x="685419" y="228505"/>
                  </a:lnTo>
                  <a:moveTo>
                    <a:pt x="690277" y="42005"/>
                  </a:moveTo>
                  <a:cubicBezTo>
                    <a:pt x="690277" y="39338"/>
                    <a:pt x="688086" y="37148"/>
                    <a:pt x="685419" y="37148"/>
                  </a:cubicBezTo>
                  <a:cubicBezTo>
                    <a:pt x="682752" y="37148"/>
                    <a:pt x="680561" y="39338"/>
                    <a:pt x="680561" y="42005"/>
                  </a:cubicBezTo>
                  <a:cubicBezTo>
                    <a:pt x="680561" y="44672"/>
                    <a:pt x="682752" y="46863"/>
                    <a:pt x="685419" y="46863"/>
                  </a:cubicBezTo>
                  <a:cubicBezTo>
                    <a:pt x="688086" y="46863"/>
                    <a:pt x="690277" y="44672"/>
                    <a:pt x="690277" y="42005"/>
                  </a:cubicBezTo>
                  <a:close/>
                  <a:moveTo>
                    <a:pt x="736283" y="42005"/>
                  </a:moveTo>
                  <a:cubicBezTo>
                    <a:pt x="736283" y="39338"/>
                    <a:pt x="734092" y="37148"/>
                    <a:pt x="731425" y="37148"/>
                  </a:cubicBezTo>
                  <a:cubicBezTo>
                    <a:pt x="728758" y="37148"/>
                    <a:pt x="726567" y="39338"/>
                    <a:pt x="726567" y="42005"/>
                  </a:cubicBezTo>
                  <a:cubicBezTo>
                    <a:pt x="726567" y="44672"/>
                    <a:pt x="728758" y="46863"/>
                    <a:pt x="731425" y="46863"/>
                  </a:cubicBezTo>
                  <a:cubicBezTo>
                    <a:pt x="734092" y="46863"/>
                    <a:pt x="736283" y="44672"/>
                    <a:pt x="736283" y="42005"/>
                  </a:cubicBezTo>
                  <a:close/>
                  <a:moveTo>
                    <a:pt x="711422" y="70866"/>
                  </a:moveTo>
                  <a:cubicBezTo>
                    <a:pt x="711422" y="68199"/>
                    <a:pt x="709232" y="66008"/>
                    <a:pt x="706565" y="66008"/>
                  </a:cubicBezTo>
                  <a:cubicBezTo>
                    <a:pt x="703898" y="66008"/>
                    <a:pt x="701707" y="68199"/>
                    <a:pt x="701707" y="70866"/>
                  </a:cubicBezTo>
                  <a:cubicBezTo>
                    <a:pt x="701707" y="73533"/>
                    <a:pt x="703898" y="75724"/>
                    <a:pt x="706565" y="75724"/>
                  </a:cubicBezTo>
                  <a:cubicBezTo>
                    <a:pt x="709232" y="75724"/>
                    <a:pt x="711422" y="73533"/>
                    <a:pt x="711422" y="70866"/>
                  </a:cubicBezTo>
                  <a:close/>
                  <a:moveTo>
                    <a:pt x="751046" y="20955"/>
                  </a:moveTo>
                  <a:cubicBezTo>
                    <a:pt x="751046" y="18288"/>
                    <a:pt x="748856" y="16097"/>
                    <a:pt x="746189" y="16097"/>
                  </a:cubicBezTo>
                  <a:cubicBezTo>
                    <a:pt x="743522" y="16097"/>
                    <a:pt x="741331" y="18288"/>
                    <a:pt x="741331" y="20955"/>
                  </a:cubicBezTo>
                  <a:cubicBezTo>
                    <a:pt x="741331" y="23622"/>
                    <a:pt x="743522" y="25813"/>
                    <a:pt x="746189" y="25813"/>
                  </a:cubicBezTo>
                  <a:cubicBezTo>
                    <a:pt x="748856" y="25813"/>
                    <a:pt x="751046" y="23622"/>
                    <a:pt x="751046" y="20955"/>
                  </a:cubicBezTo>
                  <a:close/>
                  <a:moveTo>
                    <a:pt x="706565" y="65913"/>
                  </a:moveTo>
                  <a:lnTo>
                    <a:pt x="706565" y="27432"/>
                  </a:lnTo>
                  <a:cubicBezTo>
                    <a:pt x="706565" y="23813"/>
                    <a:pt x="709517" y="20955"/>
                    <a:pt x="713042" y="20955"/>
                  </a:cubicBezTo>
                  <a:lnTo>
                    <a:pt x="741236" y="20955"/>
                  </a:lnTo>
                  <a:moveTo>
                    <a:pt x="820579" y="72676"/>
                  </a:moveTo>
                  <a:lnTo>
                    <a:pt x="820579" y="35433"/>
                  </a:lnTo>
                  <a:cubicBezTo>
                    <a:pt x="820579" y="31623"/>
                    <a:pt x="817436" y="28480"/>
                    <a:pt x="813626" y="28480"/>
                  </a:cubicBezTo>
                  <a:lnTo>
                    <a:pt x="785336" y="28480"/>
                  </a:lnTo>
                  <a:moveTo>
                    <a:pt x="894779" y="40100"/>
                  </a:moveTo>
                  <a:lnTo>
                    <a:pt x="894779" y="74771"/>
                  </a:lnTo>
                  <a:moveTo>
                    <a:pt x="875729" y="104299"/>
                  </a:moveTo>
                  <a:lnTo>
                    <a:pt x="875729" y="58102"/>
                  </a:lnTo>
                  <a:cubicBezTo>
                    <a:pt x="875729" y="54007"/>
                    <a:pt x="872395" y="50673"/>
                    <a:pt x="868299" y="50673"/>
                  </a:cubicBezTo>
                  <a:lnTo>
                    <a:pt x="841534" y="50673"/>
                  </a:lnTo>
                  <a:moveTo>
                    <a:pt x="913829" y="91250"/>
                  </a:moveTo>
                  <a:lnTo>
                    <a:pt x="913829" y="40577"/>
                  </a:lnTo>
                  <a:cubicBezTo>
                    <a:pt x="913829" y="36290"/>
                    <a:pt x="912114" y="32195"/>
                    <a:pt x="909066" y="29146"/>
                  </a:cubicBezTo>
                  <a:lnTo>
                    <a:pt x="885254" y="5620"/>
                  </a:lnTo>
                  <a:lnTo>
                    <a:pt x="861441" y="29146"/>
                  </a:lnTo>
                  <a:cubicBezTo>
                    <a:pt x="858393" y="32195"/>
                    <a:pt x="856679" y="36290"/>
                    <a:pt x="856679" y="40577"/>
                  </a:cubicBezTo>
                  <a:lnTo>
                    <a:pt x="856679" y="50673"/>
                  </a:lnTo>
                  <a:moveTo>
                    <a:pt x="736187" y="41815"/>
                  </a:moveTo>
                  <a:lnTo>
                    <a:pt x="778764" y="41815"/>
                  </a:lnTo>
                  <a:cubicBezTo>
                    <a:pt x="782384" y="41815"/>
                    <a:pt x="785241" y="38862"/>
                    <a:pt x="785241" y="35338"/>
                  </a:cubicBezTo>
                  <a:lnTo>
                    <a:pt x="785241" y="28480"/>
                  </a:lnTo>
                  <a:lnTo>
                    <a:pt x="777431" y="28480"/>
                  </a:lnTo>
                  <a:cubicBezTo>
                    <a:pt x="773811" y="28480"/>
                    <a:pt x="770954" y="25527"/>
                    <a:pt x="770954" y="22003"/>
                  </a:cubicBezTo>
                  <a:lnTo>
                    <a:pt x="770954" y="6477"/>
                  </a:lnTo>
                  <a:cubicBezTo>
                    <a:pt x="770954" y="2858"/>
                    <a:pt x="768001" y="0"/>
                    <a:pt x="764477" y="0"/>
                  </a:cubicBezTo>
                  <a:lnTo>
                    <a:pt x="685324" y="0"/>
                  </a:lnTo>
                  <a:lnTo>
                    <a:pt x="685324" y="37052"/>
                  </a:lnTo>
                  <a:moveTo>
                    <a:pt x="841439" y="91726"/>
                  </a:moveTo>
                  <a:lnTo>
                    <a:pt x="841439" y="7429"/>
                  </a:lnTo>
                  <a:cubicBezTo>
                    <a:pt x="841439" y="3334"/>
                    <a:pt x="838105" y="0"/>
                    <a:pt x="834009" y="0"/>
                  </a:cubicBezTo>
                  <a:lnTo>
                    <a:pt x="806958" y="0"/>
                  </a:lnTo>
                  <a:cubicBezTo>
                    <a:pt x="802862" y="0"/>
                    <a:pt x="799529" y="3334"/>
                    <a:pt x="799529" y="7429"/>
                  </a:cubicBezTo>
                  <a:lnTo>
                    <a:pt x="799529" y="159734"/>
                  </a:lnTo>
                  <a:moveTo>
                    <a:pt x="752380" y="217361"/>
                  </a:moveTo>
                  <a:lnTo>
                    <a:pt x="742379" y="228410"/>
                  </a:lnTo>
                  <a:moveTo>
                    <a:pt x="772287" y="195263"/>
                  </a:moveTo>
                  <a:lnTo>
                    <a:pt x="762286" y="206312"/>
                  </a:lnTo>
                  <a:moveTo>
                    <a:pt x="792194" y="173165"/>
                  </a:moveTo>
                  <a:lnTo>
                    <a:pt x="782193" y="184214"/>
                  </a:lnTo>
                  <a:moveTo>
                    <a:pt x="799433" y="228505"/>
                  </a:moveTo>
                  <a:lnTo>
                    <a:pt x="799433" y="159829"/>
                  </a:lnTo>
                  <a:moveTo>
                    <a:pt x="846582" y="217456"/>
                  </a:moveTo>
                  <a:lnTo>
                    <a:pt x="856583" y="228505"/>
                  </a:lnTo>
                  <a:moveTo>
                    <a:pt x="826675" y="195358"/>
                  </a:moveTo>
                  <a:lnTo>
                    <a:pt x="836676" y="206407"/>
                  </a:lnTo>
                  <a:moveTo>
                    <a:pt x="806768" y="173260"/>
                  </a:moveTo>
                  <a:lnTo>
                    <a:pt x="816769" y="184309"/>
                  </a:lnTo>
                  <a:moveTo>
                    <a:pt x="821627" y="99441"/>
                  </a:moveTo>
                  <a:cubicBezTo>
                    <a:pt x="824294" y="94869"/>
                    <a:pt x="829151" y="91821"/>
                    <a:pt x="834771" y="91821"/>
                  </a:cubicBezTo>
                  <a:cubicBezTo>
                    <a:pt x="843153" y="91821"/>
                    <a:pt x="850011" y="98584"/>
                    <a:pt x="850011" y="106966"/>
                  </a:cubicBezTo>
                  <a:lnTo>
                    <a:pt x="850011" y="190024"/>
                  </a:lnTo>
                </a:path>
              </a:pathLst>
            </a:custGeom>
            <a:noFill/>
            <a:ln w="12700" cap="rnd">
              <a:solidFill>
                <a:schemeClr val="bg1">
                  <a:lumMod val="95000"/>
                  <a:alpha val="45000"/>
                </a:schemeClr>
              </a:solidFill>
              <a:prstDash val="solid"/>
              <a:round/>
            </a:ln>
          </p:spPr>
          <p:txBody>
            <a:bodyPr rtlCol="1" anchor="ctr"/>
            <a:lstStyle/>
            <a:p>
              <a:endParaRPr lang="en-US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B8BD2664-15F0-FE46-DD51-CF55262C85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03295" y="6393835"/>
            <a:ext cx="841513" cy="31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1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785C"/>
          </a:solidFill>
          <a:latin typeface="SST Arabic Medium" panose="020B0604030504020204" pitchFamily="34" charset="-78"/>
          <a:ea typeface="+mj-ea"/>
          <a:cs typeface="SST Arabic Medium" panose="020B0604030504020204" pitchFamily="34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ST Arabic" panose="020B0504030504020204" pitchFamily="34" charset="-78"/>
          <a:ea typeface="+mn-ea"/>
          <a:cs typeface="SST Arabic" panose="020B0504030504020204" pitchFamily="34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ST Arabic" panose="020B0504030504020204" pitchFamily="34" charset="-78"/>
          <a:ea typeface="+mn-ea"/>
          <a:cs typeface="SST Arabic" panose="020B0504030504020204" pitchFamily="34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ST Arabic" panose="020B0504030504020204" pitchFamily="34" charset="-78"/>
          <a:ea typeface="+mn-ea"/>
          <a:cs typeface="SST Arabic" panose="020B0504030504020204" pitchFamily="34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ST Arabic" panose="020B0504030504020204" pitchFamily="34" charset="-78"/>
          <a:ea typeface="+mn-ea"/>
          <a:cs typeface="SST Arabic" panose="020B0504030504020204" pitchFamily="34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ST Arabic" panose="020B0504030504020204" pitchFamily="34" charset="-78"/>
          <a:ea typeface="+mn-ea"/>
          <a:cs typeface="SST Arabic" panose="020B0504030504020204" pitchFamily="34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Remat Colors">
      <a:dk1>
        <a:srgbClr val="3A3838"/>
      </a:dk1>
      <a:lt1>
        <a:sysClr val="window" lastClr="FFFFFF"/>
      </a:lt1>
      <a:dk2>
        <a:srgbClr val="1F3864"/>
      </a:dk2>
      <a:lt2>
        <a:srgbClr val="E7E6E6"/>
      </a:lt2>
      <a:accent1>
        <a:srgbClr val="00785C"/>
      </a:accent1>
      <a:accent2>
        <a:srgbClr val="B6833A"/>
      </a:accent2>
      <a:accent3>
        <a:srgbClr val="44C1C3"/>
      </a:accent3>
      <a:accent4>
        <a:srgbClr val="007EA6"/>
      </a:accent4>
      <a:accent5>
        <a:srgbClr val="00ADCE"/>
      </a:accent5>
      <a:accent6>
        <a:srgbClr val="A397C0"/>
      </a:accent6>
      <a:hlink>
        <a:srgbClr val="00A58E"/>
      </a:hlink>
      <a:folHlink>
        <a:srgbClr val="B8B8B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Macintosh PowerPoint</Application>
  <PresentationFormat>Widescreen</PresentationFormat>
  <Paragraphs>113</Paragraphs>
  <Slides>0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Remat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SAEED</dc:creator>
  <cp:lastModifiedBy>Bahaa Kaaki (MiddleEast)</cp:lastModifiedBy>
  <cp:revision>1</cp:revision>
  <dcterms:created xsi:type="dcterms:W3CDTF">2025-03-11T23:18:09Z</dcterms:created>
  <dcterms:modified xsi:type="dcterms:W3CDTF">2026-06-05T12:01:23Z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0x01010004C6FCD4E3F92C4BB0A36714350F614C</vt:lpwstr>
  </property>
  <property fmtid="{D5CDD505-2E9C-101B-9397-08002B2CF9AE}" pid="3" name="MediaServiceImageTags">
    <vt:lpwstr/>
  </property>
</Properties>
</file>