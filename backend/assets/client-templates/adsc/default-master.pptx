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/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48" userDrawn="1">
          <p15:clr>
            <a:srgbClr val="A4A3A4"/>
          </p15:clr>
        </p15:guide>
        <p15:guide id="2" orient="horz" pos="1872" userDrawn="1">
          <p15:clr>
            <a:srgbClr val="A4A3A4"/>
          </p15:clr>
        </p15:guide>
        <p15:guide id="3" pos="1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696"/>
    <a:srgbClr val="FFFFFF"/>
    <a:srgbClr val="F1BAC3"/>
    <a:srgbClr val="A6A6A6"/>
    <a:srgbClr val="323240"/>
    <a:srgbClr val="1E0819"/>
    <a:srgbClr val="1B1B2A"/>
    <a:srgbClr val="241F20"/>
    <a:srgbClr val="000000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58"/>
  </p:normalViewPr>
  <p:slideViewPr>
    <p:cSldViewPr snapToGrid="0">
      <p:cViewPr varScale="1">
        <p:scale>
          <a:sx n="88" d="100"/>
          <a:sy n="88" d="100"/>
        </p:scale>
        <p:origin x="208" y="872"/>
      </p:cViewPr>
      <p:guideLst>
        <p:guide orient="horz" pos="3048"/>
        <p:guide orient="horz" pos="1872"/>
        <p:guide pos="19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67" Type="http://schemas.openxmlformats.org/officeDocument/2006/relationships/presProps" Target="presProps.xml"/><Relationship Id="rId70" Type="http://schemas.openxmlformats.org/officeDocument/2006/relationships/tableStyles" Target="tableStyles.xml"/><Relationship Id="rId4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2" Type="http://schemas.openxmlformats.org/officeDocument/2006/relationships/slideMaster" Target="../slideMasters/slideMaster1.xml"/><Relationship Id="rId5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2_One Column" preserve="1" userDrawn="1">
  <p:cSld name="2_One Column">
    <p:bg>
      <p:bgPr>
        <a:solidFill>
          <a:srgbClr val="FFFFFF"/>
        </a:solidFill>
        <a:effectLst/>
      </p:bgPr>
    </p:bg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tadium with lights and people in the background&#10;&#10;AI-generated content may be incorrect.">
            <a:extLst>
              <a:ext uri="{FF2B5EF4-FFF2-40B4-BE49-F238E27FC236}">
                <a16:creationId xmlns:a16="http://schemas.microsoft.com/office/drawing/2014/main" id="{547477CE-E83A-E5BF-1B0D-75C2AC810C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454" y="0"/>
            <a:ext cx="12192000" cy="68732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2BBDB98-2317-87F3-3BE8-6F71FE16C729}"/>
              </a:ext>
            </a:extLst>
          </p:cNvPr>
          <p:cNvSpPr>
            <a:spLocks/>
          </p:cNvSpPr>
          <p:nvPr userDrawn="1"/>
        </p:nvSpPr>
        <p:spPr>
          <a:xfrm>
            <a:off x="-454" y="0"/>
            <a:ext cx="12192000" cy="6873242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1000"/>
                </a:schemeClr>
              </a:gs>
              <a:gs pos="94000">
                <a:schemeClr val="tx1">
                  <a:alpha val="94000"/>
                </a:schemeClr>
              </a:gs>
            </a:gsLst>
            <a:lin ang="10800000" scaled="1"/>
            <a:tileRect/>
          </a:gradFill>
          <a:ln w="635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98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Google Shape;899;p136">
            <a:extLst>
              <a:ext uri="{FF2B5EF4-FFF2-40B4-BE49-F238E27FC236}">
                <a16:creationId xmlns:a16="http://schemas.microsoft.com/office/drawing/2014/main" id="{3802E3F0-013A-82BA-4BDF-297D9D5A69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900;p136">
            <a:extLst>
              <a:ext uri="{FF2B5EF4-FFF2-40B4-BE49-F238E27FC236}">
                <a16:creationId xmlns:a16="http://schemas.microsoft.com/office/drawing/2014/main" id="{6B36F5DD-14CF-09F2-CD9B-F8122885F5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2913" y="1276212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904;p136">
            <a:extLst>
              <a:ext uri="{FF2B5EF4-FFF2-40B4-BE49-F238E27FC236}">
                <a16:creationId xmlns:a16="http://schemas.microsoft.com/office/drawing/2014/main" id="{92E81C66-1977-264A-A7F1-3621AFF9302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January 2026</a:t>
            </a:r>
            <a:endParaRPr/>
          </a:p>
        </p:txBody>
      </p:sp>
      <p:sp>
        <p:nvSpPr>
          <p:cNvPr id="25" name="Google Shape;905;p136">
            <a:extLst>
              <a:ext uri="{FF2B5EF4-FFF2-40B4-BE49-F238E27FC236}">
                <a16:creationId xmlns:a16="http://schemas.microsoft.com/office/drawing/2014/main" id="{287E15A1-9984-8576-3B83-CABCF02F0B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742;p36">
            <a:extLst>
              <a:ext uri="{FF2B5EF4-FFF2-40B4-BE49-F238E27FC236}">
                <a16:creationId xmlns:a16="http://schemas.microsoft.com/office/drawing/2014/main" id="{AA23F782-7B8B-466B-24E9-3AB2D91E10F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>
              <a:defRPr sz="750">
                <a:solidFill>
                  <a:schemeClr val="lt1"/>
                </a:solidFill>
              </a:defRPr>
            </a:lvl1pPr>
          </a:lstStyle>
          <a:p>
            <a:pPr marL="0" lvl="0" indent="0">
              <a:buSzPts val="750"/>
              <a:buNone/>
            </a:pPr>
            <a:endParaRPr/>
          </a:p>
        </p:txBody>
      </p:sp>
      <p:sp>
        <p:nvSpPr>
          <p:cNvPr id="20" name="Google Shape;2419;p22">
            <a:extLst>
              <a:ext uri="{FF2B5EF4-FFF2-40B4-BE49-F238E27FC236}">
                <a16:creationId xmlns:a16="http://schemas.microsoft.com/office/drawing/2014/main" id="{289B9202-AC09-30E7-93D2-2F46C6F1EE12}"/>
              </a:ext>
            </a:extLst>
          </p:cNvPr>
          <p:cNvSpPr txBox="1"/>
          <p:nvPr userDrawn="1"/>
        </p:nvSpPr>
        <p:spPr>
          <a:xfrm>
            <a:off x="440607" y="6519672"/>
            <a:ext cx="435977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Strategy&amp;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2" name="Google Shape;903;p136">
            <a:extLst>
              <a:ext uri="{FF2B5EF4-FFF2-40B4-BE49-F238E27FC236}">
                <a16:creationId xmlns:a16="http://schemas.microsoft.com/office/drawing/2014/main" id="{586B9F30-6E52-B4B7-DF90-CB4B263075A7}"/>
              </a:ext>
            </a:extLst>
          </p:cNvPr>
          <p:cNvSpPr txBox="1">
            <a:spLocks noGrp="1"/>
          </p:cNvSpPr>
          <p:nvPr>
            <p:ph type="ftr" idx="13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r>
              <a:rPr lang="en-US" kern="0">
                <a:solidFill>
                  <a:srgbClr val="FFFFFF"/>
                </a:solidFill>
              </a:rPr>
              <a:t>Fan Engagement Platform Blueprint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0C0010-9EA0-83EC-A5D4-24A1DB1063B7}"/>
              </a:ext>
            </a:extLst>
          </p:cNvPr>
          <p:cNvGrpSpPr/>
          <p:nvPr userDrawn="1"/>
        </p:nvGrpSpPr>
        <p:grpSpPr>
          <a:xfrm>
            <a:off x="12183287" y="5432194"/>
            <a:ext cx="1330173" cy="3149746"/>
            <a:chOff x="12183287" y="5432194"/>
            <a:chExt cx="1330173" cy="314974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CFB1688-B82D-FF36-64D0-854688959348}"/>
                </a:ext>
              </a:extLst>
            </p:cNvPr>
            <p:cNvGrpSpPr/>
            <p:nvPr userDrawn="1"/>
          </p:nvGrpSpPr>
          <p:grpSpPr>
            <a:xfrm rot="2742289" flipH="1">
              <a:off x="11202813" y="6412668"/>
              <a:ext cx="3149746" cy="1188798"/>
              <a:chOff x="-66675" y="-746226"/>
              <a:chExt cx="3149746" cy="1188798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3B96DD6D-20B9-90F2-632A-89BE67B06684}"/>
                  </a:ext>
                </a:extLst>
              </p:cNvPr>
              <p:cNvSpPr/>
              <p:nvPr userDrawn="1"/>
            </p:nvSpPr>
            <p:spPr>
              <a:xfrm rot="2786143" flipH="1">
                <a:off x="1370912" y="-1269587"/>
                <a:ext cx="1188798" cy="2235520"/>
              </a:xfrm>
              <a:custGeom>
                <a:avLst/>
                <a:gdLst>
                  <a:gd name="connsiteX0" fmla="*/ 59841 w 1388438"/>
                  <a:gd name="connsiteY0" fmla="*/ 1254251 h 2939631"/>
                  <a:gd name="connsiteX1" fmla="*/ 1388438 w 1388438"/>
                  <a:gd name="connsiteY1" fmla="*/ 0 h 2939631"/>
                  <a:gd name="connsiteX2" fmla="*/ 1388438 w 1388438"/>
                  <a:gd name="connsiteY2" fmla="*/ 327901 h 2939631"/>
                  <a:gd name="connsiteX3" fmla="*/ 261490 w 1388438"/>
                  <a:gd name="connsiteY3" fmla="*/ 1391786 h 2939631"/>
                  <a:gd name="connsiteX4" fmla="*/ 1388438 w 1388438"/>
                  <a:gd name="connsiteY4" fmla="*/ 2585535 h 2939631"/>
                  <a:gd name="connsiteX5" fmla="*/ 1388438 w 1388438"/>
                  <a:gd name="connsiteY5" fmla="*/ 2939631 h 2939631"/>
                  <a:gd name="connsiteX6" fmla="*/ 52074 w 1388438"/>
                  <a:gd name="connsiteY6" fmla="*/ 1524054 h 2939631"/>
                  <a:gd name="connsiteX7" fmla="*/ 59841 w 1388438"/>
                  <a:gd name="connsiteY7" fmla="*/ 1254251 h 2939631"/>
                  <a:gd name="connsiteX0" fmla="*/ 1388438 w 1495234"/>
                  <a:gd name="connsiteY0" fmla="*/ 327901 h 2939631"/>
                  <a:gd name="connsiteX1" fmla="*/ 261490 w 1495234"/>
                  <a:gd name="connsiteY1" fmla="*/ 1391786 h 2939631"/>
                  <a:gd name="connsiteX2" fmla="*/ 1388438 w 1495234"/>
                  <a:gd name="connsiteY2" fmla="*/ 2585535 h 2939631"/>
                  <a:gd name="connsiteX3" fmla="*/ 1388438 w 1495234"/>
                  <a:gd name="connsiteY3" fmla="*/ 2939631 h 2939631"/>
                  <a:gd name="connsiteX4" fmla="*/ 52074 w 1495234"/>
                  <a:gd name="connsiteY4" fmla="*/ 1524054 h 2939631"/>
                  <a:gd name="connsiteX5" fmla="*/ 59841 w 1495234"/>
                  <a:gd name="connsiteY5" fmla="*/ 1254251 h 2939631"/>
                  <a:gd name="connsiteX6" fmla="*/ 1388438 w 1495234"/>
                  <a:gd name="connsiteY6" fmla="*/ 0 h 2939631"/>
                  <a:gd name="connsiteX7" fmla="*/ 1495234 w 1495234"/>
                  <a:gd name="connsiteY7" fmla="*/ 434697 h 2939631"/>
                  <a:gd name="connsiteX0" fmla="*/ 1388438 w 1388438"/>
                  <a:gd name="connsiteY0" fmla="*/ 327901 h 2939631"/>
                  <a:gd name="connsiteX1" fmla="*/ 261490 w 1388438"/>
                  <a:gd name="connsiteY1" fmla="*/ 1391786 h 2939631"/>
                  <a:gd name="connsiteX2" fmla="*/ 1388438 w 1388438"/>
                  <a:gd name="connsiteY2" fmla="*/ 2585535 h 2939631"/>
                  <a:gd name="connsiteX3" fmla="*/ 1388438 w 1388438"/>
                  <a:gd name="connsiteY3" fmla="*/ 2939631 h 2939631"/>
                  <a:gd name="connsiteX4" fmla="*/ 52074 w 1388438"/>
                  <a:gd name="connsiteY4" fmla="*/ 1524054 h 2939631"/>
                  <a:gd name="connsiteX5" fmla="*/ 59841 w 1388438"/>
                  <a:gd name="connsiteY5" fmla="*/ 1254251 h 2939631"/>
                  <a:gd name="connsiteX6" fmla="*/ 1388438 w 1388438"/>
                  <a:gd name="connsiteY6" fmla="*/ 0 h 2939631"/>
                  <a:gd name="connsiteX0" fmla="*/ 261490 w 1388438"/>
                  <a:gd name="connsiteY0" fmla="*/ 1391786 h 2939631"/>
                  <a:gd name="connsiteX1" fmla="*/ 1388438 w 1388438"/>
                  <a:gd name="connsiteY1" fmla="*/ 2585535 h 2939631"/>
                  <a:gd name="connsiteX2" fmla="*/ 1388438 w 1388438"/>
                  <a:gd name="connsiteY2" fmla="*/ 2939631 h 2939631"/>
                  <a:gd name="connsiteX3" fmla="*/ 52074 w 1388438"/>
                  <a:gd name="connsiteY3" fmla="*/ 1524054 h 2939631"/>
                  <a:gd name="connsiteX4" fmla="*/ 59841 w 1388438"/>
                  <a:gd name="connsiteY4" fmla="*/ 1254251 h 2939631"/>
                  <a:gd name="connsiteX5" fmla="*/ 1388438 w 1388438"/>
                  <a:gd name="connsiteY5" fmla="*/ 0 h 2939631"/>
                  <a:gd name="connsiteX0" fmla="*/ 1388438 w 1388438"/>
                  <a:gd name="connsiteY0" fmla="*/ 2585535 h 2939631"/>
                  <a:gd name="connsiteX1" fmla="*/ 1388438 w 1388438"/>
                  <a:gd name="connsiteY1" fmla="*/ 2939631 h 2939631"/>
                  <a:gd name="connsiteX2" fmla="*/ 52074 w 1388438"/>
                  <a:gd name="connsiteY2" fmla="*/ 1524054 h 2939631"/>
                  <a:gd name="connsiteX3" fmla="*/ 59841 w 1388438"/>
                  <a:gd name="connsiteY3" fmla="*/ 1254251 h 2939631"/>
                  <a:gd name="connsiteX4" fmla="*/ 1388438 w 1388438"/>
                  <a:gd name="connsiteY4" fmla="*/ 0 h 2939631"/>
                  <a:gd name="connsiteX0" fmla="*/ 1388438 w 1388438"/>
                  <a:gd name="connsiteY0" fmla="*/ 2939631 h 2939631"/>
                  <a:gd name="connsiteX1" fmla="*/ 52074 w 1388438"/>
                  <a:gd name="connsiteY1" fmla="*/ 1524054 h 2939631"/>
                  <a:gd name="connsiteX2" fmla="*/ 59841 w 1388438"/>
                  <a:gd name="connsiteY2" fmla="*/ 1254251 h 2939631"/>
                  <a:gd name="connsiteX3" fmla="*/ 1388438 w 1388438"/>
                  <a:gd name="connsiteY3" fmla="*/ 0 h 2939631"/>
                  <a:gd name="connsiteX0" fmla="*/ 1388438 w 1388438"/>
                  <a:gd name="connsiteY0" fmla="*/ 2210392 h 2210392"/>
                  <a:gd name="connsiteX1" fmla="*/ 52074 w 1388438"/>
                  <a:gd name="connsiteY1" fmla="*/ 794815 h 2210392"/>
                  <a:gd name="connsiteX2" fmla="*/ 59841 w 1388438"/>
                  <a:gd name="connsiteY2" fmla="*/ 525012 h 2210392"/>
                  <a:gd name="connsiteX3" fmla="*/ 595878 w 1388438"/>
                  <a:gd name="connsiteY3" fmla="*/ 0 h 2210392"/>
                  <a:gd name="connsiteX0" fmla="*/ 1388438 w 1388438"/>
                  <a:gd name="connsiteY0" fmla="*/ 2026391 h 2026391"/>
                  <a:gd name="connsiteX1" fmla="*/ 52074 w 1388438"/>
                  <a:gd name="connsiteY1" fmla="*/ 610814 h 2026391"/>
                  <a:gd name="connsiteX2" fmla="*/ 59841 w 1388438"/>
                  <a:gd name="connsiteY2" fmla="*/ 341011 h 2026391"/>
                  <a:gd name="connsiteX3" fmla="*/ 402416 w 1388438"/>
                  <a:gd name="connsiteY3" fmla="*/ 0 h 2026391"/>
                  <a:gd name="connsiteX0" fmla="*/ 1388438 w 1388438"/>
                  <a:gd name="connsiteY0" fmla="*/ 2610938 h 2610938"/>
                  <a:gd name="connsiteX1" fmla="*/ 52074 w 1388438"/>
                  <a:gd name="connsiteY1" fmla="*/ 1195361 h 2610938"/>
                  <a:gd name="connsiteX2" fmla="*/ 59841 w 1388438"/>
                  <a:gd name="connsiteY2" fmla="*/ 925558 h 2610938"/>
                  <a:gd name="connsiteX3" fmla="*/ 980133 w 1388438"/>
                  <a:gd name="connsiteY3" fmla="*/ 0 h 2610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8438" h="2610938">
                    <a:moveTo>
                      <a:pt x="1388438" y="2610938"/>
                    </a:moveTo>
                    <a:lnTo>
                      <a:pt x="52074" y="1195361"/>
                    </a:lnTo>
                    <a:cubicBezTo>
                      <a:pt x="-20285" y="1118712"/>
                      <a:pt x="-16808" y="997918"/>
                      <a:pt x="59841" y="925558"/>
                    </a:cubicBezTo>
                    <a:lnTo>
                      <a:pt x="980133" y="0"/>
                    </a:lnTo>
                  </a:path>
                </a:pathLst>
              </a:custGeom>
              <a:noFill/>
              <a:ln w="6350" cap="rnd">
                <a:solidFill>
                  <a:schemeClr val="bg1"/>
                </a:solidFill>
              </a:ln>
              <a:effectLst>
                <a:glow rad="38100">
                  <a:schemeClr val="bg1">
                    <a:alpha val="18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lvl="0" algn="ctr"/>
                <a:endParaRPr lang="en-US" sz="1600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AC21CF01-B1DD-7367-2691-F0D0160CFF3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66675" y="186139"/>
                <a:ext cx="809240" cy="0"/>
              </a:xfrm>
              <a:prstGeom prst="line">
                <a:avLst/>
              </a:prstGeom>
              <a:noFill/>
              <a:ln w="6350" cap="rnd">
                <a:solidFill>
                  <a:schemeClr val="bg1"/>
                </a:solidFill>
              </a:ln>
              <a:effectLst>
                <a:glow rad="38100">
                  <a:schemeClr val="bg1">
                    <a:alpha val="18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A3A31D1-2158-1383-9F6B-23E762459AD2}"/>
                </a:ext>
              </a:extLst>
            </p:cNvPr>
            <p:cNvGrpSpPr/>
            <p:nvPr userDrawn="1"/>
          </p:nvGrpSpPr>
          <p:grpSpPr>
            <a:xfrm rot="2742289" flipH="1">
              <a:off x="11344188" y="6412668"/>
              <a:ext cx="3149745" cy="1188798"/>
              <a:chOff x="-66675" y="-746226"/>
              <a:chExt cx="3149745" cy="1188798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0A4C31C-9551-2EBF-CFB1-2A19F5CA9CA3}"/>
                  </a:ext>
                </a:extLst>
              </p:cNvPr>
              <p:cNvSpPr/>
              <p:nvPr userDrawn="1"/>
            </p:nvSpPr>
            <p:spPr>
              <a:xfrm rot="2786143" flipH="1">
                <a:off x="1370911" y="-1269587"/>
                <a:ext cx="1188798" cy="2235520"/>
              </a:xfrm>
              <a:custGeom>
                <a:avLst/>
                <a:gdLst>
                  <a:gd name="connsiteX0" fmla="*/ 59841 w 1388438"/>
                  <a:gd name="connsiteY0" fmla="*/ 1254251 h 2939631"/>
                  <a:gd name="connsiteX1" fmla="*/ 1388438 w 1388438"/>
                  <a:gd name="connsiteY1" fmla="*/ 0 h 2939631"/>
                  <a:gd name="connsiteX2" fmla="*/ 1388438 w 1388438"/>
                  <a:gd name="connsiteY2" fmla="*/ 327901 h 2939631"/>
                  <a:gd name="connsiteX3" fmla="*/ 261490 w 1388438"/>
                  <a:gd name="connsiteY3" fmla="*/ 1391786 h 2939631"/>
                  <a:gd name="connsiteX4" fmla="*/ 1388438 w 1388438"/>
                  <a:gd name="connsiteY4" fmla="*/ 2585535 h 2939631"/>
                  <a:gd name="connsiteX5" fmla="*/ 1388438 w 1388438"/>
                  <a:gd name="connsiteY5" fmla="*/ 2939631 h 2939631"/>
                  <a:gd name="connsiteX6" fmla="*/ 52074 w 1388438"/>
                  <a:gd name="connsiteY6" fmla="*/ 1524054 h 2939631"/>
                  <a:gd name="connsiteX7" fmla="*/ 59841 w 1388438"/>
                  <a:gd name="connsiteY7" fmla="*/ 1254251 h 2939631"/>
                  <a:gd name="connsiteX0" fmla="*/ 1388438 w 1495234"/>
                  <a:gd name="connsiteY0" fmla="*/ 327901 h 2939631"/>
                  <a:gd name="connsiteX1" fmla="*/ 261490 w 1495234"/>
                  <a:gd name="connsiteY1" fmla="*/ 1391786 h 2939631"/>
                  <a:gd name="connsiteX2" fmla="*/ 1388438 w 1495234"/>
                  <a:gd name="connsiteY2" fmla="*/ 2585535 h 2939631"/>
                  <a:gd name="connsiteX3" fmla="*/ 1388438 w 1495234"/>
                  <a:gd name="connsiteY3" fmla="*/ 2939631 h 2939631"/>
                  <a:gd name="connsiteX4" fmla="*/ 52074 w 1495234"/>
                  <a:gd name="connsiteY4" fmla="*/ 1524054 h 2939631"/>
                  <a:gd name="connsiteX5" fmla="*/ 59841 w 1495234"/>
                  <a:gd name="connsiteY5" fmla="*/ 1254251 h 2939631"/>
                  <a:gd name="connsiteX6" fmla="*/ 1388438 w 1495234"/>
                  <a:gd name="connsiteY6" fmla="*/ 0 h 2939631"/>
                  <a:gd name="connsiteX7" fmla="*/ 1495234 w 1495234"/>
                  <a:gd name="connsiteY7" fmla="*/ 434697 h 2939631"/>
                  <a:gd name="connsiteX0" fmla="*/ 1388438 w 1388438"/>
                  <a:gd name="connsiteY0" fmla="*/ 327901 h 2939631"/>
                  <a:gd name="connsiteX1" fmla="*/ 261490 w 1388438"/>
                  <a:gd name="connsiteY1" fmla="*/ 1391786 h 2939631"/>
                  <a:gd name="connsiteX2" fmla="*/ 1388438 w 1388438"/>
                  <a:gd name="connsiteY2" fmla="*/ 2585535 h 2939631"/>
                  <a:gd name="connsiteX3" fmla="*/ 1388438 w 1388438"/>
                  <a:gd name="connsiteY3" fmla="*/ 2939631 h 2939631"/>
                  <a:gd name="connsiteX4" fmla="*/ 52074 w 1388438"/>
                  <a:gd name="connsiteY4" fmla="*/ 1524054 h 2939631"/>
                  <a:gd name="connsiteX5" fmla="*/ 59841 w 1388438"/>
                  <a:gd name="connsiteY5" fmla="*/ 1254251 h 2939631"/>
                  <a:gd name="connsiteX6" fmla="*/ 1388438 w 1388438"/>
                  <a:gd name="connsiteY6" fmla="*/ 0 h 2939631"/>
                  <a:gd name="connsiteX0" fmla="*/ 261490 w 1388438"/>
                  <a:gd name="connsiteY0" fmla="*/ 1391786 h 2939631"/>
                  <a:gd name="connsiteX1" fmla="*/ 1388438 w 1388438"/>
                  <a:gd name="connsiteY1" fmla="*/ 2585535 h 2939631"/>
                  <a:gd name="connsiteX2" fmla="*/ 1388438 w 1388438"/>
                  <a:gd name="connsiteY2" fmla="*/ 2939631 h 2939631"/>
                  <a:gd name="connsiteX3" fmla="*/ 52074 w 1388438"/>
                  <a:gd name="connsiteY3" fmla="*/ 1524054 h 2939631"/>
                  <a:gd name="connsiteX4" fmla="*/ 59841 w 1388438"/>
                  <a:gd name="connsiteY4" fmla="*/ 1254251 h 2939631"/>
                  <a:gd name="connsiteX5" fmla="*/ 1388438 w 1388438"/>
                  <a:gd name="connsiteY5" fmla="*/ 0 h 2939631"/>
                  <a:gd name="connsiteX0" fmla="*/ 1388438 w 1388438"/>
                  <a:gd name="connsiteY0" fmla="*/ 2585535 h 2939631"/>
                  <a:gd name="connsiteX1" fmla="*/ 1388438 w 1388438"/>
                  <a:gd name="connsiteY1" fmla="*/ 2939631 h 2939631"/>
                  <a:gd name="connsiteX2" fmla="*/ 52074 w 1388438"/>
                  <a:gd name="connsiteY2" fmla="*/ 1524054 h 2939631"/>
                  <a:gd name="connsiteX3" fmla="*/ 59841 w 1388438"/>
                  <a:gd name="connsiteY3" fmla="*/ 1254251 h 2939631"/>
                  <a:gd name="connsiteX4" fmla="*/ 1388438 w 1388438"/>
                  <a:gd name="connsiteY4" fmla="*/ 0 h 2939631"/>
                  <a:gd name="connsiteX0" fmla="*/ 1388438 w 1388438"/>
                  <a:gd name="connsiteY0" fmla="*/ 2939631 h 2939631"/>
                  <a:gd name="connsiteX1" fmla="*/ 52074 w 1388438"/>
                  <a:gd name="connsiteY1" fmla="*/ 1524054 h 2939631"/>
                  <a:gd name="connsiteX2" fmla="*/ 59841 w 1388438"/>
                  <a:gd name="connsiteY2" fmla="*/ 1254251 h 2939631"/>
                  <a:gd name="connsiteX3" fmla="*/ 1388438 w 1388438"/>
                  <a:gd name="connsiteY3" fmla="*/ 0 h 2939631"/>
                  <a:gd name="connsiteX0" fmla="*/ 1388438 w 1388438"/>
                  <a:gd name="connsiteY0" fmla="*/ 2210392 h 2210392"/>
                  <a:gd name="connsiteX1" fmla="*/ 52074 w 1388438"/>
                  <a:gd name="connsiteY1" fmla="*/ 794815 h 2210392"/>
                  <a:gd name="connsiteX2" fmla="*/ 59841 w 1388438"/>
                  <a:gd name="connsiteY2" fmla="*/ 525012 h 2210392"/>
                  <a:gd name="connsiteX3" fmla="*/ 595878 w 1388438"/>
                  <a:gd name="connsiteY3" fmla="*/ 0 h 2210392"/>
                  <a:gd name="connsiteX0" fmla="*/ 1388438 w 1388438"/>
                  <a:gd name="connsiteY0" fmla="*/ 2026391 h 2026391"/>
                  <a:gd name="connsiteX1" fmla="*/ 52074 w 1388438"/>
                  <a:gd name="connsiteY1" fmla="*/ 610814 h 2026391"/>
                  <a:gd name="connsiteX2" fmla="*/ 59841 w 1388438"/>
                  <a:gd name="connsiteY2" fmla="*/ 341011 h 2026391"/>
                  <a:gd name="connsiteX3" fmla="*/ 402416 w 1388438"/>
                  <a:gd name="connsiteY3" fmla="*/ 0 h 2026391"/>
                  <a:gd name="connsiteX0" fmla="*/ 1388438 w 1388438"/>
                  <a:gd name="connsiteY0" fmla="*/ 2610938 h 2610938"/>
                  <a:gd name="connsiteX1" fmla="*/ 52074 w 1388438"/>
                  <a:gd name="connsiteY1" fmla="*/ 1195361 h 2610938"/>
                  <a:gd name="connsiteX2" fmla="*/ 59841 w 1388438"/>
                  <a:gd name="connsiteY2" fmla="*/ 925558 h 2610938"/>
                  <a:gd name="connsiteX3" fmla="*/ 980133 w 1388438"/>
                  <a:gd name="connsiteY3" fmla="*/ 0 h 2610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8438" h="2610938">
                    <a:moveTo>
                      <a:pt x="1388438" y="2610938"/>
                    </a:moveTo>
                    <a:lnTo>
                      <a:pt x="52074" y="1195361"/>
                    </a:lnTo>
                    <a:cubicBezTo>
                      <a:pt x="-20285" y="1118712"/>
                      <a:pt x="-16808" y="997918"/>
                      <a:pt x="59841" y="925558"/>
                    </a:cubicBezTo>
                    <a:lnTo>
                      <a:pt x="980133" y="0"/>
                    </a:lnTo>
                  </a:path>
                </a:pathLst>
              </a:custGeom>
              <a:noFill/>
              <a:ln w="6350" cap="rnd">
                <a:solidFill>
                  <a:schemeClr val="accent2"/>
                </a:solidFill>
              </a:ln>
              <a:effectLst>
                <a:glow rad="38100">
                  <a:schemeClr val="accent2">
                    <a:alpha val="18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lvl="0" algn="ctr"/>
                <a:endParaRPr lang="en-US" sz="1600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504C0C78-31AF-F251-A149-56DAAB9D8D9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66675" y="186139"/>
                <a:ext cx="809240" cy="0"/>
              </a:xfrm>
              <a:prstGeom prst="line">
                <a:avLst/>
              </a:prstGeom>
              <a:noFill/>
              <a:ln w="6350" cap="rnd">
                <a:solidFill>
                  <a:schemeClr val="accent2"/>
                </a:solidFill>
              </a:ln>
              <a:effectLst>
                <a:glow rad="38100">
                  <a:schemeClr val="bg1">
                    <a:alpha val="18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A50CDF4-C84E-CD02-DBA4-8D2296587186}"/>
              </a:ext>
            </a:extLst>
          </p:cNvPr>
          <p:cNvGrpSpPr/>
          <p:nvPr userDrawn="1"/>
        </p:nvGrpSpPr>
        <p:grpSpPr>
          <a:xfrm rot="15300000">
            <a:off x="324941" y="-2246052"/>
            <a:ext cx="1330173" cy="3149746"/>
            <a:chOff x="12183287" y="5432194"/>
            <a:chExt cx="1330173" cy="31497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835B5DF-1A13-9BDA-054C-3A275BAB92D5}"/>
                </a:ext>
              </a:extLst>
            </p:cNvPr>
            <p:cNvGrpSpPr/>
            <p:nvPr userDrawn="1"/>
          </p:nvGrpSpPr>
          <p:grpSpPr>
            <a:xfrm rot="2742289" flipH="1">
              <a:off x="11202813" y="6412668"/>
              <a:ext cx="3149746" cy="1188798"/>
              <a:chOff x="-66675" y="-746226"/>
              <a:chExt cx="3149746" cy="1188798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DD8C3DA-F082-88F8-A7D8-9EE019068CCE}"/>
                  </a:ext>
                </a:extLst>
              </p:cNvPr>
              <p:cNvSpPr/>
              <p:nvPr userDrawn="1"/>
            </p:nvSpPr>
            <p:spPr>
              <a:xfrm rot="2786143" flipH="1">
                <a:off x="1370912" y="-1269587"/>
                <a:ext cx="1188798" cy="2235520"/>
              </a:xfrm>
              <a:custGeom>
                <a:avLst/>
                <a:gdLst>
                  <a:gd name="connsiteX0" fmla="*/ 59841 w 1388438"/>
                  <a:gd name="connsiteY0" fmla="*/ 1254251 h 2939631"/>
                  <a:gd name="connsiteX1" fmla="*/ 1388438 w 1388438"/>
                  <a:gd name="connsiteY1" fmla="*/ 0 h 2939631"/>
                  <a:gd name="connsiteX2" fmla="*/ 1388438 w 1388438"/>
                  <a:gd name="connsiteY2" fmla="*/ 327901 h 2939631"/>
                  <a:gd name="connsiteX3" fmla="*/ 261490 w 1388438"/>
                  <a:gd name="connsiteY3" fmla="*/ 1391786 h 2939631"/>
                  <a:gd name="connsiteX4" fmla="*/ 1388438 w 1388438"/>
                  <a:gd name="connsiteY4" fmla="*/ 2585535 h 2939631"/>
                  <a:gd name="connsiteX5" fmla="*/ 1388438 w 1388438"/>
                  <a:gd name="connsiteY5" fmla="*/ 2939631 h 2939631"/>
                  <a:gd name="connsiteX6" fmla="*/ 52074 w 1388438"/>
                  <a:gd name="connsiteY6" fmla="*/ 1524054 h 2939631"/>
                  <a:gd name="connsiteX7" fmla="*/ 59841 w 1388438"/>
                  <a:gd name="connsiteY7" fmla="*/ 1254251 h 2939631"/>
                  <a:gd name="connsiteX0" fmla="*/ 1388438 w 1495234"/>
                  <a:gd name="connsiteY0" fmla="*/ 327901 h 2939631"/>
                  <a:gd name="connsiteX1" fmla="*/ 261490 w 1495234"/>
                  <a:gd name="connsiteY1" fmla="*/ 1391786 h 2939631"/>
                  <a:gd name="connsiteX2" fmla="*/ 1388438 w 1495234"/>
                  <a:gd name="connsiteY2" fmla="*/ 2585535 h 2939631"/>
                  <a:gd name="connsiteX3" fmla="*/ 1388438 w 1495234"/>
                  <a:gd name="connsiteY3" fmla="*/ 2939631 h 2939631"/>
                  <a:gd name="connsiteX4" fmla="*/ 52074 w 1495234"/>
                  <a:gd name="connsiteY4" fmla="*/ 1524054 h 2939631"/>
                  <a:gd name="connsiteX5" fmla="*/ 59841 w 1495234"/>
                  <a:gd name="connsiteY5" fmla="*/ 1254251 h 2939631"/>
                  <a:gd name="connsiteX6" fmla="*/ 1388438 w 1495234"/>
                  <a:gd name="connsiteY6" fmla="*/ 0 h 2939631"/>
                  <a:gd name="connsiteX7" fmla="*/ 1495234 w 1495234"/>
                  <a:gd name="connsiteY7" fmla="*/ 434697 h 2939631"/>
                  <a:gd name="connsiteX0" fmla="*/ 1388438 w 1388438"/>
                  <a:gd name="connsiteY0" fmla="*/ 327901 h 2939631"/>
                  <a:gd name="connsiteX1" fmla="*/ 261490 w 1388438"/>
                  <a:gd name="connsiteY1" fmla="*/ 1391786 h 2939631"/>
                  <a:gd name="connsiteX2" fmla="*/ 1388438 w 1388438"/>
                  <a:gd name="connsiteY2" fmla="*/ 2585535 h 2939631"/>
                  <a:gd name="connsiteX3" fmla="*/ 1388438 w 1388438"/>
                  <a:gd name="connsiteY3" fmla="*/ 2939631 h 2939631"/>
                  <a:gd name="connsiteX4" fmla="*/ 52074 w 1388438"/>
                  <a:gd name="connsiteY4" fmla="*/ 1524054 h 2939631"/>
                  <a:gd name="connsiteX5" fmla="*/ 59841 w 1388438"/>
                  <a:gd name="connsiteY5" fmla="*/ 1254251 h 2939631"/>
                  <a:gd name="connsiteX6" fmla="*/ 1388438 w 1388438"/>
                  <a:gd name="connsiteY6" fmla="*/ 0 h 2939631"/>
                  <a:gd name="connsiteX0" fmla="*/ 261490 w 1388438"/>
                  <a:gd name="connsiteY0" fmla="*/ 1391786 h 2939631"/>
                  <a:gd name="connsiteX1" fmla="*/ 1388438 w 1388438"/>
                  <a:gd name="connsiteY1" fmla="*/ 2585535 h 2939631"/>
                  <a:gd name="connsiteX2" fmla="*/ 1388438 w 1388438"/>
                  <a:gd name="connsiteY2" fmla="*/ 2939631 h 2939631"/>
                  <a:gd name="connsiteX3" fmla="*/ 52074 w 1388438"/>
                  <a:gd name="connsiteY3" fmla="*/ 1524054 h 2939631"/>
                  <a:gd name="connsiteX4" fmla="*/ 59841 w 1388438"/>
                  <a:gd name="connsiteY4" fmla="*/ 1254251 h 2939631"/>
                  <a:gd name="connsiteX5" fmla="*/ 1388438 w 1388438"/>
                  <a:gd name="connsiteY5" fmla="*/ 0 h 2939631"/>
                  <a:gd name="connsiteX0" fmla="*/ 1388438 w 1388438"/>
                  <a:gd name="connsiteY0" fmla="*/ 2585535 h 2939631"/>
                  <a:gd name="connsiteX1" fmla="*/ 1388438 w 1388438"/>
                  <a:gd name="connsiteY1" fmla="*/ 2939631 h 2939631"/>
                  <a:gd name="connsiteX2" fmla="*/ 52074 w 1388438"/>
                  <a:gd name="connsiteY2" fmla="*/ 1524054 h 2939631"/>
                  <a:gd name="connsiteX3" fmla="*/ 59841 w 1388438"/>
                  <a:gd name="connsiteY3" fmla="*/ 1254251 h 2939631"/>
                  <a:gd name="connsiteX4" fmla="*/ 1388438 w 1388438"/>
                  <a:gd name="connsiteY4" fmla="*/ 0 h 2939631"/>
                  <a:gd name="connsiteX0" fmla="*/ 1388438 w 1388438"/>
                  <a:gd name="connsiteY0" fmla="*/ 2939631 h 2939631"/>
                  <a:gd name="connsiteX1" fmla="*/ 52074 w 1388438"/>
                  <a:gd name="connsiteY1" fmla="*/ 1524054 h 2939631"/>
                  <a:gd name="connsiteX2" fmla="*/ 59841 w 1388438"/>
                  <a:gd name="connsiteY2" fmla="*/ 1254251 h 2939631"/>
                  <a:gd name="connsiteX3" fmla="*/ 1388438 w 1388438"/>
                  <a:gd name="connsiteY3" fmla="*/ 0 h 2939631"/>
                  <a:gd name="connsiteX0" fmla="*/ 1388438 w 1388438"/>
                  <a:gd name="connsiteY0" fmla="*/ 2210392 h 2210392"/>
                  <a:gd name="connsiteX1" fmla="*/ 52074 w 1388438"/>
                  <a:gd name="connsiteY1" fmla="*/ 794815 h 2210392"/>
                  <a:gd name="connsiteX2" fmla="*/ 59841 w 1388438"/>
                  <a:gd name="connsiteY2" fmla="*/ 525012 h 2210392"/>
                  <a:gd name="connsiteX3" fmla="*/ 595878 w 1388438"/>
                  <a:gd name="connsiteY3" fmla="*/ 0 h 2210392"/>
                  <a:gd name="connsiteX0" fmla="*/ 1388438 w 1388438"/>
                  <a:gd name="connsiteY0" fmla="*/ 2026391 h 2026391"/>
                  <a:gd name="connsiteX1" fmla="*/ 52074 w 1388438"/>
                  <a:gd name="connsiteY1" fmla="*/ 610814 h 2026391"/>
                  <a:gd name="connsiteX2" fmla="*/ 59841 w 1388438"/>
                  <a:gd name="connsiteY2" fmla="*/ 341011 h 2026391"/>
                  <a:gd name="connsiteX3" fmla="*/ 402416 w 1388438"/>
                  <a:gd name="connsiteY3" fmla="*/ 0 h 2026391"/>
                  <a:gd name="connsiteX0" fmla="*/ 1388438 w 1388438"/>
                  <a:gd name="connsiteY0" fmla="*/ 2610938 h 2610938"/>
                  <a:gd name="connsiteX1" fmla="*/ 52074 w 1388438"/>
                  <a:gd name="connsiteY1" fmla="*/ 1195361 h 2610938"/>
                  <a:gd name="connsiteX2" fmla="*/ 59841 w 1388438"/>
                  <a:gd name="connsiteY2" fmla="*/ 925558 h 2610938"/>
                  <a:gd name="connsiteX3" fmla="*/ 980133 w 1388438"/>
                  <a:gd name="connsiteY3" fmla="*/ 0 h 2610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8438" h="2610938">
                    <a:moveTo>
                      <a:pt x="1388438" y="2610938"/>
                    </a:moveTo>
                    <a:lnTo>
                      <a:pt x="52074" y="1195361"/>
                    </a:lnTo>
                    <a:cubicBezTo>
                      <a:pt x="-20285" y="1118712"/>
                      <a:pt x="-16808" y="997918"/>
                      <a:pt x="59841" y="925558"/>
                    </a:cubicBezTo>
                    <a:lnTo>
                      <a:pt x="980133" y="0"/>
                    </a:lnTo>
                  </a:path>
                </a:pathLst>
              </a:custGeom>
              <a:noFill/>
              <a:ln w="6350" cap="rnd">
                <a:solidFill>
                  <a:schemeClr val="bg1"/>
                </a:solidFill>
              </a:ln>
              <a:effectLst>
                <a:glow rad="38100">
                  <a:schemeClr val="bg1">
                    <a:alpha val="18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lvl="0" algn="ctr"/>
                <a:endParaRPr lang="en-US" sz="1600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BE7983F-E250-A338-E99E-EA72FD6E53C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66675" y="186139"/>
                <a:ext cx="809240" cy="0"/>
              </a:xfrm>
              <a:prstGeom prst="line">
                <a:avLst/>
              </a:prstGeom>
              <a:noFill/>
              <a:ln w="6350" cap="rnd">
                <a:solidFill>
                  <a:schemeClr val="bg1"/>
                </a:solidFill>
              </a:ln>
              <a:effectLst>
                <a:glow rad="38100">
                  <a:schemeClr val="bg1">
                    <a:alpha val="18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BCFA3C8-5849-D94D-2872-C0246F71A798}"/>
                </a:ext>
              </a:extLst>
            </p:cNvPr>
            <p:cNvGrpSpPr/>
            <p:nvPr userDrawn="1"/>
          </p:nvGrpSpPr>
          <p:grpSpPr>
            <a:xfrm rot="2742289" flipH="1">
              <a:off x="11344188" y="6412668"/>
              <a:ext cx="3149745" cy="1188798"/>
              <a:chOff x="-66675" y="-746226"/>
              <a:chExt cx="3149745" cy="1188798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B17C377-08E1-7F96-FF08-BB13E03E890B}"/>
                  </a:ext>
                </a:extLst>
              </p:cNvPr>
              <p:cNvSpPr/>
              <p:nvPr userDrawn="1"/>
            </p:nvSpPr>
            <p:spPr>
              <a:xfrm rot="2786143" flipH="1">
                <a:off x="1370911" y="-1269587"/>
                <a:ext cx="1188798" cy="2235520"/>
              </a:xfrm>
              <a:custGeom>
                <a:avLst/>
                <a:gdLst>
                  <a:gd name="connsiteX0" fmla="*/ 59841 w 1388438"/>
                  <a:gd name="connsiteY0" fmla="*/ 1254251 h 2939631"/>
                  <a:gd name="connsiteX1" fmla="*/ 1388438 w 1388438"/>
                  <a:gd name="connsiteY1" fmla="*/ 0 h 2939631"/>
                  <a:gd name="connsiteX2" fmla="*/ 1388438 w 1388438"/>
                  <a:gd name="connsiteY2" fmla="*/ 327901 h 2939631"/>
                  <a:gd name="connsiteX3" fmla="*/ 261490 w 1388438"/>
                  <a:gd name="connsiteY3" fmla="*/ 1391786 h 2939631"/>
                  <a:gd name="connsiteX4" fmla="*/ 1388438 w 1388438"/>
                  <a:gd name="connsiteY4" fmla="*/ 2585535 h 2939631"/>
                  <a:gd name="connsiteX5" fmla="*/ 1388438 w 1388438"/>
                  <a:gd name="connsiteY5" fmla="*/ 2939631 h 2939631"/>
                  <a:gd name="connsiteX6" fmla="*/ 52074 w 1388438"/>
                  <a:gd name="connsiteY6" fmla="*/ 1524054 h 2939631"/>
                  <a:gd name="connsiteX7" fmla="*/ 59841 w 1388438"/>
                  <a:gd name="connsiteY7" fmla="*/ 1254251 h 2939631"/>
                  <a:gd name="connsiteX0" fmla="*/ 1388438 w 1495234"/>
                  <a:gd name="connsiteY0" fmla="*/ 327901 h 2939631"/>
                  <a:gd name="connsiteX1" fmla="*/ 261490 w 1495234"/>
                  <a:gd name="connsiteY1" fmla="*/ 1391786 h 2939631"/>
                  <a:gd name="connsiteX2" fmla="*/ 1388438 w 1495234"/>
                  <a:gd name="connsiteY2" fmla="*/ 2585535 h 2939631"/>
                  <a:gd name="connsiteX3" fmla="*/ 1388438 w 1495234"/>
                  <a:gd name="connsiteY3" fmla="*/ 2939631 h 2939631"/>
                  <a:gd name="connsiteX4" fmla="*/ 52074 w 1495234"/>
                  <a:gd name="connsiteY4" fmla="*/ 1524054 h 2939631"/>
                  <a:gd name="connsiteX5" fmla="*/ 59841 w 1495234"/>
                  <a:gd name="connsiteY5" fmla="*/ 1254251 h 2939631"/>
                  <a:gd name="connsiteX6" fmla="*/ 1388438 w 1495234"/>
                  <a:gd name="connsiteY6" fmla="*/ 0 h 2939631"/>
                  <a:gd name="connsiteX7" fmla="*/ 1495234 w 1495234"/>
                  <a:gd name="connsiteY7" fmla="*/ 434697 h 2939631"/>
                  <a:gd name="connsiteX0" fmla="*/ 1388438 w 1388438"/>
                  <a:gd name="connsiteY0" fmla="*/ 327901 h 2939631"/>
                  <a:gd name="connsiteX1" fmla="*/ 261490 w 1388438"/>
                  <a:gd name="connsiteY1" fmla="*/ 1391786 h 2939631"/>
                  <a:gd name="connsiteX2" fmla="*/ 1388438 w 1388438"/>
                  <a:gd name="connsiteY2" fmla="*/ 2585535 h 2939631"/>
                  <a:gd name="connsiteX3" fmla="*/ 1388438 w 1388438"/>
                  <a:gd name="connsiteY3" fmla="*/ 2939631 h 2939631"/>
                  <a:gd name="connsiteX4" fmla="*/ 52074 w 1388438"/>
                  <a:gd name="connsiteY4" fmla="*/ 1524054 h 2939631"/>
                  <a:gd name="connsiteX5" fmla="*/ 59841 w 1388438"/>
                  <a:gd name="connsiteY5" fmla="*/ 1254251 h 2939631"/>
                  <a:gd name="connsiteX6" fmla="*/ 1388438 w 1388438"/>
                  <a:gd name="connsiteY6" fmla="*/ 0 h 2939631"/>
                  <a:gd name="connsiteX0" fmla="*/ 261490 w 1388438"/>
                  <a:gd name="connsiteY0" fmla="*/ 1391786 h 2939631"/>
                  <a:gd name="connsiteX1" fmla="*/ 1388438 w 1388438"/>
                  <a:gd name="connsiteY1" fmla="*/ 2585535 h 2939631"/>
                  <a:gd name="connsiteX2" fmla="*/ 1388438 w 1388438"/>
                  <a:gd name="connsiteY2" fmla="*/ 2939631 h 2939631"/>
                  <a:gd name="connsiteX3" fmla="*/ 52074 w 1388438"/>
                  <a:gd name="connsiteY3" fmla="*/ 1524054 h 2939631"/>
                  <a:gd name="connsiteX4" fmla="*/ 59841 w 1388438"/>
                  <a:gd name="connsiteY4" fmla="*/ 1254251 h 2939631"/>
                  <a:gd name="connsiteX5" fmla="*/ 1388438 w 1388438"/>
                  <a:gd name="connsiteY5" fmla="*/ 0 h 2939631"/>
                  <a:gd name="connsiteX0" fmla="*/ 1388438 w 1388438"/>
                  <a:gd name="connsiteY0" fmla="*/ 2585535 h 2939631"/>
                  <a:gd name="connsiteX1" fmla="*/ 1388438 w 1388438"/>
                  <a:gd name="connsiteY1" fmla="*/ 2939631 h 2939631"/>
                  <a:gd name="connsiteX2" fmla="*/ 52074 w 1388438"/>
                  <a:gd name="connsiteY2" fmla="*/ 1524054 h 2939631"/>
                  <a:gd name="connsiteX3" fmla="*/ 59841 w 1388438"/>
                  <a:gd name="connsiteY3" fmla="*/ 1254251 h 2939631"/>
                  <a:gd name="connsiteX4" fmla="*/ 1388438 w 1388438"/>
                  <a:gd name="connsiteY4" fmla="*/ 0 h 2939631"/>
                  <a:gd name="connsiteX0" fmla="*/ 1388438 w 1388438"/>
                  <a:gd name="connsiteY0" fmla="*/ 2939631 h 2939631"/>
                  <a:gd name="connsiteX1" fmla="*/ 52074 w 1388438"/>
                  <a:gd name="connsiteY1" fmla="*/ 1524054 h 2939631"/>
                  <a:gd name="connsiteX2" fmla="*/ 59841 w 1388438"/>
                  <a:gd name="connsiteY2" fmla="*/ 1254251 h 2939631"/>
                  <a:gd name="connsiteX3" fmla="*/ 1388438 w 1388438"/>
                  <a:gd name="connsiteY3" fmla="*/ 0 h 2939631"/>
                  <a:gd name="connsiteX0" fmla="*/ 1388438 w 1388438"/>
                  <a:gd name="connsiteY0" fmla="*/ 2210392 h 2210392"/>
                  <a:gd name="connsiteX1" fmla="*/ 52074 w 1388438"/>
                  <a:gd name="connsiteY1" fmla="*/ 794815 h 2210392"/>
                  <a:gd name="connsiteX2" fmla="*/ 59841 w 1388438"/>
                  <a:gd name="connsiteY2" fmla="*/ 525012 h 2210392"/>
                  <a:gd name="connsiteX3" fmla="*/ 595878 w 1388438"/>
                  <a:gd name="connsiteY3" fmla="*/ 0 h 2210392"/>
                  <a:gd name="connsiteX0" fmla="*/ 1388438 w 1388438"/>
                  <a:gd name="connsiteY0" fmla="*/ 2026391 h 2026391"/>
                  <a:gd name="connsiteX1" fmla="*/ 52074 w 1388438"/>
                  <a:gd name="connsiteY1" fmla="*/ 610814 h 2026391"/>
                  <a:gd name="connsiteX2" fmla="*/ 59841 w 1388438"/>
                  <a:gd name="connsiteY2" fmla="*/ 341011 h 2026391"/>
                  <a:gd name="connsiteX3" fmla="*/ 402416 w 1388438"/>
                  <a:gd name="connsiteY3" fmla="*/ 0 h 2026391"/>
                  <a:gd name="connsiteX0" fmla="*/ 1388438 w 1388438"/>
                  <a:gd name="connsiteY0" fmla="*/ 2610938 h 2610938"/>
                  <a:gd name="connsiteX1" fmla="*/ 52074 w 1388438"/>
                  <a:gd name="connsiteY1" fmla="*/ 1195361 h 2610938"/>
                  <a:gd name="connsiteX2" fmla="*/ 59841 w 1388438"/>
                  <a:gd name="connsiteY2" fmla="*/ 925558 h 2610938"/>
                  <a:gd name="connsiteX3" fmla="*/ 980133 w 1388438"/>
                  <a:gd name="connsiteY3" fmla="*/ 0 h 2610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8438" h="2610938">
                    <a:moveTo>
                      <a:pt x="1388438" y="2610938"/>
                    </a:moveTo>
                    <a:lnTo>
                      <a:pt x="52074" y="1195361"/>
                    </a:lnTo>
                    <a:cubicBezTo>
                      <a:pt x="-20285" y="1118712"/>
                      <a:pt x="-16808" y="997918"/>
                      <a:pt x="59841" y="925558"/>
                    </a:cubicBezTo>
                    <a:lnTo>
                      <a:pt x="980133" y="0"/>
                    </a:lnTo>
                  </a:path>
                </a:pathLst>
              </a:custGeom>
              <a:noFill/>
              <a:ln w="6350" cap="rnd">
                <a:solidFill>
                  <a:schemeClr val="accent2"/>
                </a:solidFill>
              </a:ln>
              <a:effectLst>
                <a:glow rad="38100">
                  <a:schemeClr val="accent2">
                    <a:alpha val="18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lvl="0" algn="ctr"/>
                <a:endParaRPr lang="en-US" sz="1600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0406DBE-5B44-CF9F-FA6D-6D3FB69CCAF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66675" y="186139"/>
                <a:ext cx="809240" cy="0"/>
              </a:xfrm>
              <a:prstGeom prst="line">
                <a:avLst/>
              </a:prstGeom>
              <a:noFill/>
              <a:ln w="6350" cap="rnd">
                <a:solidFill>
                  <a:schemeClr val="accent2"/>
                </a:solidFill>
              </a:ln>
              <a:effectLst>
                <a:glow rad="38100">
                  <a:schemeClr val="bg1">
                    <a:alpha val="18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52656747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olsToo_Slide" descr="ToolsToo_Slide">
            <a:extLst>
              <a:ext uri="{FF2B5EF4-FFF2-40B4-BE49-F238E27FC236}">
                <a16:creationId xmlns:a16="http://schemas.microsoft.com/office/drawing/2014/main" id="{1D6353E9-2C13-04D2-7A46-199E9BC6140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3" name="Google Shape;443;p91"/>
          <p:cNvSpPr txBox="1">
            <a:spLocks noGrp="1"/>
          </p:cNvSpPr>
          <p:nvPr>
            <p:ph type="title"/>
          </p:nvPr>
        </p:nvSpPr>
        <p:spPr>
          <a:xfrm>
            <a:off x="447674" y="457200"/>
            <a:ext cx="1130141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7" name="Google Shape;447;p9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" name="Google Shape;743;p36">
            <a:extLst>
              <a:ext uri="{FF2B5EF4-FFF2-40B4-BE49-F238E27FC236}">
                <a16:creationId xmlns:a16="http://schemas.microsoft.com/office/drawing/2014/main" id="{0997091D-2448-4162-51AB-55FDCFCAE8A0}"/>
              </a:ext>
            </a:extLst>
          </p:cNvPr>
          <p:cNvSpPr txBox="1">
            <a:spLocks/>
          </p:cNvSpPr>
          <p:nvPr userDrawn="1"/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US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496357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152" r:id="rId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1">
          <p15:clr>
            <a:srgbClr val="F26B43"/>
          </p15:clr>
        </p15:guide>
        <p15:guide id="2" pos="7402">
          <p15:clr>
            <a:srgbClr val="F26B43"/>
          </p15:clr>
        </p15:guide>
        <p15:guide id="3" orient="horz" pos="268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1094">
          <p15:clr>
            <a:srgbClr val="F26B43"/>
          </p15:clr>
        </p15:guide>
        <p15:guide id="6" orient="horz" pos="2159">
          <p15:clr>
            <a:srgbClr val="F26B43"/>
          </p15:clr>
        </p15:guide>
        <p15:guide id="7" pos="2502">
          <p15:clr>
            <a:srgbClr val="F26B43"/>
          </p15:clr>
        </p15:guide>
        <p15:guide id="8" pos="2729">
          <p15:clr>
            <a:srgbClr val="F26B43"/>
          </p15:clr>
        </p15:guide>
        <p15:guide id="9" pos="3724">
          <p15:clr>
            <a:srgbClr val="F26B43"/>
          </p15:clr>
        </p15:guide>
        <p15:guide id="10" pos="3840">
          <p15:clr>
            <a:srgbClr val="F26B43"/>
          </p15:clr>
        </p15:guide>
        <p15:guide id="11" pos="3956">
          <p15:clr>
            <a:srgbClr val="F26B43"/>
          </p15:clr>
        </p15:guide>
        <p15:guide id="12" pos="4951">
          <p15:clr>
            <a:srgbClr val="F26B43"/>
          </p15:clr>
        </p15:guide>
        <p15:guide id="13" pos="5178">
          <p15:clr>
            <a:srgbClr val="F26B43"/>
          </p15:clr>
        </p15:guide>
        <p15:guide id="14" orient="horz" pos="952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3_Perspective and Approach Fillers">
  <a:themeElements>
    <a:clrScheme name="Strategy&amp;_Digital template">
      <a:dk1>
        <a:srgbClr val="000000"/>
      </a:dk1>
      <a:lt1>
        <a:srgbClr val="FFFFFF"/>
      </a:lt1>
      <a:dk2>
        <a:srgbClr val="A32020"/>
      </a:dk2>
      <a:lt2>
        <a:srgbClr val="DEDEDE"/>
      </a:lt2>
      <a:accent1>
        <a:srgbClr val="A32020"/>
      </a:accent1>
      <a:accent2>
        <a:srgbClr val="DB536A"/>
      </a:accent2>
      <a:accent3>
        <a:srgbClr val="000000"/>
      </a:accent3>
      <a:accent4>
        <a:srgbClr val="464646"/>
      </a:accent4>
      <a:accent5>
        <a:srgbClr val="7D7D7D"/>
      </a:accent5>
      <a:accent6>
        <a:srgbClr val="DEDEDE"/>
      </a:accent6>
      <a:hlink>
        <a:srgbClr val="A32020"/>
      </a:hlink>
      <a:folHlink>
        <a:srgbClr val="A3202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15819</Words>
  <Application>Microsoft Macintosh PowerPoint</Application>
  <PresentationFormat>Widescreen</PresentationFormat>
  <Paragraphs>2085</Paragraphs>
  <Slides>0</Slides>
  <Notes>0</Notes>
  <HiddenSlides>0</HiddenSlides>
  <MMClips>1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ADSC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Proposal - Digital Strategy for the Department of Culture and Tourism – Marketing Sector</dc:title>
  <dc:subject/>
  <dc:creator>Orkun Basaran</dc:creator>
  <cp:keywords/>
  <dc:description/>
  <cp:lastModifiedBy>Bahaa Kaaki (MiddleEast)</cp:lastModifiedBy>
  <cp:revision>3</cp:revision>
  <dcterms:created xsi:type="dcterms:W3CDTF">2024-09-27T08:18:26Z</dcterms:created>
  <dcterms:modified xsi:type="dcterms:W3CDTF">2026-06-04T11:41:37Z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0x01010040194676A9710949A83BC5453E7ED11F</vt:lpwstr>
  </property>
  <property fmtid="{D5CDD505-2E9C-101B-9397-08002B2CF9AE}" pid="3" name="MediaServiceImageTags">
    <vt:lpwstr/>
  </property>
  <property fmtid="{D5CDD505-2E9C-101B-9397-08002B2CF9AE}" pid="4" name="Order">
    <vt:lpwstr>831300.000000000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