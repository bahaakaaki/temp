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2" r:id="rId2"/>
  </p:sldMasterIdLst>
  <p:sldIdLst>
    <p:sldId id="264" r:id="rId3"/>
    <p:sldId id="287" r:id="rId4"/>
    <p:sldId id="284" r:id="rId5"/>
    <p:sldId id="268" r:id="rId6"/>
    <p:sldId id="269" r:id="rId7"/>
    <p:sldId id="289" r:id="rId8"/>
    <p:sldId id="293" r:id="rId9"/>
    <p:sldId id="273" r:id="rId10"/>
    <p:sldId id="278" r:id="rId11"/>
    <p:sldId id="271" r:id="rId12"/>
    <p:sldId id="2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76" d="100"/>
          <a:sy n="76" d="100"/>
        </p:scale>
        <p:origin x="180"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D5D732-2D84-E6C8-5813-989DE8F1A298}"/>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 name="Picture 7">
            <a:extLst>
              <a:ext uri="{FF2B5EF4-FFF2-40B4-BE49-F238E27FC236}">
                <a16:creationId xmlns:a16="http://schemas.microsoft.com/office/drawing/2014/main" id="{2435DFD0-8465-C3FC-D644-1DBEB8717AF6}"/>
              </a:ext>
            </a:extLst>
          </p:cNvPr>
          <p:cNvPicPr>
            <a:picLocks noChangeAspect="1"/>
          </p:cNvPicPr>
          <p:nvPr userDrawn="1"/>
        </p:nvPicPr>
        <p:blipFill>
          <a:blip r:embed="rId2"/>
          <a:stretch>
            <a:fillRect/>
          </a:stretch>
        </p:blipFill>
        <p:spPr>
          <a:xfrm>
            <a:off x="3060" y="6679961"/>
            <a:ext cx="12188940" cy="178040"/>
          </a:xfrm>
          <a:prstGeom prst="rect">
            <a:avLst/>
          </a:prstGeom>
        </p:spPr>
      </p:pic>
      <p:pic>
        <p:nvPicPr>
          <p:cNvPr id="9" name="Picture 8">
            <a:extLst>
              <a:ext uri="{FF2B5EF4-FFF2-40B4-BE49-F238E27FC236}">
                <a16:creationId xmlns:a16="http://schemas.microsoft.com/office/drawing/2014/main" id="{D38DE050-7754-E1ED-FF04-9637CB48109F}"/>
              </a:ext>
            </a:extLst>
          </p:cNvPr>
          <p:cNvPicPr>
            <a:picLocks noChangeAspect="1"/>
          </p:cNvPicPr>
          <p:nvPr userDrawn="1"/>
        </p:nvPicPr>
        <p:blipFill>
          <a:blip r:embed="rId3"/>
          <a:srcRect/>
          <a:stretch/>
        </p:blipFill>
        <p:spPr>
          <a:xfrm>
            <a:off x="9005200" y="5715001"/>
            <a:ext cx="2765230" cy="647064"/>
          </a:xfrm>
          <a:prstGeom prst="rect">
            <a:avLst/>
          </a:prstGeom>
        </p:spPr>
      </p:pic>
      <p:sp>
        <p:nvSpPr>
          <p:cNvPr id="13" name="Text Placeholder 2">
            <a:extLst>
              <a:ext uri="{FF2B5EF4-FFF2-40B4-BE49-F238E27FC236}">
                <a16:creationId xmlns:a16="http://schemas.microsoft.com/office/drawing/2014/main" id="{E255AF01-9747-A201-69DC-C411C748F115}"/>
              </a:ext>
            </a:extLst>
          </p:cNvPr>
          <p:cNvSpPr>
            <a:spLocks noGrp="1"/>
          </p:cNvSpPr>
          <p:nvPr>
            <p:ph type="body" sz="quarter" idx="12" hasCustomPrompt="1"/>
          </p:nvPr>
        </p:nvSpPr>
        <p:spPr>
          <a:xfrm>
            <a:off x="414899" y="6278898"/>
            <a:ext cx="5611812" cy="226529"/>
          </a:xfrm>
          <a:prstGeom prst="rect">
            <a:avLst/>
          </a:prstGeom>
        </p:spPr>
        <p:txBody>
          <a:bodyPr/>
          <a:lstStyle>
            <a:lvl1pPr marL="0" indent="0">
              <a:spcBef>
                <a:spcPts val="0"/>
              </a:spcBef>
              <a:buNone/>
              <a:defRPr sz="900" b="0" i="0">
                <a:solidFill>
                  <a:srgbClr val="1E1E1E"/>
                </a:solidFill>
                <a:latin typeface=""/>
              </a:defRPr>
            </a:lvl1pPr>
          </a:lstStyle>
          <a:p>
            <a:pPr lvl="0"/>
            <a:r>
              <a:rPr lang="en-US"/>
              <a:t>12/05/25</a:t>
            </a:r>
          </a:p>
        </p:txBody>
      </p:sp>
      <p:sp>
        <p:nvSpPr>
          <p:cNvPr id="2" name="Text Placeholder 14">
            <a:extLst>
              <a:ext uri="{FF2B5EF4-FFF2-40B4-BE49-F238E27FC236}">
                <a16:creationId xmlns:a16="http://schemas.microsoft.com/office/drawing/2014/main" id="{3AA23F65-C615-FA7E-89B6-A305CFD13631}"/>
              </a:ext>
            </a:extLst>
          </p:cNvPr>
          <p:cNvSpPr>
            <a:spLocks noGrp="1"/>
          </p:cNvSpPr>
          <p:nvPr>
            <p:ph type="body" sz="quarter" idx="10" hasCustomPrompt="1"/>
          </p:nvPr>
        </p:nvSpPr>
        <p:spPr>
          <a:xfrm>
            <a:off x="414898" y="4473652"/>
            <a:ext cx="6423223" cy="944562"/>
          </a:xfrm>
          <a:prstGeom prst="rect">
            <a:avLst/>
          </a:prstGeom>
        </p:spPr>
        <p:txBody>
          <a:bodyPr/>
          <a:lstStyle>
            <a:lvl1pPr marL="0" indent="0">
              <a:lnSpc>
                <a:spcPct val="80000"/>
              </a:lnSpc>
              <a:buNone/>
              <a:defRPr sz="3200" b="1" i="0">
                <a:solidFill>
                  <a:schemeClr val="tx1"/>
                </a:solidFill>
                <a:latin typeface="Noto Sans Black" panose="020B0502040504020204" pitchFamily="34" charset="0"/>
                <a:ea typeface="Noto Sans Black" panose="020B0502040504020204" pitchFamily="34" charset="0"/>
                <a:cs typeface="Noto Sans Black" panose="020B0502040504020204" pitchFamily="34" charset="0"/>
              </a:defRPr>
            </a:lvl1pPr>
          </a:lstStyle>
          <a:p>
            <a:pPr lvl="0"/>
            <a:r>
              <a:rPr lang="en-US"/>
              <a:t>CLICK TO EDIT PRESENTATION</a:t>
            </a:r>
            <a:br>
              <a:rPr lang="en-US"/>
            </a:br>
            <a:r>
              <a:rPr lang="en-US"/>
              <a:t>TITLE HERE</a:t>
            </a:r>
            <a:endParaRPr lang="en-AE"/>
          </a:p>
        </p:txBody>
      </p:sp>
      <p:sp>
        <p:nvSpPr>
          <p:cNvPr id="4" name="Text Placeholder 3">
            <a:extLst>
              <a:ext uri="{FF2B5EF4-FFF2-40B4-BE49-F238E27FC236}">
                <a16:creationId xmlns:a16="http://schemas.microsoft.com/office/drawing/2014/main" id="{A0261606-0B53-D4E4-0F1B-3BF4A0A4560E}"/>
              </a:ext>
            </a:extLst>
          </p:cNvPr>
          <p:cNvSpPr>
            <a:spLocks noGrp="1"/>
          </p:cNvSpPr>
          <p:nvPr>
            <p:ph type="body" sz="half" idx="13" hasCustomPrompt="1"/>
          </p:nvPr>
        </p:nvSpPr>
        <p:spPr>
          <a:xfrm>
            <a:off x="414897" y="5486061"/>
            <a:ext cx="3932237" cy="399553"/>
          </a:xfrm>
          <a:prstGeom prst="rect">
            <a:avLst/>
          </a:prstGeom>
        </p:spPr>
        <p:txBody>
          <a:bodyPr/>
          <a:lstStyle>
            <a:lvl1pPr marL="0" indent="0">
              <a:buNone/>
              <a:defRPr sz="1600" b="0" i="0">
                <a:solidFill>
                  <a:schemeClr val="tx1">
                    <a:lumMod val="50000"/>
                    <a:lumOff val="50000"/>
                  </a:schemeClr>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SUBTITLE GOES HERE</a:t>
            </a:r>
          </a:p>
        </p:txBody>
      </p:sp>
      <p:sp>
        <p:nvSpPr>
          <p:cNvPr id="3" name="Picture Placeholder 2">
            <a:extLst>
              <a:ext uri="{FF2B5EF4-FFF2-40B4-BE49-F238E27FC236}">
                <a16:creationId xmlns:a16="http://schemas.microsoft.com/office/drawing/2014/main" id="{0D6FE19B-96F8-2A31-1810-076EA12E8A54}"/>
              </a:ext>
            </a:extLst>
          </p:cNvPr>
          <p:cNvSpPr>
            <a:spLocks noGrp="1"/>
          </p:cNvSpPr>
          <p:nvPr>
            <p:ph type="pic" idx="1"/>
          </p:nvPr>
        </p:nvSpPr>
        <p:spPr>
          <a:xfrm>
            <a:off x="0" y="0"/>
            <a:ext cx="12192000" cy="4124326"/>
          </a:xfrm>
          <a:prstGeom prst="rect">
            <a:avLst/>
          </a:prstGeo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Tree>
    <p:extLst>
      <p:ext uri="{BB962C8B-B14F-4D97-AF65-F5344CB8AC3E}">
        <p14:creationId xmlns:p14="http://schemas.microsoft.com/office/powerpoint/2010/main" val="604548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9B6BEDA0-C1CE-416C-2F26-79BFDEF3F5E2}"/>
              </a:ext>
            </a:extLst>
          </p:cNvPr>
          <p:cNvPicPr>
            <a:picLocks noChangeAspect="1"/>
          </p:cNvPicPr>
          <p:nvPr userDrawn="1"/>
        </p:nvPicPr>
        <p:blipFill>
          <a:blip r:embed="rId2"/>
          <a:stretch>
            <a:fillRect/>
          </a:stretch>
        </p:blipFill>
        <p:spPr>
          <a:xfrm>
            <a:off x="3060" y="6679961"/>
            <a:ext cx="12188940" cy="178040"/>
          </a:xfrm>
          <a:prstGeom prst="rect">
            <a:avLst/>
          </a:prstGeom>
        </p:spPr>
      </p:pic>
      <p:grpSp>
        <p:nvGrpSpPr>
          <p:cNvPr id="24" name="Group 23">
            <a:extLst>
              <a:ext uri="{FF2B5EF4-FFF2-40B4-BE49-F238E27FC236}">
                <a16:creationId xmlns:a16="http://schemas.microsoft.com/office/drawing/2014/main" id="{5F7A0526-3894-0B6F-E71D-142E5FC55682}"/>
              </a:ext>
            </a:extLst>
          </p:cNvPr>
          <p:cNvGrpSpPr/>
          <p:nvPr userDrawn="1"/>
        </p:nvGrpSpPr>
        <p:grpSpPr>
          <a:xfrm>
            <a:off x="414899" y="1766651"/>
            <a:ext cx="3090852" cy="622875"/>
            <a:chOff x="414899" y="1766651"/>
            <a:chExt cx="3090852" cy="622875"/>
          </a:xfrm>
        </p:grpSpPr>
        <p:sp>
          <p:nvSpPr>
            <p:cNvPr id="25" name="TextBox 7">
              <a:extLst>
                <a:ext uri="{FF2B5EF4-FFF2-40B4-BE49-F238E27FC236}">
                  <a16:creationId xmlns:a16="http://schemas.microsoft.com/office/drawing/2014/main" id="{D9C1AE98-EFF6-6DF7-47CD-30D761BEC667}"/>
                </a:ext>
              </a:extLst>
            </p:cNvPr>
            <p:cNvSpPr txBox="1"/>
            <p:nvPr/>
          </p:nvSpPr>
          <p:spPr>
            <a:xfrm>
              <a:off x="414899" y="1766651"/>
              <a:ext cx="665567" cy="584775"/>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rPr>
                <a:t>01</a:t>
              </a:r>
              <a:endParaRPr lang="en-AE"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26" name="Picture 25">
              <a:extLst>
                <a:ext uri="{FF2B5EF4-FFF2-40B4-BE49-F238E27FC236}">
                  <a16:creationId xmlns:a16="http://schemas.microsoft.com/office/drawing/2014/main" id="{EDAD6124-DF3A-6450-6B90-F0F191FD56FA}"/>
                </a:ext>
              </a:extLst>
            </p:cNvPr>
            <p:cNvPicPr>
              <a:picLocks noChangeAspect="1"/>
            </p:cNvPicPr>
            <p:nvPr/>
          </p:nvPicPr>
          <p:blipFill>
            <a:blip r:embed="rId3"/>
            <a:stretch>
              <a:fillRect/>
            </a:stretch>
          </p:blipFill>
          <p:spPr>
            <a:xfrm>
              <a:off x="495851" y="2351426"/>
              <a:ext cx="3009900" cy="38100"/>
            </a:xfrm>
            <a:prstGeom prst="rect">
              <a:avLst/>
            </a:prstGeom>
          </p:spPr>
        </p:pic>
      </p:grpSp>
      <p:grpSp>
        <p:nvGrpSpPr>
          <p:cNvPr id="28" name="Group 27">
            <a:extLst>
              <a:ext uri="{FF2B5EF4-FFF2-40B4-BE49-F238E27FC236}">
                <a16:creationId xmlns:a16="http://schemas.microsoft.com/office/drawing/2014/main" id="{0A798F9F-48A5-DE54-87A6-AE5933C0A890}"/>
              </a:ext>
            </a:extLst>
          </p:cNvPr>
          <p:cNvGrpSpPr/>
          <p:nvPr userDrawn="1"/>
        </p:nvGrpSpPr>
        <p:grpSpPr>
          <a:xfrm>
            <a:off x="4550574" y="1766651"/>
            <a:ext cx="3090852" cy="622875"/>
            <a:chOff x="414899" y="1766651"/>
            <a:chExt cx="3090852" cy="622875"/>
          </a:xfrm>
        </p:grpSpPr>
        <p:sp>
          <p:nvSpPr>
            <p:cNvPr id="29" name="TextBox 7">
              <a:extLst>
                <a:ext uri="{FF2B5EF4-FFF2-40B4-BE49-F238E27FC236}">
                  <a16:creationId xmlns:a16="http://schemas.microsoft.com/office/drawing/2014/main" id="{8380682F-E9D2-C584-E1F9-5CDA5F0C1C9D}"/>
                </a:ext>
              </a:extLst>
            </p:cNvPr>
            <p:cNvSpPr txBox="1"/>
            <p:nvPr/>
          </p:nvSpPr>
          <p:spPr>
            <a:xfrm>
              <a:off x="414899" y="1766651"/>
              <a:ext cx="652743" cy="584775"/>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rPr>
                <a:t>02</a:t>
              </a:r>
              <a:endParaRPr lang="en-AE"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30" name="Picture 29">
              <a:extLst>
                <a:ext uri="{FF2B5EF4-FFF2-40B4-BE49-F238E27FC236}">
                  <a16:creationId xmlns:a16="http://schemas.microsoft.com/office/drawing/2014/main" id="{612957C6-6DEF-4E28-DDC3-792B6B742F07}"/>
                </a:ext>
              </a:extLst>
            </p:cNvPr>
            <p:cNvPicPr>
              <a:picLocks noChangeAspect="1"/>
            </p:cNvPicPr>
            <p:nvPr/>
          </p:nvPicPr>
          <p:blipFill>
            <a:blip r:embed="rId3"/>
            <a:stretch>
              <a:fillRect/>
            </a:stretch>
          </p:blipFill>
          <p:spPr>
            <a:xfrm>
              <a:off x="495851" y="2351426"/>
              <a:ext cx="3009900" cy="38100"/>
            </a:xfrm>
            <a:prstGeom prst="rect">
              <a:avLst/>
            </a:prstGeom>
          </p:spPr>
        </p:pic>
      </p:grpSp>
      <p:grpSp>
        <p:nvGrpSpPr>
          <p:cNvPr id="32" name="Group 31">
            <a:extLst>
              <a:ext uri="{FF2B5EF4-FFF2-40B4-BE49-F238E27FC236}">
                <a16:creationId xmlns:a16="http://schemas.microsoft.com/office/drawing/2014/main" id="{8CFEAFF7-D82F-835F-19FB-5CEA0C16574C}"/>
              </a:ext>
            </a:extLst>
          </p:cNvPr>
          <p:cNvGrpSpPr/>
          <p:nvPr userDrawn="1"/>
        </p:nvGrpSpPr>
        <p:grpSpPr>
          <a:xfrm>
            <a:off x="8605297" y="1766651"/>
            <a:ext cx="3090852" cy="622875"/>
            <a:chOff x="414899" y="1766651"/>
            <a:chExt cx="3090852" cy="622875"/>
          </a:xfrm>
        </p:grpSpPr>
        <p:sp>
          <p:nvSpPr>
            <p:cNvPr id="33" name="TextBox 7">
              <a:extLst>
                <a:ext uri="{FF2B5EF4-FFF2-40B4-BE49-F238E27FC236}">
                  <a16:creationId xmlns:a16="http://schemas.microsoft.com/office/drawing/2014/main" id="{75594CB8-FD07-EB12-DA7D-B794D7851160}"/>
                </a:ext>
              </a:extLst>
            </p:cNvPr>
            <p:cNvSpPr txBox="1"/>
            <p:nvPr/>
          </p:nvSpPr>
          <p:spPr>
            <a:xfrm>
              <a:off x="414899" y="1766651"/>
              <a:ext cx="652743" cy="584775"/>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rPr>
                <a:t>03</a:t>
              </a:r>
              <a:endParaRPr lang="en-AE"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34" name="Picture 33">
              <a:extLst>
                <a:ext uri="{FF2B5EF4-FFF2-40B4-BE49-F238E27FC236}">
                  <a16:creationId xmlns:a16="http://schemas.microsoft.com/office/drawing/2014/main" id="{B324318E-3965-4807-3CBF-1F175CEE5507}"/>
                </a:ext>
              </a:extLst>
            </p:cNvPr>
            <p:cNvPicPr>
              <a:picLocks noChangeAspect="1"/>
            </p:cNvPicPr>
            <p:nvPr/>
          </p:nvPicPr>
          <p:blipFill>
            <a:blip r:embed="rId3"/>
            <a:stretch>
              <a:fillRect/>
            </a:stretch>
          </p:blipFill>
          <p:spPr>
            <a:xfrm>
              <a:off x="495851" y="2351426"/>
              <a:ext cx="3009900" cy="38100"/>
            </a:xfrm>
            <a:prstGeom prst="rect">
              <a:avLst/>
            </a:prstGeom>
          </p:spPr>
        </p:pic>
      </p:grpSp>
      <p:grpSp>
        <p:nvGrpSpPr>
          <p:cNvPr id="36" name="Group 35">
            <a:extLst>
              <a:ext uri="{FF2B5EF4-FFF2-40B4-BE49-F238E27FC236}">
                <a16:creationId xmlns:a16="http://schemas.microsoft.com/office/drawing/2014/main" id="{ED808EBE-A7AC-5E9D-6AB8-C29EB5979766}"/>
              </a:ext>
            </a:extLst>
          </p:cNvPr>
          <p:cNvGrpSpPr/>
          <p:nvPr userDrawn="1"/>
        </p:nvGrpSpPr>
        <p:grpSpPr>
          <a:xfrm>
            <a:off x="414899" y="3433526"/>
            <a:ext cx="3090852" cy="622875"/>
            <a:chOff x="414899" y="1766651"/>
            <a:chExt cx="3090852" cy="622875"/>
          </a:xfrm>
        </p:grpSpPr>
        <p:sp>
          <p:nvSpPr>
            <p:cNvPr id="37" name="TextBox 7">
              <a:extLst>
                <a:ext uri="{FF2B5EF4-FFF2-40B4-BE49-F238E27FC236}">
                  <a16:creationId xmlns:a16="http://schemas.microsoft.com/office/drawing/2014/main" id="{D7F12652-CF3E-A5CF-1F1A-2D49636FDF3A}"/>
                </a:ext>
              </a:extLst>
            </p:cNvPr>
            <p:cNvSpPr txBox="1"/>
            <p:nvPr/>
          </p:nvSpPr>
          <p:spPr>
            <a:xfrm>
              <a:off x="414899" y="1766651"/>
              <a:ext cx="652743" cy="584775"/>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rPr>
                <a:t>04</a:t>
              </a:r>
              <a:endParaRPr lang="en-AE"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38" name="Picture 37">
              <a:extLst>
                <a:ext uri="{FF2B5EF4-FFF2-40B4-BE49-F238E27FC236}">
                  <a16:creationId xmlns:a16="http://schemas.microsoft.com/office/drawing/2014/main" id="{1E7B24ED-529B-3FA9-4832-05243B5C2549}"/>
                </a:ext>
              </a:extLst>
            </p:cNvPr>
            <p:cNvPicPr>
              <a:picLocks noChangeAspect="1"/>
            </p:cNvPicPr>
            <p:nvPr/>
          </p:nvPicPr>
          <p:blipFill>
            <a:blip r:embed="rId3"/>
            <a:stretch>
              <a:fillRect/>
            </a:stretch>
          </p:blipFill>
          <p:spPr>
            <a:xfrm>
              <a:off x="495851" y="2351426"/>
              <a:ext cx="3009900" cy="38100"/>
            </a:xfrm>
            <a:prstGeom prst="rect">
              <a:avLst/>
            </a:prstGeom>
          </p:spPr>
        </p:pic>
      </p:grpSp>
      <p:grpSp>
        <p:nvGrpSpPr>
          <p:cNvPr id="40" name="Group 39">
            <a:extLst>
              <a:ext uri="{FF2B5EF4-FFF2-40B4-BE49-F238E27FC236}">
                <a16:creationId xmlns:a16="http://schemas.microsoft.com/office/drawing/2014/main" id="{3DE64557-3060-04A0-C1CD-65475C587991}"/>
              </a:ext>
            </a:extLst>
          </p:cNvPr>
          <p:cNvGrpSpPr/>
          <p:nvPr userDrawn="1"/>
        </p:nvGrpSpPr>
        <p:grpSpPr>
          <a:xfrm>
            <a:off x="4550574" y="3433526"/>
            <a:ext cx="3090852" cy="622875"/>
            <a:chOff x="414899" y="1766651"/>
            <a:chExt cx="3090852" cy="622875"/>
          </a:xfrm>
        </p:grpSpPr>
        <p:sp>
          <p:nvSpPr>
            <p:cNvPr id="41" name="TextBox 7">
              <a:extLst>
                <a:ext uri="{FF2B5EF4-FFF2-40B4-BE49-F238E27FC236}">
                  <a16:creationId xmlns:a16="http://schemas.microsoft.com/office/drawing/2014/main" id="{72FFC719-CA93-60C8-6DEF-8567DCB629D7}"/>
                </a:ext>
              </a:extLst>
            </p:cNvPr>
            <p:cNvSpPr txBox="1"/>
            <p:nvPr/>
          </p:nvSpPr>
          <p:spPr>
            <a:xfrm>
              <a:off x="414899" y="1766651"/>
              <a:ext cx="652743" cy="584775"/>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rPr>
                <a:t>05</a:t>
              </a:r>
              <a:endParaRPr lang="en-AE" sz="3200">
                <a:solidFill>
                  <a:srgbClr val="215A9E"/>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42" name="Picture 41">
              <a:extLst>
                <a:ext uri="{FF2B5EF4-FFF2-40B4-BE49-F238E27FC236}">
                  <a16:creationId xmlns:a16="http://schemas.microsoft.com/office/drawing/2014/main" id="{AAA5C251-46D7-2BB6-CEF1-3B5DB89865AA}"/>
                </a:ext>
              </a:extLst>
            </p:cNvPr>
            <p:cNvPicPr>
              <a:picLocks noChangeAspect="1"/>
            </p:cNvPicPr>
            <p:nvPr/>
          </p:nvPicPr>
          <p:blipFill>
            <a:blip r:embed="rId3"/>
            <a:stretch>
              <a:fillRect/>
            </a:stretch>
          </p:blipFill>
          <p:spPr>
            <a:xfrm>
              <a:off x="495851" y="2351426"/>
              <a:ext cx="3009900" cy="38100"/>
            </a:xfrm>
            <a:prstGeom prst="rect">
              <a:avLst/>
            </a:prstGeom>
          </p:spPr>
        </p:pic>
      </p:grpSp>
      <p:sp>
        <p:nvSpPr>
          <p:cNvPr id="46" name="Text Placeholder 3">
            <a:extLst>
              <a:ext uri="{FF2B5EF4-FFF2-40B4-BE49-F238E27FC236}">
                <a16:creationId xmlns:a16="http://schemas.microsoft.com/office/drawing/2014/main" id="{2E0A1211-C439-660B-2DC8-803B5C76B4B5}"/>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7" name="Title 1">
            <a:extLst>
              <a:ext uri="{FF2B5EF4-FFF2-40B4-BE49-F238E27FC236}">
                <a16:creationId xmlns:a16="http://schemas.microsoft.com/office/drawing/2014/main" id="{9739513D-9716-2292-6A76-EEE0EE3684BB}"/>
              </a:ext>
            </a:extLst>
          </p:cNvPr>
          <p:cNvSpPr>
            <a:spLocks noGrp="1"/>
          </p:cNvSpPr>
          <p:nvPr>
            <p:ph type="title" hasCustomPrompt="1"/>
          </p:nvPr>
        </p:nvSpPr>
        <p:spPr>
          <a:xfrm>
            <a:off x="414897" y="419594"/>
            <a:ext cx="9028361" cy="539441"/>
          </a:xfrm>
          <a:prstGeom prst="rect">
            <a:avLst/>
          </a:prstGeom>
        </p:spPr>
        <p:txBody>
          <a:bodyPr/>
          <a:lstStyle>
            <a:lvl1pPr>
              <a:defRPr sz="3000"/>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4" name="Text Placeholder 3">
            <a:extLst>
              <a:ext uri="{FF2B5EF4-FFF2-40B4-BE49-F238E27FC236}">
                <a16:creationId xmlns:a16="http://schemas.microsoft.com/office/drawing/2014/main" id="{D00004EC-48D0-6D1A-3571-0F09F8F0BF47}"/>
              </a:ext>
            </a:extLst>
          </p:cNvPr>
          <p:cNvSpPr>
            <a:spLocks noGrp="1"/>
          </p:cNvSpPr>
          <p:nvPr>
            <p:ph type="body" sz="half" idx="2" hasCustomPrompt="1"/>
          </p:nvPr>
        </p:nvSpPr>
        <p:spPr>
          <a:xfrm>
            <a:off x="414896" y="2592752"/>
            <a:ext cx="3090855" cy="918581"/>
          </a:xfrm>
          <a:prstGeom prst="rect">
            <a:avLst/>
          </a:prstGeom>
        </p:spPr>
        <p:txBody>
          <a:bodyPr/>
          <a:lstStyle>
            <a:lvl1pPr marL="0" indent="0">
              <a:buNone/>
              <a:defRPr sz="1800">
                <a:solidFill>
                  <a:srgbClr val="215A9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rPr>
              <a:t>Informations</a:t>
            </a:r>
            <a:endParaRPr lang="en-US"/>
          </a:p>
        </p:txBody>
      </p:sp>
      <p:sp>
        <p:nvSpPr>
          <p:cNvPr id="55" name="Text Placeholder 3">
            <a:extLst>
              <a:ext uri="{FF2B5EF4-FFF2-40B4-BE49-F238E27FC236}">
                <a16:creationId xmlns:a16="http://schemas.microsoft.com/office/drawing/2014/main" id="{FDEFF4BF-E4D1-F275-0F3D-9B96F238D7DE}"/>
              </a:ext>
            </a:extLst>
          </p:cNvPr>
          <p:cNvSpPr>
            <a:spLocks noGrp="1"/>
          </p:cNvSpPr>
          <p:nvPr>
            <p:ph type="body" sz="half" idx="15" hasCustomPrompt="1"/>
          </p:nvPr>
        </p:nvSpPr>
        <p:spPr>
          <a:xfrm>
            <a:off x="4554635" y="2592752"/>
            <a:ext cx="3090855" cy="918581"/>
          </a:xfrm>
          <a:prstGeom prst="rect">
            <a:avLst/>
          </a:prstGeom>
        </p:spPr>
        <p:txBody>
          <a:bodyPr/>
          <a:lstStyle>
            <a:lvl1pPr marL="0" indent="0">
              <a:buNone/>
              <a:defRPr sz="1800">
                <a:solidFill>
                  <a:srgbClr val="215A9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rPr>
              <a:t>Informations</a:t>
            </a:r>
            <a:endParaRPr lang="en-US"/>
          </a:p>
        </p:txBody>
      </p:sp>
      <p:sp>
        <p:nvSpPr>
          <p:cNvPr id="56" name="Text Placeholder 3">
            <a:extLst>
              <a:ext uri="{FF2B5EF4-FFF2-40B4-BE49-F238E27FC236}">
                <a16:creationId xmlns:a16="http://schemas.microsoft.com/office/drawing/2014/main" id="{18734BA0-3D17-4DC0-A3AC-7E1196E75D79}"/>
              </a:ext>
            </a:extLst>
          </p:cNvPr>
          <p:cNvSpPr>
            <a:spLocks noGrp="1"/>
          </p:cNvSpPr>
          <p:nvPr>
            <p:ph type="body" sz="half" idx="16" hasCustomPrompt="1"/>
          </p:nvPr>
        </p:nvSpPr>
        <p:spPr>
          <a:xfrm>
            <a:off x="8602934" y="2592752"/>
            <a:ext cx="3090855" cy="918581"/>
          </a:xfrm>
          <a:prstGeom prst="rect">
            <a:avLst/>
          </a:prstGeom>
        </p:spPr>
        <p:txBody>
          <a:bodyPr/>
          <a:lstStyle>
            <a:lvl1pPr marL="0" indent="0">
              <a:buNone/>
              <a:defRPr sz="1800">
                <a:solidFill>
                  <a:srgbClr val="215A9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rPr>
              <a:t>Informations</a:t>
            </a:r>
            <a:endParaRPr lang="en-US"/>
          </a:p>
        </p:txBody>
      </p:sp>
      <p:sp>
        <p:nvSpPr>
          <p:cNvPr id="57" name="Text Placeholder 3">
            <a:extLst>
              <a:ext uri="{FF2B5EF4-FFF2-40B4-BE49-F238E27FC236}">
                <a16:creationId xmlns:a16="http://schemas.microsoft.com/office/drawing/2014/main" id="{1C4FA986-7B43-0789-FFDB-291E70B09C48}"/>
              </a:ext>
            </a:extLst>
          </p:cNvPr>
          <p:cNvSpPr>
            <a:spLocks noGrp="1"/>
          </p:cNvSpPr>
          <p:nvPr>
            <p:ph type="body" sz="half" idx="17" hasCustomPrompt="1"/>
          </p:nvPr>
        </p:nvSpPr>
        <p:spPr>
          <a:xfrm>
            <a:off x="414896" y="4255297"/>
            <a:ext cx="3090855" cy="918581"/>
          </a:xfrm>
          <a:prstGeom prst="rect">
            <a:avLst/>
          </a:prstGeom>
        </p:spPr>
        <p:txBody>
          <a:bodyPr/>
          <a:lstStyle>
            <a:lvl1pPr marL="0" indent="0">
              <a:buNone/>
              <a:defRPr sz="1800">
                <a:solidFill>
                  <a:srgbClr val="215A9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rPr>
              <a:t>Informations</a:t>
            </a:r>
            <a:endParaRPr lang="en-US"/>
          </a:p>
        </p:txBody>
      </p:sp>
      <p:sp>
        <p:nvSpPr>
          <p:cNvPr id="58" name="Text Placeholder 3">
            <a:extLst>
              <a:ext uri="{FF2B5EF4-FFF2-40B4-BE49-F238E27FC236}">
                <a16:creationId xmlns:a16="http://schemas.microsoft.com/office/drawing/2014/main" id="{4DA6B017-AE29-D806-A2E2-E6516BD3B809}"/>
              </a:ext>
            </a:extLst>
          </p:cNvPr>
          <p:cNvSpPr>
            <a:spLocks noGrp="1"/>
          </p:cNvSpPr>
          <p:nvPr>
            <p:ph type="body" sz="half" idx="18" hasCustomPrompt="1"/>
          </p:nvPr>
        </p:nvSpPr>
        <p:spPr>
          <a:xfrm>
            <a:off x="4554635" y="4255297"/>
            <a:ext cx="3090855" cy="918581"/>
          </a:xfrm>
          <a:prstGeom prst="rect">
            <a:avLst/>
          </a:prstGeom>
        </p:spPr>
        <p:txBody>
          <a:bodyPr/>
          <a:lstStyle>
            <a:lvl1pPr marL="0" indent="0">
              <a:buNone/>
              <a:defRPr sz="1800">
                <a:solidFill>
                  <a:srgbClr val="215A9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solidFill>
                  <a:srgbClr val="215A9E"/>
                </a:solidFill>
                <a:latin typeface="Noto Sans Medium" panose="020B0502040504020204" pitchFamily="34" charset="0"/>
                <a:ea typeface="Noto Sans Medium" panose="020B0502040504020204" pitchFamily="34" charset="0"/>
                <a:cs typeface="Noto Sans Medium" panose="020B0502040504020204" pitchFamily="34" charset="0"/>
              </a:rPr>
              <a:t>Informations</a:t>
            </a:r>
            <a:endParaRPr lang="en-US"/>
          </a:p>
        </p:txBody>
      </p:sp>
      <p:pic>
        <p:nvPicPr>
          <p:cNvPr id="3" name="Picture 2">
            <a:extLst>
              <a:ext uri="{FF2B5EF4-FFF2-40B4-BE49-F238E27FC236}">
                <a16:creationId xmlns:a16="http://schemas.microsoft.com/office/drawing/2014/main" id="{85B8358F-F432-1AC5-80CE-A7E747220BA8}"/>
              </a:ext>
            </a:extLst>
          </p:cNvPr>
          <p:cNvPicPr>
            <a:picLocks noChangeAspect="1"/>
          </p:cNvPicPr>
          <p:nvPr userDrawn="1"/>
        </p:nvPicPr>
        <p:blipFill>
          <a:blip r:embed="rId4"/>
          <a:srcRect/>
          <a:stretch/>
        </p:blipFill>
        <p:spPr>
          <a:xfrm>
            <a:off x="9694624" y="389537"/>
            <a:ext cx="2077465" cy="486127"/>
          </a:xfrm>
          <a:prstGeom prst="rect">
            <a:avLst/>
          </a:prstGeom>
        </p:spPr>
      </p:pic>
    </p:spTree>
    <p:extLst>
      <p:ext uri="{BB962C8B-B14F-4D97-AF65-F5344CB8AC3E}">
        <p14:creationId xmlns:p14="http://schemas.microsoft.com/office/powerpoint/2010/main" val="373251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BB363B-55F3-88AC-62AC-72EBA9F30E39}"/>
              </a:ext>
            </a:extLst>
          </p:cNvPr>
          <p:cNvPicPr>
            <a:picLocks noChangeAspect="1"/>
          </p:cNvPicPr>
          <p:nvPr userDrawn="1"/>
        </p:nvPicPr>
        <p:blipFill>
          <a:blip r:embed="rId2"/>
          <a:stretch>
            <a:fillRect/>
          </a:stretch>
        </p:blipFill>
        <p:spPr>
          <a:xfrm>
            <a:off x="3060" y="6679961"/>
            <a:ext cx="12188940" cy="178040"/>
          </a:xfrm>
          <a:prstGeom prst="rect">
            <a:avLst/>
          </a:prstGeom>
        </p:spPr>
      </p:pic>
      <p:sp>
        <p:nvSpPr>
          <p:cNvPr id="12" name="Text Placeholder 3">
            <a:extLst>
              <a:ext uri="{FF2B5EF4-FFF2-40B4-BE49-F238E27FC236}">
                <a16:creationId xmlns:a16="http://schemas.microsoft.com/office/drawing/2014/main" id="{6C6E5009-D25C-FC72-6AFA-D46B9CE7AC27}"/>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3" name="Title 1">
            <a:extLst>
              <a:ext uri="{FF2B5EF4-FFF2-40B4-BE49-F238E27FC236}">
                <a16:creationId xmlns:a16="http://schemas.microsoft.com/office/drawing/2014/main" id="{CFA3A35E-803D-5F51-DF89-F506E14438BC}"/>
              </a:ext>
            </a:extLst>
          </p:cNvPr>
          <p:cNvSpPr>
            <a:spLocks noGrp="1"/>
          </p:cNvSpPr>
          <p:nvPr>
            <p:ph type="title" hasCustomPrompt="1"/>
          </p:nvPr>
        </p:nvSpPr>
        <p:spPr>
          <a:xfrm>
            <a:off x="414897" y="419594"/>
            <a:ext cx="9028361" cy="539441"/>
          </a:xfrm>
          <a:prstGeom prst="rect">
            <a:avLst/>
          </a:prstGeom>
        </p:spPr>
        <p:txBody>
          <a:bodyPr/>
          <a:lstStyle>
            <a:lvl1pPr>
              <a:defRPr sz="3000"/>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2" name="Picture 1">
            <a:extLst>
              <a:ext uri="{FF2B5EF4-FFF2-40B4-BE49-F238E27FC236}">
                <a16:creationId xmlns:a16="http://schemas.microsoft.com/office/drawing/2014/main" id="{BEB74E9F-2163-D6AB-F4FE-63817288B24E}"/>
              </a:ext>
            </a:extLst>
          </p:cNvPr>
          <p:cNvPicPr>
            <a:picLocks noChangeAspect="1"/>
          </p:cNvPicPr>
          <p:nvPr userDrawn="1"/>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4264057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D1E875B-430D-B824-BEA2-935C467A4533}"/>
              </a:ext>
            </a:extLst>
          </p:cNvPr>
          <p:cNvPicPr>
            <a:picLocks noChangeAspect="1"/>
          </p:cNvPicPr>
          <p:nvPr userDrawn="1"/>
        </p:nvPicPr>
        <p:blipFill>
          <a:blip r:embed="rId2"/>
          <a:stretch>
            <a:fillRect/>
          </a:stretch>
        </p:blipFill>
        <p:spPr>
          <a:xfrm>
            <a:off x="3060" y="6679961"/>
            <a:ext cx="12188940" cy="178040"/>
          </a:xfrm>
          <a:prstGeom prst="rect">
            <a:avLst/>
          </a:prstGeom>
        </p:spPr>
      </p:pic>
      <p:sp>
        <p:nvSpPr>
          <p:cNvPr id="24" name="Text Placeholder 3">
            <a:extLst>
              <a:ext uri="{FF2B5EF4-FFF2-40B4-BE49-F238E27FC236}">
                <a16:creationId xmlns:a16="http://schemas.microsoft.com/office/drawing/2014/main" id="{DF1B5A05-CC52-DEDF-775C-00B4371F8460}"/>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5" name="Text Placeholder 3">
            <a:extLst>
              <a:ext uri="{FF2B5EF4-FFF2-40B4-BE49-F238E27FC236}">
                <a16:creationId xmlns:a16="http://schemas.microsoft.com/office/drawing/2014/main" id="{42E05DA5-8842-C9A8-825B-86E540223587}"/>
              </a:ext>
            </a:extLst>
          </p:cNvPr>
          <p:cNvSpPr>
            <a:spLocks noGrp="1"/>
          </p:cNvSpPr>
          <p:nvPr>
            <p:ph type="body" sz="half" idx="2" hasCustomPrompt="1"/>
          </p:nvPr>
        </p:nvSpPr>
        <p:spPr>
          <a:xfrm>
            <a:off x="414898" y="1954389"/>
            <a:ext cx="6226971" cy="4131183"/>
          </a:xfrm>
          <a:prstGeom prst="rect">
            <a:avLst/>
          </a:prstGeom>
        </p:spPr>
        <p:txBody>
          <a:bodyPr/>
          <a:lstStyle>
            <a:lvl1pPr marL="0" indent="0">
              <a:buNone/>
              <a:defRPr sz="11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28" name="Text Placeholder 3">
            <a:extLst>
              <a:ext uri="{FF2B5EF4-FFF2-40B4-BE49-F238E27FC236}">
                <a16:creationId xmlns:a16="http://schemas.microsoft.com/office/drawing/2014/main" id="{6B7A2384-B70F-DA3E-1C34-965F8BF91C8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PPT Title / Topic</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31" name="Title 1">
            <a:extLst>
              <a:ext uri="{FF2B5EF4-FFF2-40B4-BE49-F238E27FC236}">
                <a16:creationId xmlns:a16="http://schemas.microsoft.com/office/drawing/2014/main" id="{C6110DC7-54FB-6BD4-D9DB-819DFAE797F6}"/>
              </a:ext>
            </a:extLst>
          </p:cNvPr>
          <p:cNvSpPr>
            <a:spLocks noGrp="1"/>
          </p:cNvSpPr>
          <p:nvPr>
            <p:ph type="title" hasCustomPrompt="1"/>
          </p:nvPr>
        </p:nvSpPr>
        <p:spPr>
          <a:xfrm>
            <a:off x="414897" y="419594"/>
            <a:ext cx="9028361" cy="539441"/>
          </a:xfrm>
          <a:prstGeom prst="rect">
            <a:avLst/>
          </a:prstGeom>
        </p:spPr>
        <p:txBody>
          <a:bodyPr/>
          <a:lstStyle>
            <a:lvl1pPr>
              <a:defRPr sz="3000"/>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2" name="Picture 1">
            <a:extLst>
              <a:ext uri="{FF2B5EF4-FFF2-40B4-BE49-F238E27FC236}">
                <a16:creationId xmlns:a16="http://schemas.microsoft.com/office/drawing/2014/main" id="{2F740580-E84F-D7B2-94AD-781EC0FCA12D}"/>
              </a:ext>
            </a:extLst>
          </p:cNvPr>
          <p:cNvPicPr>
            <a:picLocks noChangeAspect="1"/>
          </p:cNvPicPr>
          <p:nvPr userDrawn="1"/>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1978511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29B5C6-0778-81B8-5610-8384E43E5B69}"/>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96A98E9A-40AC-9E4A-5360-290177781C32}"/>
              </a:ext>
            </a:extLst>
          </p:cNvPr>
          <p:cNvPicPr>
            <a:picLocks noChangeAspect="1"/>
          </p:cNvPicPr>
          <p:nvPr userDrawn="1"/>
        </p:nvPicPr>
        <p:blipFill>
          <a:blip r:embed="rId2"/>
          <a:stretch>
            <a:fillRect/>
          </a:stretch>
        </p:blipFill>
        <p:spPr>
          <a:xfrm>
            <a:off x="0" y="7955"/>
            <a:ext cx="12188940" cy="4053848"/>
          </a:xfrm>
          <a:prstGeom prst="rect">
            <a:avLst/>
          </a:prstGeom>
        </p:spPr>
      </p:pic>
      <p:sp>
        <p:nvSpPr>
          <p:cNvPr id="11" name="Rectangle 10">
            <a:extLst>
              <a:ext uri="{FF2B5EF4-FFF2-40B4-BE49-F238E27FC236}">
                <a16:creationId xmlns:a16="http://schemas.microsoft.com/office/drawing/2014/main" id="{A4EC0EFC-3F26-C84B-DD1E-0CACD5405719}"/>
              </a:ext>
            </a:extLst>
          </p:cNvPr>
          <p:cNvSpPr/>
          <p:nvPr userDrawn="1"/>
        </p:nvSpPr>
        <p:spPr>
          <a:xfrm>
            <a:off x="8467724" y="1434804"/>
            <a:ext cx="3724275" cy="1200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2" name="Picture 11">
            <a:extLst>
              <a:ext uri="{FF2B5EF4-FFF2-40B4-BE49-F238E27FC236}">
                <a16:creationId xmlns:a16="http://schemas.microsoft.com/office/drawing/2014/main" id="{F69C68DC-5968-3FA3-8EBA-79A2C8E1ACF0}"/>
              </a:ext>
            </a:extLst>
          </p:cNvPr>
          <p:cNvPicPr>
            <a:picLocks noChangeAspect="1"/>
          </p:cNvPicPr>
          <p:nvPr userDrawn="1"/>
        </p:nvPicPr>
        <p:blipFill>
          <a:blip r:embed="rId3"/>
          <a:srcRect/>
          <a:stretch/>
        </p:blipFill>
        <p:spPr>
          <a:xfrm>
            <a:off x="8967100" y="1711347"/>
            <a:ext cx="2765230" cy="647064"/>
          </a:xfrm>
          <a:prstGeom prst="rect">
            <a:avLst/>
          </a:prstGeom>
        </p:spPr>
      </p:pic>
      <p:sp>
        <p:nvSpPr>
          <p:cNvPr id="17" name="Text Placeholder 14">
            <a:extLst>
              <a:ext uri="{FF2B5EF4-FFF2-40B4-BE49-F238E27FC236}">
                <a16:creationId xmlns:a16="http://schemas.microsoft.com/office/drawing/2014/main" id="{3232D2CB-DC8F-89C7-9AD9-A8C4F92CC64E}"/>
              </a:ext>
            </a:extLst>
          </p:cNvPr>
          <p:cNvSpPr>
            <a:spLocks noGrp="1"/>
          </p:cNvSpPr>
          <p:nvPr>
            <p:ph type="body" sz="quarter" idx="10" hasCustomPrompt="1"/>
          </p:nvPr>
        </p:nvSpPr>
        <p:spPr>
          <a:xfrm>
            <a:off x="414899" y="4473652"/>
            <a:ext cx="4941567" cy="944562"/>
          </a:xfrm>
          <a:prstGeom prst="rect">
            <a:avLst/>
          </a:prstGeom>
        </p:spPr>
        <p:txBody>
          <a:bodyPr/>
          <a:lstStyle>
            <a:lvl1pPr marL="0" indent="0">
              <a:lnSpc>
                <a:spcPct val="80000"/>
              </a:lnSpc>
              <a:buNone/>
              <a:defRPr>
                <a:solidFill>
                  <a:srgbClr val="063360"/>
                </a:solidFill>
              </a:defRPr>
            </a:lvl1pPr>
          </a:lstStyle>
          <a:p>
            <a:pPr lvl="0"/>
            <a:r>
              <a:rPr lang="en-US"/>
              <a:t>Edit Master Slide Title Here</a:t>
            </a:r>
            <a:endParaRPr lang="en-AE"/>
          </a:p>
        </p:txBody>
      </p:sp>
      <p:sp>
        <p:nvSpPr>
          <p:cNvPr id="20" name="Text Placeholder 18">
            <a:extLst>
              <a:ext uri="{FF2B5EF4-FFF2-40B4-BE49-F238E27FC236}">
                <a16:creationId xmlns:a16="http://schemas.microsoft.com/office/drawing/2014/main" id="{880253A3-F59E-0AA9-DA5F-DA01579DD6BD}"/>
              </a:ext>
            </a:extLst>
          </p:cNvPr>
          <p:cNvSpPr>
            <a:spLocks noGrp="1"/>
          </p:cNvSpPr>
          <p:nvPr>
            <p:ph type="body" sz="quarter" idx="11" hasCustomPrompt="1"/>
          </p:nvPr>
        </p:nvSpPr>
        <p:spPr>
          <a:xfrm>
            <a:off x="414899" y="6282719"/>
            <a:ext cx="2627313" cy="249237"/>
          </a:xfrm>
          <a:prstGeom prst="rect">
            <a:avLst/>
          </a:prstGeom>
        </p:spPr>
        <p:txBody>
          <a:bodyPr/>
          <a:lstStyle>
            <a:lvl1pPr marL="0" indent="0">
              <a:buNone/>
              <a:defRPr sz="900">
                <a:latin typeface=""/>
              </a:defRPr>
            </a:lvl1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Tree>
    <p:extLst>
      <p:ext uri="{BB962C8B-B14F-4D97-AF65-F5344CB8AC3E}">
        <p14:creationId xmlns:p14="http://schemas.microsoft.com/office/powerpoint/2010/main" val="429118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bg>
      <p:bgPr>
        <a:gradFill>
          <a:gsLst>
            <a:gs pos="0">
              <a:srgbClr val="215A9E"/>
            </a:gs>
            <a:gs pos="100000">
              <a:srgbClr val="063360"/>
            </a:gs>
          </a:gsLst>
          <a:lin ang="10800000" scaled="0"/>
        </a:gra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7DB015E6-A2D1-E40B-26E3-2E8738761344}"/>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13" name="Text Placeholder 3">
            <a:extLst>
              <a:ext uri="{FF2B5EF4-FFF2-40B4-BE49-F238E27FC236}">
                <a16:creationId xmlns:a16="http://schemas.microsoft.com/office/drawing/2014/main" id="{B8A1F442-B84A-CA4E-337E-F6846A7A82ED}"/>
              </a:ext>
            </a:extLst>
          </p:cNvPr>
          <p:cNvSpPr>
            <a:spLocks noGrp="1"/>
          </p:cNvSpPr>
          <p:nvPr>
            <p:ph type="body" sz="half" idx="2" hasCustomPrompt="1"/>
          </p:nvPr>
        </p:nvSpPr>
        <p:spPr>
          <a:xfrm>
            <a:off x="414898" y="1954389"/>
            <a:ext cx="4082287" cy="4131183"/>
          </a:xfrm>
          <a:prstGeom prst="rect">
            <a:avLst/>
          </a:prstGeom>
        </p:spPr>
        <p:txBody>
          <a:bodyPr/>
          <a:lstStyle>
            <a:lvl1pPr marL="0" indent="0">
              <a:buNone/>
              <a:defRPr sz="11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14" name="Text Placeholder 3">
            <a:extLst>
              <a:ext uri="{FF2B5EF4-FFF2-40B4-BE49-F238E27FC236}">
                <a16:creationId xmlns:a16="http://schemas.microsoft.com/office/drawing/2014/main" id="{13E46378-A70B-1876-236E-E635CC0843B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5" name="Title 1">
            <a:extLst>
              <a:ext uri="{FF2B5EF4-FFF2-40B4-BE49-F238E27FC236}">
                <a16:creationId xmlns:a16="http://schemas.microsoft.com/office/drawing/2014/main" id="{3CEDFDD0-02D4-2E08-8D38-942A8365F917}"/>
              </a:ext>
            </a:extLst>
          </p:cNvPr>
          <p:cNvSpPr>
            <a:spLocks noGrp="1"/>
          </p:cNvSpPr>
          <p:nvPr>
            <p:ph type="title" hasCustomPrompt="1"/>
          </p:nvPr>
        </p:nvSpPr>
        <p:spPr>
          <a:xfrm>
            <a:off x="414897" y="419594"/>
            <a:ext cx="9028361" cy="539441"/>
          </a:xfrm>
          <a:prstGeom prst="rect">
            <a:avLst/>
          </a:prstGeom>
        </p:spPr>
        <p:txBody>
          <a:bodyPr/>
          <a:lstStyle>
            <a:lvl1pPr>
              <a:defRPr sz="3000">
                <a:solidFill>
                  <a:schemeClr val="bg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6" name="Rectangle 15">
            <a:extLst>
              <a:ext uri="{FF2B5EF4-FFF2-40B4-BE49-F238E27FC236}">
                <a16:creationId xmlns:a16="http://schemas.microsoft.com/office/drawing/2014/main" id="{9733891D-C9E4-DC2E-9E1E-F2E77EAFE163}"/>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9" name="Chart Placeholder 18">
            <a:extLst>
              <a:ext uri="{FF2B5EF4-FFF2-40B4-BE49-F238E27FC236}">
                <a16:creationId xmlns:a16="http://schemas.microsoft.com/office/drawing/2014/main" id="{6AB3CFA0-4307-D4D0-EFEB-67C6D9403EA5}"/>
              </a:ext>
            </a:extLst>
          </p:cNvPr>
          <p:cNvSpPr>
            <a:spLocks noGrp="1"/>
          </p:cNvSpPr>
          <p:nvPr>
            <p:ph type="chart" sz="quarter" idx="15"/>
          </p:nvPr>
        </p:nvSpPr>
        <p:spPr>
          <a:xfrm>
            <a:off x="4862946" y="1954213"/>
            <a:ext cx="6914718" cy="4130675"/>
          </a:xfrm>
          <a:prstGeom prst="rect">
            <a:avLst/>
          </a:prstGeom>
        </p:spPr>
        <p:txBody>
          <a:bodyPr/>
          <a:lstStyle>
            <a:lvl1pPr>
              <a:defRPr>
                <a:solidFill>
                  <a:schemeClr val="bg1"/>
                </a:solidFill>
              </a:defRPr>
            </a:lvl1pPr>
          </a:lstStyle>
          <a:p>
            <a:endParaRPr lang="en-AE"/>
          </a:p>
        </p:txBody>
      </p:sp>
      <p:pic>
        <p:nvPicPr>
          <p:cNvPr id="3" name="Picture 2">
            <a:extLst>
              <a:ext uri="{FF2B5EF4-FFF2-40B4-BE49-F238E27FC236}">
                <a16:creationId xmlns:a16="http://schemas.microsoft.com/office/drawing/2014/main" id="{AB42D64D-3169-0427-D39B-B321CB05B736}"/>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811504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3455FFF0-3E64-C96C-7E57-8CDB7AC9ED55}"/>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7" name="Text Placeholder 3">
            <a:extLst>
              <a:ext uri="{FF2B5EF4-FFF2-40B4-BE49-F238E27FC236}">
                <a16:creationId xmlns:a16="http://schemas.microsoft.com/office/drawing/2014/main" id="{A8D5FBA2-0EEB-BAC4-5881-834300C4FA20}"/>
              </a:ext>
            </a:extLst>
          </p:cNvPr>
          <p:cNvSpPr>
            <a:spLocks noGrp="1"/>
          </p:cNvSpPr>
          <p:nvPr>
            <p:ph type="body" sz="half" idx="2" hasCustomPrompt="1"/>
          </p:nvPr>
        </p:nvSpPr>
        <p:spPr>
          <a:xfrm>
            <a:off x="414898" y="1954389"/>
            <a:ext cx="4082287" cy="4131183"/>
          </a:xfrm>
          <a:prstGeom prst="rect">
            <a:avLst/>
          </a:prstGeom>
        </p:spPr>
        <p:txBody>
          <a:bodyPr/>
          <a:lstStyle>
            <a:lvl1pPr marL="0" indent="0">
              <a:buNone/>
              <a:defRPr sz="11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8" name="Text Placeholder 3">
            <a:extLst>
              <a:ext uri="{FF2B5EF4-FFF2-40B4-BE49-F238E27FC236}">
                <a16:creationId xmlns:a16="http://schemas.microsoft.com/office/drawing/2014/main" id="{7A1AEB0D-7CCC-46EB-8D61-3197C621462E}"/>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9" name="Title 1">
            <a:extLst>
              <a:ext uri="{FF2B5EF4-FFF2-40B4-BE49-F238E27FC236}">
                <a16:creationId xmlns:a16="http://schemas.microsoft.com/office/drawing/2014/main" id="{3DBBD20E-2F27-23B1-1461-5460E8F2C581}"/>
              </a:ext>
            </a:extLst>
          </p:cNvPr>
          <p:cNvSpPr>
            <a:spLocks noGrp="1"/>
          </p:cNvSpPr>
          <p:nvPr>
            <p:ph type="title" hasCustomPrompt="1"/>
          </p:nvPr>
        </p:nvSpPr>
        <p:spPr>
          <a:xfrm>
            <a:off x="414897" y="419594"/>
            <a:ext cx="9028361" cy="539441"/>
          </a:xfrm>
          <a:prstGeom prst="rect">
            <a:avLst/>
          </a:prstGeom>
        </p:spPr>
        <p:txBody>
          <a:bodyPr/>
          <a:lstStyle>
            <a:lvl1pPr>
              <a:defRPr sz="3000">
                <a:solidFill>
                  <a:schemeClr val="tx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0" name="Rectangle 9">
            <a:extLst>
              <a:ext uri="{FF2B5EF4-FFF2-40B4-BE49-F238E27FC236}">
                <a16:creationId xmlns:a16="http://schemas.microsoft.com/office/drawing/2014/main" id="{97980D9B-B7AD-F822-4771-292180FD0CDB}"/>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2" name="Chart Placeholder 18">
            <a:extLst>
              <a:ext uri="{FF2B5EF4-FFF2-40B4-BE49-F238E27FC236}">
                <a16:creationId xmlns:a16="http://schemas.microsoft.com/office/drawing/2014/main" id="{1B4A3558-113E-5458-53FA-88A14F471898}"/>
              </a:ext>
            </a:extLst>
          </p:cNvPr>
          <p:cNvSpPr>
            <a:spLocks noGrp="1"/>
          </p:cNvSpPr>
          <p:nvPr>
            <p:ph type="chart" sz="quarter" idx="15"/>
          </p:nvPr>
        </p:nvSpPr>
        <p:spPr>
          <a:xfrm>
            <a:off x="4862946" y="1954213"/>
            <a:ext cx="6914718" cy="4130675"/>
          </a:xfrm>
          <a:prstGeom prst="rect">
            <a:avLst/>
          </a:prstGeom>
        </p:spPr>
        <p:txBody>
          <a:bodyPr/>
          <a:lstStyle>
            <a:lvl1pPr>
              <a:defRPr>
                <a:solidFill>
                  <a:schemeClr val="tx1"/>
                </a:solidFill>
              </a:defRPr>
            </a:lvl1pPr>
          </a:lstStyle>
          <a:p>
            <a:endParaRPr lang="en-AE"/>
          </a:p>
        </p:txBody>
      </p:sp>
      <p:pic>
        <p:nvPicPr>
          <p:cNvPr id="2" name="Picture 1">
            <a:extLst>
              <a:ext uri="{FF2B5EF4-FFF2-40B4-BE49-F238E27FC236}">
                <a16:creationId xmlns:a16="http://schemas.microsoft.com/office/drawing/2014/main" id="{AA010356-7A10-B22E-866D-6DA7C98AA01E}"/>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622632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63360"/>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7DB015E6-A2D1-E40B-26E3-2E8738761344}"/>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Timeline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14" name="Text Placeholder 3">
            <a:extLst>
              <a:ext uri="{FF2B5EF4-FFF2-40B4-BE49-F238E27FC236}">
                <a16:creationId xmlns:a16="http://schemas.microsoft.com/office/drawing/2014/main" id="{13E46378-A70B-1876-236E-E635CC0843B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5" name="Title 1">
            <a:extLst>
              <a:ext uri="{FF2B5EF4-FFF2-40B4-BE49-F238E27FC236}">
                <a16:creationId xmlns:a16="http://schemas.microsoft.com/office/drawing/2014/main" id="{3CEDFDD0-02D4-2E08-8D38-942A8365F917}"/>
              </a:ext>
            </a:extLst>
          </p:cNvPr>
          <p:cNvSpPr>
            <a:spLocks noGrp="1"/>
          </p:cNvSpPr>
          <p:nvPr>
            <p:ph type="title" hasCustomPrompt="1"/>
          </p:nvPr>
        </p:nvSpPr>
        <p:spPr>
          <a:xfrm>
            <a:off x="414897" y="419594"/>
            <a:ext cx="9028361" cy="539441"/>
          </a:xfrm>
          <a:prstGeom prst="rect">
            <a:avLst/>
          </a:prstGeom>
        </p:spPr>
        <p:txBody>
          <a:bodyPr/>
          <a:lstStyle>
            <a:lvl1pPr>
              <a:defRPr sz="3000">
                <a:solidFill>
                  <a:schemeClr val="bg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Business Model</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6" name="Rectangle 15">
            <a:extLst>
              <a:ext uri="{FF2B5EF4-FFF2-40B4-BE49-F238E27FC236}">
                <a16:creationId xmlns:a16="http://schemas.microsoft.com/office/drawing/2014/main" id="{9733891D-C9E4-DC2E-9E1E-F2E77EAFE163}"/>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2" name="Straight Connector 1">
            <a:extLst>
              <a:ext uri="{FF2B5EF4-FFF2-40B4-BE49-F238E27FC236}">
                <a16:creationId xmlns:a16="http://schemas.microsoft.com/office/drawing/2014/main" id="{91561474-70B6-5268-31D7-79A442009518}"/>
              </a:ext>
            </a:extLst>
          </p:cNvPr>
          <p:cNvCxnSpPr>
            <a:cxnSpLocks/>
          </p:cNvCxnSpPr>
          <p:nvPr userDrawn="1"/>
        </p:nvCxnSpPr>
        <p:spPr>
          <a:xfrm>
            <a:off x="0" y="1850410"/>
            <a:ext cx="12192000"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sp>
        <p:nvSpPr>
          <p:cNvPr id="3" name="Oval 2">
            <a:extLst>
              <a:ext uri="{FF2B5EF4-FFF2-40B4-BE49-F238E27FC236}">
                <a16:creationId xmlns:a16="http://schemas.microsoft.com/office/drawing/2014/main" id="{96F998CD-5DC0-C4A1-F116-B02DD75C2BB1}"/>
              </a:ext>
            </a:extLst>
          </p:cNvPr>
          <p:cNvSpPr/>
          <p:nvPr userDrawn="1"/>
        </p:nvSpPr>
        <p:spPr>
          <a:xfrm>
            <a:off x="489195"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 name="Oval 3">
            <a:extLst>
              <a:ext uri="{FF2B5EF4-FFF2-40B4-BE49-F238E27FC236}">
                <a16:creationId xmlns:a16="http://schemas.microsoft.com/office/drawing/2014/main" id="{744E805E-9837-E6C4-A0BD-32760B53B35D}"/>
              </a:ext>
            </a:extLst>
          </p:cNvPr>
          <p:cNvSpPr/>
          <p:nvPr userDrawn="1"/>
        </p:nvSpPr>
        <p:spPr>
          <a:xfrm>
            <a:off x="3428645" y="1757734"/>
            <a:ext cx="185351" cy="185351"/>
          </a:xfrm>
          <a:prstGeom prst="ellipse">
            <a:avLst/>
          </a:prstGeom>
          <a:solidFill>
            <a:srgbClr val="7DA1C4"/>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5" name="Oval 4">
            <a:extLst>
              <a:ext uri="{FF2B5EF4-FFF2-40B4-BE49-F238E27FC236}">
                <a16:creationId xmlns:a16="http://schemas.microsoft.com/office/drawing/2014/main" id="{7B6921F4-68F4-E803-A7D7-B4D243621E09}"/>
              </a:ext>
            </a:extLst>
          </p:cNvPr>
          <p:cNvSpPr/>
          <p:nvPr userDrawn="1"/>
        </p:nvSpPr>
        <p:spPr>
          <a:xfrm>
            <a:off x="6368095"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6" name="Oval 5">
            <a:extLst>
              <a:ext uri="{FF2B5EF4-FFF2-40B4-BE49-F238E27FC236}">
                <a16:creationId xmlns:a16="http://schemas.microsoft.com/office/drawing/2014/main" id="{255A0BE3-3D23-5A7B-1E0D-9ABB0DCB8AC5}"/>
              </a:ext>
            </a:extLst>
          </p:cNvPr>
          <p:cNvSpPr/>
          <p:nvPr userDrawn="1"/>
        </p:nvSpPr>
        <p:spPr>
          <a:xfrm>
            <a:off x="9307544"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grpSp>
        <p:nvGrpSpPr>
          <p:cNvPr id="7" name="Group 6">
            <a:extLst>
              <a:ext uri="{FF2B5EF4-FFF2-40B4-BE49-F238E27FC236}">
                <a16:creationId xmlns:a16="http://schemas.microsoft.com/office/drawing/2014/main" id="{D27ED14E-1E45-2881-55F4-FDBFEC3A1A7E}"/>
              </a:ext>
            </a:extLst>
          </p:cNvPr>
          <p:cNvGrpSpPr/>
          <p:nvPr userDrawn="1"/>
        </p:nvGrpSpPr>
        <p:grpSpPr>
          <a:xfrm>
            <a:off x="485775" y="2335086"/>
            <a:ext cx="2352675" cy="3447589"/>
            <a:chOff x="485775" y="2335086"/>
            <a:chExt cx="2352675" cy="3447589"/>
          </a:xfrm>
        </p:grpSpPr>
        <p:sp>
          <p:nvSpPr>
            <p:cNvPr id="9" name="Rounded Rectangle 8">
              <a:extLst>
                <a:ext uri="{FF2B5EF4-FFF2-40B4-BE49-F238E27FC236}">
                  <a16:creationId xmlns:a16="http://schemas.microsoft.com/office/drawing/2014/main" id="{41A332F5-CCF6-4D5A-CE3E-96D0701D6F9C}"/>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11" name="Straight Connector 10">
              <a:extLst>
                <a:ext uri="{FF2B5EF4-FFF2-40B4-BE49-F238E27FC236}">
                  <a16:creationId xmlns:a16="http://schemas.microsoft.com/office/drawing/2014/main" id="{19E6B54D-EA89-89D3-A75D-C16ECF506C3D}"/>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grpSp>
      <p:grpSp>
        <p:nvGrpSpPr>
          <p:cNvPr id="20" name="Group 19">
            <a:extLst>
              <a:ext uri="{FF2B5EF4-FFF2-40B4-BE49-F238E27FC236}">
                <a16:creationId xmlns:a16="http://schemas.microsoft.com/office/drawing/2014/main" id="{1905B67A-AF55-D535-7661-C93B1E3D4B33}"/>
              </a:ext>
            </a:extLst>
          </p:cNvPr>
          <p:cNvGrpSpPr/>
          <p:nvPr userDrawn="1"/>
        </p:nvGrpSpPr>
        <p:grpSpPr>
          <a:xfrm>
            <a:off x="3352800" y="2335086"/>
            <a:ext cx="2352675" cy="3447589"/>
            <a:chOff x="485775" y="2335086"/>
            <a:chExt cx="2352675" cy="3447589"/>
          </a:xfrm>
        </p:grpSpPr>
        <p:sp>
          <p:nvSpPr>
            <p:cNvPr id="21" name="Rounded Rectangle 20">
              <a:extLst>
                <a:ext uri="{FF2B5EF4-FFF2-40B4-BE49-F238E27FC236}">
                  <a16:creationId xmlns:a16="http://schemas.microsoft.com/office/drawing/2014/main" id="{AAC21A95-258D-CFF3-353C-744C4D852CB5}"/>
                </a:ext>
              </a:extLst>
            </p:cNvPr>
            <p:cNvSpPr/>
            <p:nvPr userDrawn="1"/>
          </p:nvSpPr>
          <p:spPr>
            <a:xfrm>
              <a:off x="485775" y="2335086"/>
              <a:ext cx="2352675" cy="3447589"/>
            </a:xfrm>
            <a:prstGeom prst="roundRect">
              <a:avLst>
                <a:gd name="adj" fmla="val 4926"/>
              </a:avLst>
            </a:prstGeom>
            <a:solidFill>
              <a:srgbClr val="215A9E"/>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24" name="Straight Connector 23">
              <a:extLst>
                <a:ext uri="{FF2B5EF4-FFF2-40B4-BE49-F238E27FC236}">
                  <a16:creationId xmlns:a16="http://schemas.microsoft.com/office/drawing/2014/main" id="{FC1C6D0F-B2E1-2C5A-8FBA-965D51597989}"/>
                </a:ext>
              </a:extLst>
            </p:cNvPr>
            <p:cNvCxnSpPr>
              <a:cxnSpLocks/>
            </p:cNvCxnSpPr>
            <p:nvPr/>
          </p:nvCxnSpPr>
          <p:spPr>
            <a:xfrm>
              <a:off x="674546" y="2898160"/>
              <a:ext cx="1963879" cy="0"/>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grpSp>
      <p:grpSp>
        <p:nvGrpSpPr>
          <p:cNvPr id="26" name="Group 25">
            <a:extLst>
              <a:ext uri="{FF2B5EF4-FFF2-40B4-BE49-F238E27FC236}">
                <a16:creationId xmlns:a16="http://schemas.microsoft.com/office/drawing/2014/main" id="{D7742286-22C6-41CE-7DA7-73FA3A5D3DBE}"/>
              </a:ext>
            </a:extLst>
          </p:cNvPr>
          <p:cNvGrpSpPr/>
          <p:nvPr userDrawn="1"/>
        </p:nvGrpSpPr>
        <p:grpSpPr>
          <a:xfrm>
            <a:off x="6362700" y="2335086"/>
            <a:ext cx="2352675" cy="3447589"/>
            <a:chOff x="485775" y="2335086"/>
            <a:chExt cx="2352675" cy="3447589"/>
          </a:xfrm>
        </p:grpSpPr>
        <p:sp>
          <p:nvSpPr>
            <p:cNvPr id="28" name="Rounded Rectangle 27">
              <a:extLst>
                <a:ext uri="{FF2B5EF4-FFF2-40B4-BE49-F238E27FC236}">
                  <a16:creationId xmlns:a16="http://schemas.microsoft.com/office/drawing/2014/main" id="{C1774A9C-709C-7D75-C19B-47C0EAC5E75F}"/>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30" name="Straight Connector 29">
              <a:extLst>
                <a:ext uri="{FF2B5EF4-FFF2-40B4-BE49-F238E27FC236}">
                  <a16:creationId xmlns:a16="http://schemas.microsoft.com/office/drawing/2014/main" id="{271DD859-A6A5-A021-1341-2ECCDF06ED3C}"/>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grpSp>
      <p:grpSp>
        <p:nvGrpSpPr>
          <p:cNvPr id="32" name="Group 31">
            <a:extLst>
              <a:ext uri="{FF2B5EF4-FFF2-40B4-BE49-F238E27FC236}">
                <a16:creationId xmlns:a16="http://schemas.microsoft.com/office/drawing/2014/main" id="{E0DDA7BD-3A67-6DE8-39F3-231373C39716}"/>
              </a:ext>
            </a:extLst>
          </p:cNvPr>
          <p:cNvGrpSpPr/>
          <p:nvPr userDrawn="1"/>
        </p:nvGrpSpPr>
        <p:grpSpPr>
          <a:xfrm>
            <a:off x="9305925" y="2335086"/>
            <a:ext cx="2352675" cy="3447589"/>
            <a:chOff x="485775" y="2335086"/>
            <a:chExt cx="2352675" cy="3447589"/>
          </a:xfrm>
        </p:grpSpPr>
        <p:sp>
          <p:nvSpPr>
            <p:cNvPr id="34" name="Rounded Rectangle 33">
              <a:extLst>
                <a:ext uri="{FF2B5EF4-FFF2-40B4-BE49-F238E27FC236}">
                  <a16:creationId xmlns:a16="http://schemas.microsoft.com/office/drawing/2014/main" id="{8D2CBB0F-485B-D7B1-1645-A7CBC8D3F93A}"/>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36" name="Straight Connector 35">
              <a:extLst>
                <a:ext uri="{FF2B5EF4-FFF2-40B4-BE49-F238E27FC236}">
                  <a16:creationId xmlns:a16="http://schemas.microsoft.com/office/drawing/2014/main" id="{E9825A66-F10C-4EC8-D1B7-91E94B485F85}"/>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grpSp>
      <p:sp>
        <p:nvSpPr>
          <p:cNvPr id="42" name="Text Placeholder 3">
            <a:extLst>
              <a:ext uri="{FF2B5EF4-FFF2-40B4-BE49-F238E27FC236}">
                <a16:creationId xmlns:a16="http://schemas.microsoft.com/office/drawing/2014/main" id="{B7D3A504-0C55-5249-87A5-C8779F5309C5}"/>
              </a:ext>
            </a:extLst>
          </p:cNvPr>
          <p:cNvSpPr>
            <a:spLocks noGrp="1"/>
          </p:cNvSpPr>
          <p:nvPr>
            <p:ph type="body" sz="half" idx="18"/>
          </p:nvPr>
        </p:nvSpPr>
        <p:spPr>
          <a:xfrm>
            <a:off x="667795" y="3623362"/>
            <a:ext cx="1964576" cy="2031987"/>
          </a:xfrm>
          <a:prstGeom prst="rect">
            <a:avLst/>
          </a:prstGeom>
        </p:spPr>
        <p:txBody>
          <a:bodyPr/>
          <a:lstStyle>
            <a:lvl1pPr marL="0" indent="0">
              <a:buNone/>
              <a:defRPr sz="10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3" name="Text Placeholder 3">
            <a:extLst>
              <a:ext uri="{FF2B5EF4-FFF2-40B4-BE49-F238E27FC236}">
                <a16:creationId xmlns:a16="http://schemas.microsoft.com/office/drawing/2014/main" id="{22EB9C06-3582-36E8-827E-FBC0A059F9EB}"/>
              </a:ext>
            </a:extLst>
          </p:cNvPr>
          <p:cNvSpPr>
            <a:spLocks noGrp="1"/>
          </p:cNvSpPr>
          <p:nvPr>
            <p:ph type="body" sz="half" idx="17" hasCustomPrompt="1"/>
          </p:nvPr>
        </p:nvSpPr>
        <p:spPr>
          <a:xfrm>
            <a:off x="667795" y="3173114"/>
            <a:ext cx="1964576" cy="432450"/>
          </a:xfrm>
          <a:prstGeom prst="rect">
            <a:avLst/>
          </a:prstGeom>
        </p:spPr>
        <p:txBody>
          <a:bodyPr/>
          <a:lstStyle>
            <a:lvl1pPr marL="0" indent="0">
              <a:buNone/>
              <a:defRPr sz="1800" b="0" i="0">
                <a:solidFill>
                  <a:schemeClr val="bg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44" name="Text Placeholder 3">
            <a:extLst>
              <a:ext uri="{FF2B5EF4-FFF2-40B4-BE49-F238E27FC236}">
                <a16:creationId xmlns:a16="http://schemas.microsoft.com/office/drawing/2014/main" id="{8FE02BA3-DC42-9628-2D9C-7B5934F927A1}"/>
              </a:ext>
            </a:extLst>
          </p:cNvPr>
          <p:cNvSpPr>
            <a:spLocks noGrp="1"/>
          </p:cNvSpPr>
          <p:nvPr>
            <p:ph type="body" sz="half" idx="16" hasCustomPrompt="1"/>
          </p:nvPr>
        </p:nvSpPr>
        <p:spPr>
          <a:xfrm>
            <a:off x="667795" y="2541801"/>
            <a:ext cx="1964576" cy="356357"/>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5" name="Text Placeholder 3">
            <a:extLst>
              <a:ext uri="{FF2B5EF4-FFF2-40B4-BE49-F238E27FC236}">
                <a16:creationId xmlns:a16="http://schemas.microsoft.com/office/drawing/2014/main" id="{FE18FB64-BF80-A76B-F20E-FDF4F0C8DD05}"/>
              </a:ext>
            </a:extLst>
          </p:cNvPr>
          <p:cNvSpPr>
            <a:spLocks noGrp="1"/>
          </p:cNvSpPr>
          <p:nvPr>
            <p:ph type="body" sz="half" idx="19"/>
          </p:nvPr>
        </p:nvSpPr>
        <p:spPr>
          <a:xfrm>
            <a:off x="3527373" y="3623362"/>
            <a:ext cx="1964576" cy="2031987"/>
          </a:xfrm>
          <a:prstGeom prst="rect">
            <a:avLst/>
          </a:prstGeom>
        </p:spPr>
        <p:txBody>
          <a:bodyPr/>
          <a:lstStyle>
            <a:lvl1pPr marL="0" indent="0">
              <a:buNone/>
              <a:defRPr sz="10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6" name="Text Placeholder 3">
            <a:extLst>
              <a:ext uri="{FF2B5EF4-FFF2-40B4-BE49-F238E27FC236}">
                <a16:creationId xmlns:a16="http://schemas.microsoft.com/office/drawing/2014/main" id="{F288637D-EBCB-C3A5-834E-F656F0321686}"/>
              </a:ext>
            </a:extLst>
          </p:cNvPr>
          <p:cNvSpPr>
            <a:spLocks noGrp="1"/>
          </p:cNvSpPr>
          <p:nvPr>
            <p:ph type="body" sz="half" idx="20" hasCustomPrompt="1"/>
          </p:nvPr>
        </p:nvSpPr>
        <p:spPr>
          <a:xfrm>
            <a:off x="3527373" y="3173114"/>
            <a:ext cx="1964576" cy="432450"/>
          </a:xfrm>
          <a:prstGeom prst="rect">
            <a:avLst/>
          </a:prstGeom>
        </p:spPr>
        <p:txBody>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47" name="Text Placeholder 3">
            <a:extLst>
              <a:ext uri="{FF2B5EF4-FFF2-40B4-BE49-F238E27FC236}">
                <a16:creationId xmlns:a16="http://schemas.microsoft.com/office/drawing/2014/main" id="{F534D8D8-A10B-12EB-E361-D9D90132522D}"/>
              </a:ext>
            </a:extLst>
          </p:cNvPr>
          <p:cNvSpPr>
            <a:spLocks noGrp="1"/>
          </p:cNvSpPr>
          <p:nvPr>
            <p:ph type="body" sz="half" idx="21" hasCustomPrompt="1"/>
          </p:nvPr>
        </p:nvSpPr>
        <p:spPr>
          <a:xfrm>
            <a:off x="3527373" y="2541801"/>
            <a:ext cx="1964576" cy="356357"/>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8" name="Text Placeholder 3">
            <a:extLst>
              <a:ext uri="{FF2B5EF4-FFF2-40B4-BE49-F238E27FC236}">
                <a16:creationId xmlns:a16="http://schemas.microsoft.com/office/drawing/2014/main" id="{92CD05DC-FE25-E403-DE88-A6F2800A3BCF}"/>
              </a:ext>
            </a:extLst>
          </p:cNvPr>
          <p:cNvSpPr>
            <a:spLocks noGrp="1"/>
          </p:cNvSpPr>
          <p:nvPr>
            <p:ph type="body" sz="half" idx="22"/>
          </p:nvPr>
        </p:nvSpPr>
        <p:spPr>
          <a:xfrm>
            <a:off x="6553206" y="3623362"/>
            <a:ext cx="1964576" cy="2031987"/>
          </a:xfrm>
          <a:prstGeom prst="rect">
            <a:avLst/>
          </a:prstGeom>
        </p:spPr>
        <p:txBody>
          <a:bodyPr/>
          <a:lstStyle>
            <a:lvl1pPr marL="0" indent="0">
              <a:buNone/>
              <a:defRPr sz="10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9" name="Text Placeholder 3">
            <a:extLst>
              <a:ext uri="{FF2B5EF4-FFF2-40B4-BE49-F238E27FC236}">
                <a16:creationId xmlns:a16="http://schemas.microsoft.com/office/drawing/2014/main" id="{9F477B2F-7C0E-B4B3-F101-698D1D214E00}"/>
              </a:ext>
            </a:extLst>
          </p:cNvPr>
          <p:cNvSpPr>
            <a:spLocks noGrp="1"/>
          </p:cNvSpPr>
          <p:nvPr>
            <p:ph type="body" sz="half" idx="23" hasCustomPrompt="1"/>
          </p:nvPr>
        </p:nvSpPr>
        <p:spPr>
          <a:xfrm>
            <a:off x="6553206" y="3173114"/>
            <a:ext cx="1964576" cy="432450"/>
          </a:xfrm>
          <a:prstGeom prst="rect">
            <a:avLst/>
          </a:prstGeom>
        </p:spPr>
        <p:txBody>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0" name="Text Placeholder 3">
            <a:extLst>
              <a:ext uri="{FF2B5EF4-FFF2-40B4-BE49-F238E27FC236}">
                <a16:creationId xmlns:a16="http://schemas.microsoft.com/office/drawing/2014/main" id="{D7CBBA1C-B917-67CC-1F99-03DC79BFA321}"/>
              </a:ext>
            </a:extLst>
          </p:cNvPr>
          <p:cNvSpPr>
            <a:spLocks noGrp="1"/>
          </p:cNvSpPr>
          <p:nvPr>
            <p:ph type="body" sz="half" idx="24" hasCustomPrompt="1"/>
          </p:nvPr>
        </p:nvSpPr>
        <p:spPr>
          <a:xfrm>
            <a:off x="6553206" y="2541801"/>
            <a:ext cx="1964576" cy="356357"/>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51" name="Text Placeholder 3">
            <a:extLst>
              <a:ext uri="{FF2B5EF4-FFF2-40B4-BE49-F238E27FC236}">
                <a16:creationId xmlns:a16="http://schemas.microsoft.com/office/drawing/2014/main" id="{EEBA3468-39DE-B385-8AE9-27635DBC8BE7}"/>
              </a:ext>
            </a:extLst>
          </p:cNvPr>
          <p:cNvSpPr>
            <a:spLocks noGrp="1"/>
          </p:cNvSpPr>
          <p:nvPr>
            <p:ph type="body" sz="half" idx="25"/>
          </p:nvPr>
        </p:nvSpPr>
        <p:spPr>
          <a:xfrm>
            <a:off x="9487598" y="3623362"/>
            <a:ext cx="1964576" cy="2031987"/>
          </a:xfrm>
          <a:prstGeom prst="rect">
            <a:avLst/>
          </a:prstGeom>
        </p:spPr>
        <p:txBody>
          <a:bodyPr/>
          <a:lstStyle>
            <a:lvl1pPr marL="0" indent="0">
              <a:buNone/>
              <a:defRPr sz="10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409F37AA-567E-6DE1-3E2B-CF0550012B09}"/>
              </a:ext>
            </a:extLst>
          </p:cNvPr>
          <p:cNvSpPr>
            <a:spLocks noGrp="1"/>
          </p:cNvSpPr>
          <p:nvPr>
            <p:ph type="body" sz="half" idx="26" hasCustomPrompt="1"/>
          </p:nvPr>
        </p:nvSpPr>
        <p:spPr>
          <a:xfrm>
            <a:off x="9487598" y="3173114"/>
            <a:ext cx="1964576" cy="432450"/>
          </a:xfrm>
          <a:prstGeom prst="rect">
            <a:avLst/>
          </a:prstGeom>
        </p:spPr>
        <p:txBody>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3" name="Text Placeholder 3">
            <a:extLst>
              <a:ext uri="{FF2B5EF4-FFF2-40B4-BE49-F238E27FC236}">
                <a16:creationId xmlns:a16="http://schemas.microsoft.com/office/drawing/2014/main" id="{1AB9DACE-C09B-A2A9-9A30-E2AC4556712F}"/>
              </a:ext>
            </a:extLst>
          </p:cNvPr>
          <p:cNvSpPr>
            <a:spLocks noGrp="1"/>
          </p:cNvSpPr>
          <p:nvPr>
            <p:ph type="body" sz="half" idx="27" hasCustomPrompt="1"/>
          </p:nvPr>
        </p:nvSpPr>
        <p:spPr>
          <a:xfrm>
            <a:off x="9487598" y="2541801"/>
            <a:ext cx="1964576" cy="356357"/>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8" name="Picture 7">
            <a:extLst>
              <a:ext uri="{FF2B5EF4-FFF2-40B4-BE49-F238E27FC236}">
                <a16:creationId xmlns:a16="http://schemas.microsoft.com/office/drawing/2014/main" id="{1A7559EB-6E69-FA72-E622-B3B10D263F1F}"/>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1262726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solidFill>
          <a:schemeClr val="bg1"/>
        </a:solidFill>
        <a:effectLst/>
      </p:bgPr>
    </p:bg>
    <p:spTree>
      <p:nvGrpSpPr>
        <p:cNvPr id="1" name=""/>
        <p:cNvGrpSpPr/>
        <p:nvPr/>
      </p:nvGrpSpPr>
      <p:grpSpPr>
        <a:xfrm>
          <a:off x="0" y="0"/>
          <a:ext cx="0" cy="0"/>
          <a:chOff x="0" y="0"/>
          <a:chExt cx="0" cy="0"/>
        </a:xfrm>
      </p:grpSpPr>
      <p:sp>
        <p:nvSpPr>
          <p:cNvPr id="37" name="Rounded Rectangle 36">
            <a:extLst>
              <a:ext uri="{FF2B5EF4-FFF2-40B4-BE49-F238E27FC236}">
                <a16:creationId xmlns:a16="http://schemas.microsoft.com/office/drawing/2014/main" id="{58780B50-85D6-E3CA-975E-DCEC2B1EC481}"/>
              </a:ext>
            </a:extLst>
          </p:cNvPr>
          <p:cNvSpPr/>
          <p:nvPr userDrawn="1"/>
        </p:nvSpPr>
        <p:spPr>
          <a:xfrm>
            <a:off x="3352800" y="2335086"/>
            <a:ext cx="2352675" cy="3447589"/>
          </a:xfrm>
          <a:prstGeom prst="roundRect">
            <a:avLst>
              <a:gd name="adj" fmla="val 4926"/>
            </a:avLst>
          </a:prstGeom>
          <a:solidFill>
            <a:schemeClr val="bg1"/>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8" name="Rounded Rectangle 7">
            <a:extLst>
              <a:ext uri="{FF2B5EF4-FFF2-40B4-BE49-F238E27FC236}">
                <a16:creationId xmlns:a16="http://schemas.microsoft.com/office/drawing/2014/main" id="{ACB89854-6D8B-D07E-2EF3-3BA5E5F89372}"/>
              </a:ext>
            </a:extLst>
          </p:cNvPr>
          <p:cNvSpPr/>
          <p:nvPr userDrawn="1"/>
        </p:nvSpPr>
        <p:spPr>
          <a:xfrm>
            <a:off x="485775"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10" name="Straight Connector 9">
            <a:extLst>
              <a:ext uri="{FF2B5EF4-FFF2-40B4-BE49-F238E27FC236}">
                <a16:creationId xmlns:a16="http://schemas.microsoft.com/office/drawing/2014/main" id="{BF9451B8-FF93-4B9A-E856-849C19CA3EA6}"/>
              </a:ext>
            </a:extLst>
          </p:cNvPr>
          <p:cNvCxnSpPr>
            <a:cxnSpLocks/>
          </p:cNvCxnSpPr>
          <p:nvPr userDrawn="1"/>
        </p:nvCxnSpPr>
        <p:spPr>
          <a:xfrm>
            <a:off x="674546"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cxnSp>
        <p:nvCxnSpPr>
          <p:cNvPr id="18" name="Straight Connector 17">
            <a:extLst>
              <a:ext uri="{FF2B5EF4-FFF2-40B4-BE49-F238E27FC236}">
                <a16:creationId xmlns:a16="http://schemas.microsoft.com/office/drawing/2014/main" id="{DE87AE64-F760-8355-B237-AD314DE773AB}"/>
              </a:ext>
            </a:extLst>
          </p:cNvPr>
          <p:cNvCxnSpPr>
            <a:cxnSpLocks/>
          </p:cNvCxnSpPr>
          <p:nvPr userDrawn="1"/>
        </p:nvCxnSpPr>
        <p:spPr>
          <a:xfrm>
            <a:off x="3541571" y="2898160"/>
            <a:ext cx="1963879" cy="0"/>
          </a:xfrm>
          <a:prstGeom prst="line">
            <a:avLst/>
          </a:prstGeom>
          <a:ln>
            <a:solidFill>
              <a:srgbClr val="7DA1C4"/>
            </a:solidFill>
          </a:ln>
        </p:spPr>
        <p:style>
          <a:lnRef idx="1">
            <a:schemeClr val="accent6"/>
          </a:lnRef>
          <a:fillRef idx="0">
            <a:schemeClr val="accent6"/>
          </a:fillRef>
          <a:effectRef idx="0">
            <a:schemeClr val="accent6"/>
          </a:effectRef>
          <a:fontRef idx="minor">
            <a:schemeClr val="tx1"/>
          </a:fontRef>
        </p:style>
      </p:cxnSp>
      <p:sp>
        <p:nvSpPr>
          <p:cNvPr id="19" name="Rounded Rectangle 18">
            <a:extLst>
              <a:ext uri="{FF2B5EF4-FFF2-40B4-BE49-F238E27FC236}">
                <a16:creationId xmlns:a16="http://schemas.microsoft.com/office/drawing/2014/main" id="{96AF3789-C898-1707-2DAE-70CFD0FFE12F}"/>
              </a:ext>
            </a:extLst>
          </p:cNvPr>
          <p:cNvSpPr/>
          <p:nvPr userDrawn="1"/>
        </p:nvSpPr>
        <p:spPr>
          <a:xfrm>
            <a:off x="6362700"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22" name="Straight Connector 21">
            <a:extLst>
              <a:ext uri="{FF2B5EF4-FFF2-40B4-BE49-F238E27FC236}">
                <a16:creationId xmlns:a16="http://schemas.microsoft.com/office/drawing/2014/main" id="{46CB0B25-0440-735D-2939-DCF66348C483}"/>
              </a:ext>
            </a:extLst>
          </p:cNvPr>
          <p:cNvCxnSpPr>
            <a:cxnSpLocks/>
          </p:cNvCxnSpPr>
          <p:nvPr userDrawn="1"/>
        </p:nvCxnSpPr>
        <p:spPr>
          <a:xfrm>
            <a:off x="6551471"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23" name="Rounded Rectangle 22">
            <a:extLst>
              <a:ext uri="{FF2B5EF4-FFF2-40B4-BE49-F238E27FC236}">
                <a16:creationId xmlns:a16="http://schemas.microsoft.com/office/drawing/2014/main" id="{758296AD-5CEE-BD7A-EF0B-991B4F5305D2}"/>
              </a:ext>
            </a:extLst>
          </p:cNvPr>
          <p:cNvSpPr/>
          <p:nvPr userDrawn="1"/>
        </p:nvSpPr>
        <p:spPr>
          <a:xfrm>
            <a:off x="9305925"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25" name="Straight Connector 24">
            <a:extLst>
              <a:ext uri="{FF2B5EF4-FFF2-40B4-BE49-F238E27FC236}">
                <a16:creationId xmlns:a16="http://schemas.microsoft.com/office/drawing/2014/main" id="{581CB8E0-459D-D151-7848-A5C723F74FCE}"/>
              </a:ext>
            </a:extLst>
          </p:cNvPr>
          <p:cNvCxnSpPr>
            <a:cxnSpLocks/>
          </p:cNvCxnSpPr>
          <p:nvPr userDrawn="1"/>
        </p:nvCxnSpPr>
        <p:spPr>
          <a:xfrm>
            <a:off x="9494696"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12" name="Text Placeholder 3">
            <a:extLst>
              <a:ext uri="{FF2B5EF4-FFF2-40B4-BE49-F238E27FC236}">
                <a16:creationId xmlns:a16="http://schemas.microsoft.com/office/drawing/2014/main" id="{7DB015E6-A2D1-E40B-26E3-2E8738761344}"/>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Timeline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14" name="Text Placeholder 3">
            <a:extLst>
              <a:ext uri="{FF2B5EF4-FFF2-40B4-BE49-F238E27FC236}">
                <a16:creationId xmlns:a16="http://schemas.microsoft.com/office/drawing/2014/main" id="{13E46378-A70B-1876-236E-E635CC0843B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5" name="Title 1">
            <a:extLst>
              <a:ext uri="{FF2B5EF4-FFF2-40B4-BE49-F238E27FC236}">
                <a16:creationId xmlns:a16="http://schemas.microsoft.com/office/drawing/2014/main" id="{3CEDFDD0-02D4-2E08-8D38-942A8365F917}"/>
              </a:ext>
            </a:extLst>
          </p:cNvPr>
          <p:cNvSpPr>
            <a:spLocks noGrp="1"/>
          </p:cNvSpPr>
          <p:nvPr>
            <p:ph type="title" hasCustomPrompt="1"/>
          </p:nvPr>
        </p:nvSpPr>
        <p:spPr>
          <a:xfrm>
            <a:off x="414897" y="419594"/>
            <a:ext cx="9028361" cy="539441"/>
          </a:xfrm>
          <a:prstGeom prst="rect">
            <a:avLst/>
          </a:prstGeom>
        </p:spPr>
        <p:txBody>
          <a:bodyPr/>
          <a:lstStyle>
            <a:lvl1pPr>
              <a:defRPr sz="3000">
                <a:solidFill>
                  <a:schemeClr val="tx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Business Model</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6" name="Rectangle 15">
            <a:extLst>
              <a:ext uri="{FF2B5EF4-FFF2-40B4-BE49-F238E27FC236}">
                <a16:creationId xmlns:a16="http://schemas.microsoft.com/office/drawing/2014/main" id="{9733891D-C9E4-DC2E-9E1E-F2E77EAFE163}"/>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2" name="Text Placeholder 3">
            <a:extLst>
              <a:ext uri="{FF2B5EF4-FFF2-40B4-BE49-F238E27FC236}">
                <a16:creationId xmlns:a16="http://schemas.microsoft.com/office/drawing/2014/main" id="{B7D3A504-0C55-5249-87A5-C8779F5309C5}"/>
              </a:ext>
            </a:extLst>
          </p:cNvPr>
          <p:cNvSpPr>
            <a:spLocks noGrp="1"/>
          </p:cNvSpPr>
          <p:nvPr>
            <p:ph type="body" sz="half" idx="18"/>
          </p:nvPr>
        </p:nvSpPr>
        <p:spPr>
          <a:xfrm>
            <a:off x="667795" y="3623362"/>
            <a:ext cx="1964576" cy="2031987"/>
          </a:xfrm>
          <a:prstGeom prst="rect">
            <a:avLst/>
          </a:prstGeom>
        </p:spPr>
        <p:txBody>
          <a:bodyPr/>
          <a:lstStyle>
            <a:lvl1pPr marL="0" indent="0">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3" name="Text Placeholder 3">
            <a:extLst>
              <a:ext uri="{FF2B5EF4-FFF2-40B4-BE49-F238E27FC236}">
                <a16:creationId xmlns:a16="http://schemas.microsoft.com/office/drawing/2014/main" id="{22EB9C06-3582-36E8-827E-FBC0A059F9EB}"/>
              </a:ext>
            </a:extLst>
          </p:cNvPr>
          <p:cNvSpPr>
            <a:spLocks noGrp="1"/>
          </p:cNvSpPr>
          <p:nvPr>
            <p:ph type="body" sz="half" idx="17" hasCustomPrompt="1"/>
          </p:nvPr>
        </p:nvSpPr>
        <p:spPr>
          <a:xfrm>
            <a:off x="667795" y="3173114"/>
            <a:ext cx="1964576" cy="432450"/>
          </a:xfrm>
          <a:prstGeom prst="rect">
            <a:avLst/>
          </a:prstGeom>
        </p:spPr>
        <p:txBody>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44" name="Text Placeholder 3">
            <a:extLst>
              <a:ext uri="{FF2B5EF4-FFF2-40B4-BE49-F238E27FC236}">
                <a16:creationId xmlns:a16="http://schemas.microsoft.com/office/drawing/2014/main" id="{8FE02BA3-DC42-9628-2D9C-7B5934F927A1}"/>
              </a:ext>
            </a:extLst>
          </p:cNvPr>
          <p:cNvSpPr>
            <a:spLocks noGrp="1"/>
          </p:cNvSpPr>
          <p:nvPr>
            <p:ph type="body" sz="half" idx="16" hasCustomPrompt="1"/>
          </p:nvPr>
        </p:nvSpPr>
        <p:spPr>
          <a:xfrm>
            <a:off x="667795" y="2541801"/>
            <a:ext cx="1964576" cy="356357"/>
          </a:xfrm>
          <a:prstGeom prst="rect">
            <a:avLst/>
          </a:prstGeom>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5" name="Text Placeholder 3">
            <a:extLst>
              <a:ext uri="{FF2B5EF4-FFF2-40B4-BE49-F238E27FC236}">
                <a16:creationId xmlns:a16="http://schemas.microsoft.com/office/drawing/2014/main" id="{FE18FB64-BF80-A76B-F20E-FDF4F0C8DD05}"/>
              </a:ext>
            </a:extLst>
          </p:cNvPr>
          <p:cNvSpPr>
            <a:spLocks noGrp="1"/>
          </p:cNvSpPr>
          <p:nvPr>
            <p:ph type="body" sz="half" idx="19"/>
          </p:nvPr>
        </p:nvSpPr>
        <p:spPr>
          <a:xfrm>
            <a:off x="3527373" y="3623362"/>
            <a:ext cx="1964576" cy="2031987"/>
          </a:xfrm>
          <a:prstGeom prst="rect">
            <a:avLst/>
          </a:prstGeom>
        </p:spPr>
        <p:txBody>
          <a:bodyPr/>
          <a:lstStyle>
            <a:lvl1pPr marL="0" indent="0">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6" name="Text Placeholder 3">
            <a:extLst>
              <a:ext uri="{FF2B5EF4-FFF2-40B4-BE49-F238E27FC236}">
                <a16:creationId xmlns:a16="http://schemas.microsoft.com/office/drawing/2014/main" id="{F288637D-EBCB-C3A5-834E-F656F0321686}"/>
              </a:ext>
            </a:extLst>
          </p:cNvPr>
          <p:cNvSpPr>
            <a:spLocks noGrp="1"/>
          </p:cNvSpPr>
          <p:nvPr>
            <p:ph type="body" sz="half" idx="20" hasCustomPrompt="1"/>
          </p:nvPr>
        </p:nvSpPr>
        <p:spPr>
          <a:xfrm>
            <a:off x="3527373" y="3173114"/>
            <a:ext cx="1964576" cy="432450"/>
          </a:xfrm>
          <a:prstGeom prst="rect">
            <a:avLst/>
          </a:prstGeom>
        </p:spPr>
        <p:txBody>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47" name="Text Placeholder 3">
            <a:extLst>
              <a:ext uri="{FF2B5EF4-FFF2-40B4-BE49-F238E27FC236}">
                <a16:creationId xmlns:a16="http://schemas.microsoft.com/office/drawing/2014/main" id="{F534D8D8-A10B-12EB-E361-D9D90132522D}"/>
              </a:ext>
            </a:extLst>
          </p:cNvPr>
          <p:cNvSpPr>
            <a:spLocks noGrp="1"/>
          </p:cNvSpPr>
          <p:nvPr>
            <p:ph type="body" sz="half" idx="21" hasCustomPrompt="1"/>
          </p:nvPr>
        </p:nvSpPr>
        <p:spPr>
          <a:xfrm>
            <a:off x="3527373" y="2541801"/>
            <a:ext cx="1964576" cy="356357"/>
          </a:xfrm>
          <a:prstGeom prst="rect">
            <a:avLst/>
          </a:prstGeom>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8" name="Text Placeholder 3">
            <a:extLst>
              <a:ext uri="{FF2B5EF4-FFF2-40B4-BE49-F238E27FC236}">
                <a16:creationId xmlns:a16="http://schemas.microsoft.com/office/drawing/2014/main" id="{92CD05DC-FE25-E403-DE88-A6F2800A3BCF}"/>
              </a:ext>
            </a:extLst>
          </p:cNvPr>
          <p:cNvSpPr>
            <a:spLocks noGrp="1"/>
          </p:cNvSpPr>
          <p:nvPr>
            <p:ph type="body" sz="half" idx="22"/>
          </p:nvPr>
        </p:nvSpPr>
        <p:spPr>
          <a:xfrm>
            <a:off x="6553206" y="3623362"/>
            <a:ext cx="1964576" cy="2031987"/>
          </a:xfrm>
          <a:prstGeom prst="rect">
            <a:avLst/>
          </a:prstGeom>
        </p:spPr>
        <p:txBody>
          <a:bodyPr/>
          <a:lstStyle>
            <a:lvl1pPr marL="0" indent="0">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9" name="Text Placeholder 3">
            <a:extLst>
              <a:ext uri="{FF2B5EF4-FFF2-40B4-BE49-F238E27FC236}">
                <a16:creationId xmlns:a16="http://schemas.microsoft.com/office/drawing/2014/main" id="{9F477B2F-7C0E-B4B3-F101-698D1D214E00}"/>
              </a:ext>
            </a:extLst>
          </p:cNvPr>
          <p:cNvSpPr>
            <a:spLocks noGrp="1"/>
          </p:cNvSpPr>
          <p:nvPr>
            <p:ph type="body" sz="half" idx="23" hasCustomPrompt="1"/>
          </p:nvPr>
        </p:nvSpPr>
        <p:spPr>
          <a:xfrm>
            <a:off x="6553206" y="3173114"/>
            <a:ext cx="1964576" cy="432450"/>
          </a:xfrm>
          <a:prstGeom prst="rect">
            <a:avLst/>
          </a:prstGeom>
        </p:spPr>
        <p:txBody>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0" name="Text Placeholder 3">
            <a:extLst>
              <a:ext uri="{FF2B5EF4-FFF2-40B4-BE49-F238E27FC236}">
                <a16:creationId xmlns:a16="http://schemas.microsoft.com/office/drawing/2014/main" id="{D7CBBA1C-B917-67CC-1F99-03DC79BFA321}"/>
              </a:ext>
            </a:extLst>
          </p:cNvPr>
          <p:cNvSpPr>
            <a:spLocks noGrp="1"/>
          </p:cNvSpPr>
          <p:nvPr>
            <p:ph type="body" sz="half" idx="24" hasCustomPrompt="1"/>
          </p:nvPr>
        </p:nvSpPr>
        <p:spPr>
          <a:xfrm>
            <a:off x="6553206" y="2541801"/>
            <a:ext cx="1964576" cy="356357"/>
          </a:xfrm>
          <a:prstGeom prst="rect">
            <a:avLst/>
          </a:prstGeom>
          <a:noFill/>
          <a:ln>
            <a:noFill/>
          </a:ln>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51" name="Text Placeholder 3">
            <a:extLst>
              <a:ext uri="{FF2B5EF4-FFF2-40B4-BE49-F238E27FC236}">
                <a16:creationId xmlns:a16="http://schemas.microsoft.com/office/drawing/2014/main" id="{EEBA3468-39DE-B385-8AE9-27635DBC8BE7}"/>
              </a:ext>
            </a:extLst>
          </p:cNvPr>
          <p:cNvSpPr>
            <a:spLocks noGrp="1"/>
          </p:cNvSpPr>
          <p:nvPr>
            <p:ph type="body" sz="half" idx="25"/>
          </p:nvPr>
        </p:nvSpPr>
        <p:spPr>
          <a:xfrm>
            <a:off x="9487598" y="3623362"/>
            <a:ext cx="1964576" cy="2031987"/>
          </a:xfrm>
          <a:prstGeom prst="rect">
            <a:avLst/>
          </a:prstGeom>
        </p:spPr>
        <p:txBody>
          <a:bodyPr/>
          <a:lstStyle>
            <a:lvl1pPr marL="0" indent="0">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409F37AA-567E-6DE1-3E2B-CF0550012B09}"/>
              </a:ext>
            </a:extLst>
          </p:cNvPr>
          <p:cNvSpPr>
            <a:spLocks noGrp="1"/>
          </p:cNvSpPr>
          <p:nvPr>
            <p:ph type="body" sz="half" idx="26" hasCustomPrompt="1"/>
          </p:nvPr>
        </p:nvSpPr>
        <p:spPr>
          <a:xfrm>
            <a:off x="9487598" y="3173114"/>
            <a:ext cx="1964576" cy="432450"/>
          </a:xfrm>
          <a:prstGeom prst="rect">
            <a:avLst/>
          </a:prstGeom>
        </p:spPr>
        <p:txBody>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lang="en-AE"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3" name="Text Placeholder 3">
            <a:extLst>
              <a:ext uri="{FF2B5EF4-FFF2-40B4-BE49-F238E27FC236}">
                <a16:creationId xmlns:a16="http://schemas.microsoft.com/office/drawing/2014/main" id="{1AB9DACE-C09B-A2A9-9A30-E2AC4556712F}"/>
              </a:ext>
            </a:extLst>
          </p:cNvPr>
          <p:cNvSpPr>
            <a:spLocks noGrp="1"/>
          </p:cNvSpPr>
          <p:nvPr>
            <p:ph type="body" sz="half" idx="27" hasCustomPrompt="1"/>
          </p:nvPr>
        </p:nvSpPr>
        <p:spPr>
          <a:xfrm>
            <a:off x="9487598" y="2541801"/>
            <a:ext cx="1964576" cy="356357"/>
          </a:xfrm>
          <a:prstGeom prst="rect">
            <a:avLst/>
          </a:prstGeom>
          <a:noFill/>
          <a:ln>
            <a:noFill/>
          </a:ln>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rPr>
              <a:t>Q1 2024</a:t>
            </a:r>
            <a:endParaRPr lang="en-AE" sz="120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endParaRPr>
          </a:p>
        </p:txBody>
      </p:sp>
      <p:cxnSp>
        <p:nvCxnSpPr>
          <p:cNvPr id="27" name="Straight Connector 26">
            <a:extLst>
              <a:ext uri="{FF2B5EF4-FFF2-40B4-BE49-F238E27FC236}">
                <a16:creationId xmlns:a16="http://schemas.microsoft.com/office/drawing/2014/main" id="{568E3F89-D3D1-9F88-E6E2-A817A38CB908}"/>
              </a:ext>
            </a:extLst>
          </p:cNvPr>
          <p:cNvCxnSpPr>
            <a:cxnSpLocks/>
          </p:cNvCxnSpPr>
          <p:nvPr userDrawn="1"/>
        </p:nvCxnSpPr>
        <p:spPr>
          <a:xfrm>
            <a:off x="0" y="1850410"/>
            <a:ext cx="12192000"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29" name="Oval 28">
            <a:extLst>
              <a:ext uri="{FF2B5EF4-FFF2-40B4-BE49-F238E27FC236}">
                <a16:creationId xmlns:a16="http://schemas.microsoft.com/office/drawing/2014/main" id="{8D85EFFA-4507-FC58-3182-B83CB20E4360}"/>
              </a:ext>
            </a:extLst>
          </p:cNvPr>
          <p:cNvSpPr/>
          <p:nvPr userDrawn="1"/>
        </p:nvSpPr>
        <p:spPr>
          <a:xfrm>
            <a:off x="489195"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31" name="Oval 30">
            <a:extLst>
              <a:ext uri="{FF2B5EF4-FFF2-40B4-BE49-F238E27FC236}">
                <a16:creationId xmlns:a16="http://schemas.microsoft.com/office/drawing/2014/main" id="{4DC8475A-3DEF-DFA9-8524-EE1027FC0C7D}"/>
              </a:ext>
            </a:extLst>
          </p:cNvPr>
          <p:cNvSpPr/>
          <p:nvPr userDrawn="1"/>
        </p:nvSpPr>
        <p:spPr>
          <a:xfrm>
            <a:off x="3428645" y="1757734"/>
            <a:ext cx="185351" cy="185351"/>
          </a:xfrm>
          <a:prstGeom prst="ellipse">
            <a:avLst/>
          </a:prstGeom>
          <a:solidFill>
            <a:srgbClr val="215A9E"/>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33" name="Oval 32">
            <a:extLst>
              <a:ext uri="{FF2B5EF4-FFF2-40B4-BE49-F238E27FC236}">
                <a16:creationId xmlns:a16="http://schemas.microsoft.com/office/drawing/2014/main" id="{F4DE5D7B-69B9-4B3C-84A5-0C6D5CD60C58}"/>
              </a:ext>
            </a:extLst>
          </p:cNvPr>
          <p:cNvSpPr/>
          <p:nvPr userDrawn="1"/>
        </p:nvSpPr>
        <p:spPr>
          <a:xfrm>
            <a:off x="6368095"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35" name="Oval 34">
            <a:extLst>
              <a:ext uri="{FF2B5EF4-FFF2-40B4-BE49-F238E27FC236}">
                <a16:creationId xmlns:a16="http://schemas.microsoft.com/office/drawing/2014/main" id="{1EE8DBBC-FDC1-9BB3-A827-CBD84F59F3A9}"/>
              </a:ext>
            </a:extLst>
          </p:cNvPr>
          <p:cNvSpPr/>
          <p:nvPr userDrawn="1"/>
        </p:nvSpPr>
        <p:spPr>
          <a:xfrm>
            <a:off x="9307544"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2" name="Picture 1">
            <a:extLst>
              <a:ext uri="{FF2B5EF4-FFF2-40B4-BE49-F238E27FC236}">
                <a16:creationId xmlns:a16="http://schemas.microsoft.com/office/drawing/2014/main" id="{14E0A746-9C19-62AE-7822-48319B66414D}"/>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3756893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D1E875B-430D-B824-BEA2-935C467A4533}"/>
              </a:ext>
            </a:extLst>
          </p:cNvPr>
          <p:cNvPicPr>
            <a:picLocks noChangeAspect="1"/>
          </p:cNvPicPr>
          <p:nvPr userDrawn="1"/>
        </p:nvPicPr>
        <p:blipFill>
          <a:blip r:embed="rId2"/>
          <a:stretch>
            <a:fillRect/>
          </a:stretch>
        </p:blipFill>
        <p:spPr>
          <a:xfrm>
            <a:off x="3060" y="6679961"/>
            <a:ext cx="12188940" cy="178040"/>
          </a:xfrm>
          <a:prstGeom prst="rect">
            <a:avLst/>
          </a:prstGeom>
        </p:spPr>
      </p:pic>
      <p:sp>
        <p:nvSpPr>
          <p:cNvPr id="24" name="Text Placeholder 3">
            <a:extLst>
              <a:ext uri="{FF2B5EF4-FFF2-40B4-BE49-F238E27FC236}">
                <a16:creationId xmlns:a16="http://schemas.microsoft.com/office/drawing/2014/main" id="{DF1B5A05-CC52-DEDF-775C-00B4371F8460}"/>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8" name="Text Placeholder 3">
            <a:extLst>
              <a:ext uri="{FF2B5EF4-FFF2-40B4-BE49-F238E27FC236}">
                <a16:creationId xmlns:a16="http://schemas.microsoft.com/office/drawing/2014/main" id="{6B7A2384-B70F-DA3E-1C34-965F8BF91C8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31" name="Title 1">
            <a:extLst>
              <a:ext uri="{FF2B5EF4-FFF2-40B4-BE49-F238E27FC236}">
                <a16:creationId xmlns:a16="http://schemas.microsoft.com/office/drawing/2014/main" id="{C6110DC7-54FB-6BD4-D9DB-819DFAE797F6}"/>
              </a:ext>
            </a:extLst>
          </p:cNvPr>
          <p:cNvSpPr>
            <a:spLocks noGrp="1"/>
          </p:cNvSpPr>
          <p:nvPr>
            <p:ph type="title" hasCustomPrompt="1"/>
          </p:nvPr>
        </p:nvSpPr>
        <p:spPr>
          <a:xfrm>
            <a:off x="414897" y="419594"/>
            <a:ext cx="9028361" cy="539441"/>
          </a:xfrm>
          <a:prstGeom prst="rect">
            <a:avLst/>
          </a:prstGeom>
        </p:spPr>
        <p:txBody>
          <a:bodyPr/>
          <a:lstStyle>
            <a:lvl1pPr>
              <a:defRPr sz="3000"/>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2" name="Text Placeholder 3">
            <a:extLst>
              <a:ext uri="{FF2B5EF4-FFF2-40B4-BE49-F238E27FC236}">
                <a16:creationId xmlns:a16="http://schemas.microsoft.com/office/drawing/2014/main" id="{CD270B62-73FC-E89A-0E71-15F94667CCD4}"/>
              </a:ext>
            </a:extLst>
          </p:cNvPr>
          <p:cNvSpPr>
            <a:spLocks noGrp="1"/>
          </p:cNvSpPr>
          <p:nvPr>
            <p:ph type="body" sz="half" idx="2" hasCustomPrompt="1"/>
          </p:nvPr>
        </p:nvSpPr>
        <p:spPr>
          <a:xfrm>
            <a:off x="414898" y="1954389"/>
            <a:ext cx="4082287" cy="4131183"/>
          </a:xfrm>
          <a:prstGeom prst="rect">
            <a:avLst/>
          </a:prstGeom>
        </p:spPr>
        <p:txBody>
          <a:bodyPr/>
          <a:lstStyle>
            <a:lvl1pPr marL="0" indent="0">
              <a:buNone/>
              <a:defRPr sz="11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pic>
        <p:nvPicPr>
          <p:cNvPr id="3" name="Picture 2">
            <a:extLst>
              <a:ext uri="{FF2B5EF4-FFF2-40B4-BE49-F238E27FC236}">
                <a16:creationId xmlns:a16="http://schemas.microsoft.com/office/drawing/2014/main" id="{E5F1E9D6-C7F5-C63C-D562-33A917B65A72}"/>
              </a:ext>
            </a:extLst>
          </p:cNvPr>
          <p:cNvPicPr>
            <a:picLocks noChangeAspect="1"/>
          </p:cNvPicPr>
          <p:nvPr userDrawn="1"/>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3585044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F62E6A5-9699-1FA4-A67B-1AA624543028}"/>
              </a:ext>
            </a:extLst>
          </p:cNvPr>
          <p:cNvSpPr/>
          <p:nvPr userDrawn="1"/>
        </p:nvSpPr>
        <p:spPr>
          <a:xfrm>
            <a:off x="5886660" y="1354930"/>
            <a:ext cx="5126718" cy="4148138"/>
          </a:xfrm>
          <a:prstGeom prst="rect">
            <a:avLst/>
          </a:prstGeom>
          <a:solidFill>
            <a:srgbClr val="7DA1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7" name="Straight Connector 6">
            <a:extLst>
              <a:ext uri="{FF2B5EF4-FFF2-40B4-BE49-F238E27FC236}">
                <a16:creationId xmlns:a16="http://schemas.microsoft.com/office/drawing/2014/main" id="{EF2383AE-5935-8FF1-A610-A2F9E7583F2B}"/>
              </a:ext>
            </a:extLst>
          </p:cNvPr>
          <p:cNvCxnSpPr>
            <a:cxnSpLocks/>
          </p:cNvCxnSpPr>
          <p:nvPr userDrawn="1"/>
        </p:nvCxnSpPr>
        <p:spPr>
          <a:xfrm>
            <a:off x="6345922" y="2821464"/>
            <a:ext cx="1616043" cy="1"/>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sp>
        <p:nvSpPr>
          <p:cNvPr id="11" name="Text Placeholder 3">
            <a:extLst>
              <a:ext uri="{FF2B5EF4-FFF2-40B4-BE49-F238E27FC236}">
                <a16:creationId xmlns:a16="http://schemas.microsoft.com/office/drawing/2014/main" id="{958DA4F1-551E-E2B1-C329-93F9E85F5761}"/>
              </a:ext>
            </a:extLst>
          </p:cNvPr>
          <p:cNvSpPr>
            <a:spLocks noGrp="1"/>
          </p:cNvSpPr>
          <p:nvPr>
            <p:ph type="body" sz="half" idx="10" hasCustomPrompt="1"/>
          </p:nvPr>
        </p:nvSpPr>
        <p:spPr>
          <a:xfrm>
            <a:off x="6345922" y="2335336"/>
            <a:ext cx="4111489" cy="476944"/>
          </a:xfrm>
          <a:prstGeom prst="rect">
            <a:avLst/>
          </a:prstGeom>
        </p:spPr>
        <p:txBody>
          <a:bodyPr/>
          <a:lstStyle>
            <a:lvl1pPr marL="0" indent="0">
              <a:buNone/>
              <a:defRPr sz="3000" b="1" i="0" u="none">
                <a:solidFill>
                  <a:schemeClr val="bg1"/>
                </a:solidFill>
                <a:latin typeface="Noto Sans Black" panose="020B0502040504020204" pitchFamily="34" charset="0"/>
                <a:ea typeface="Noto Sans Black" panose="020B0502040504020204" pitchFamily="34" charset="0"/>
                <a:cs typeface="Noto Sans Black"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About Us</a:t>
            </a:r>
            <a:endParaRPr lang="en-AE"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4" name="Title 1">
            <a:extLst>
              <a:ext uri="{FF2B5EF4-FFF2-40B4-BE49-F238E27FC236}">
                <a16:creationId xmlns:a16="http://schemas.microsoft.com/office/drawing/2014/main" id="{792A0525-8E06-9284-6EF5-C7A2E04480D2}"/>
              </a:ext>
            </a:extLst>
          </p:cNvPr>
          <p:cNvSpPr>
            <a:spLocks noGrp="1"/>
          </p:cNvSpPr>
          <p:nvPr>
            <p:ph type="title" hasCustomPrompt="1"/>
          </p:nvPr>
        </p:nvSpPr>
        <p:spPr>
          <a:xfrm>
            <a:off x="6345921" y="3018804"/>
            <a:ext cx="4111489" cy="1869647"/>
          </a:xfrm>
          <a:prstGeom prst="rect">
            <a:avLst/>
          </a:prstGeom>
        </p:spPr>
        <p:txBody>
          <a:bodyPr/>
          <a:lstStyle>
            <a:lvl1pPr>
              <a:defRPr sz="1000">
                <a:solidFill>
                  <a:schemeClr val="bg1"/>
                </a:solidFill>
              </a:defRPr>
            </a:lvl1pPr>
          </a:lstStyle>
          <a:p>
            <a:r>
              <a:rPr lang="en-US"/>
              <a:t>Click to add Body Copy</a:t>
            </a:r>
            <a:endParaRPr lang="en-AE"/>
          </a:p>
        </p:txBody>
      </p:sp>
      <p:sp>
        <p:nvSpPr>
          <p:cNvPr id="20" name="Picture Placeholder 19">
            <a:extLst>
              <a:ext uri="{FF2B5EF4-FFF2-40B4-BE49-F238E27FC236}">
                <a16:creationId xmlns:a16="http://schemas.microsoft.com/office/drawing/2014/main" id="{2A24B616-69BD-FCFB-6E6B-841479B0A35F}"/>
              </a:ext>
            </a:extLst>
          </p:cNvPr>
          <p:cNvSpPr>
            <a:spLocks noGrp="1"/>
          </p:cNvSpPr>
          <p:nvPr>
            <p:ph type="pic" idx="1"/>
          </p:nvPr>
        </p:nvSpPr>
        <p:spPr>
          <a:xfrm>
            <a:off x="0" y="501330"/>
            <a:ext cx="7210424" cy="5861861"/>
          </a:xfrm>
          <a:custGeom>
            <a:avLst/>
            <a:gdLst>
              <a:gd name="connsiteX0" fmla="*/ 0 w 7210424"/>
              <a:gd name="connsiteY0" fmla="*/ 0 h 5861861"/>
              <a:gd name="connsiteX1" fmla="*/ 7210424 w 7210424"/>
              <a:gd name="connsiteY1" fmla="*/ 0 h 5861861"/>
              <a:gd name="connsiteX2" fmla="*/ 7210424 w 7210424"/>
              <a:gd name="connsiteY2" fmla="*/ 853600 h 5861861"/>
              <a:gd name="connsiteX3" fmla="*/ 5886660 w 7210424"/>
              <a:gd name="connsiteY3" fmla="*/ 853600 h 5861861"/>
              <a:gd name="connsiteX4" fmla="*/ 5886660 w 7210424"/>
              <a:gd name="connsiteY4" fmla="*/ 5001738 h 5861861"/>
              <a:gd name="connsiteX5" fmla="*/ 7210424 w 7210424"/>
              <a:gd name="connsiteY5" fmla="*/ 5001738 h 5861861"/>
              <a:gd name="connsiteX6" fmla="*/ 7210424 w 7210424"/>
              <a:gd name="connsiteY6" fmla="*/ 5861861 h 5861861"/>
              <a:gd name="connsiteX7" fmla="*/ 0 w 7210424"/>
              <a:gd name="connsiteY7" fmla="*/ 5861861 h 586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10424" h="5861861">
                <a:moveTo>
                  <a:pt x="0" y="0"/>
                </a:moveTo>
                <a:lnTo>
                  <a:pt x="7210424" y="0"/>
                </a:lnTo>
                <a:lnTo>
                  <a:pt x="7210424" y="853600"/>
                </a:lnTo>
                <a:lnTo>
                  <a:pt x="5886660" y="853600"/>
                </a:lnTo>
                <a:lnTo>
                  <a:pt x="5886660" y="5001738"/>
                </a:lnTo>
                <a:lnTo>
                  <a:pt x="7210424" y="5001738"/>
                </a:lnTo>
                <a:lnTo>
                  <a:pt x="7210424" y="5861861"/>
                </a:lnTo>
                <a:lnTo>
                  <a:pt x="0" y="5861861"/>
                </a:lnTo>
                <a:close/>
              </a:path>
            </a:pathLst>
          </a:custGeom>
          <a:solidFill>
            <a:schemeClr val="bg1">
              <a:lumMod val="95000"/>
            </a:schemeClr>
          </a:solid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pic>
        <p:nvPicPr>
          <p:cNvPr id="2" name="Picture 1">
            <a:extLst>
              <a:ext uri="{FF2B5EF4-FFF2-40B4-BE49-F238E27FC236}">
                <a16:creationId xmlns:a16="http://schemas.microsoft.com/office/drawing/2014/main" id="{FB60D52E-3106-A376-8E62-2826626CC0DF}"/>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729395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rgbClr val="7DA1C4"/>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1B87D9D-FA8C-8CE8-472B-73508396E4BE}"/>
              </a:ext>
            </a:extLst>
          </p:cNvPr>
          <p:cNvPicPr>
            <a:picLocks noChangeAspect="1"/>
          </p:cNvPicPr>
          <p:nvPr userDrawn="1"/>
        </p:nvPicPr>
        <p:blipFill>
          <a:blip r:embed="rId2"/>
          <a:stretch>
            <a:fillRect/>
          </a:stretch>
        </p:blipFill>
        <p:spPr>
          <a:xfrm>
            <a:off x="9689613" y="389537"/>
            <a:ext cx="2087488" cy="486127"/>
          </a:xfrm>
          <a:prstGeom prst="rect">
            <a:avLst/>
          </a:prstGeom>
        </p:spPr>
      </p:pic>
      <p:sp>
        <p:nvSpPr>
          <p:cNvPr id="23" name="Rectangle 22">
            <a:extLst>
              <a:ext uri="{FF2B5EF4-FFF2-40B4-BE49-F238E27FC236}">
                <a16:creationId xmlns:a16="http://schemas.microsoft.com/office/drawing/2014/main" id="{4E7E2703-1622-805C-91B0-266928A02894}"/>
              </a:ext>
            </a:extLst>
          </p:cNvPr>
          <p:cNvSpPr/>
          <p:nvPr userDrawn="1"/>
        </p:nvSpPr>
        <p:spPr>
          <a:xfrm>
            <a:off x="9305366" y="4139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24" name="Picture 23">
            <a:extLst>
              <a:ext uri="{FF2B5EF4-FFF2-40B4-BE49-F238E27FC236}">
                <a16:creationId xmlns:a16="http://schemas.microsoft.com/office/drawing/2014/main" id="{F1108BB0-7054-7FE5-41BE-36729F5A5EF1}"/>
              </a:ext>
            </a:extLst>
          </p:cNvPr>
          <p:cNvPicPr>
            <a:picLocks noChangeAspect="1"/>
          </p:cNvPicPr>
          <p:nvPr userDrawn="1"/>
        </p:nvPicPr>
        <p:blipFill>
          <a:blip r:embed="rId3"/>
          <a:srcRect/>
          <a:stretch/>
        </p:blipFill>
        <p:spPr>
          <a:xfrm>
            <a:off x="9694625" y="541937"/>
            <a:ext cx="2077465" cy="486127"/>
          </a:xfrm>
          <a:prstGeom prst="rect">
            <a:avLst/>
          </a:prstGeom>
        </p:spPr>
      </p:pic>
      <p:sp>
        <p:nvSpPr>
          <p:cNvPr id="25" name="Picture Placeholder 2">
            <a:extLst>
              <a:ext uri="{FF2B5EF4-FFF2-40B4-BE49-F238E27FC236}">
                <a16:creationId xmlns:a16="http://schemas.microsoft.com/office/drawing/2014/main" id="{DEC63C77-E603-11A2-5EA7-479425EE645E}"/>
              </a:ext>
            </a:extLst>
          </p:cNvPr>
          <p:cNvSpPr>
            <a:spLocks noGrp="1"/>
          </p:cNvSpPr>
          <p:nvPr>
            <p:ph type="pic" idx="1"/>
          </p:nvPr>
        </p:nvSpPr>
        <p:spPr>
          <a:xfrm>
            <a:off x="0" y="647208"/>
            <a:ext cx="6566926" cy="5868383"/>
          </a:xfrm>
          <a:prstGeom prst="rect">
            <a:avLst/>
          </a:prstGeom>
          <a:solidFill>
            <a:schemeClr val="bg1">
              <a:lumMod val="95000"/>
            </a:schemeClr>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cxnSp>
        <p:nvCxnSpPr>
          <p:cNvPr id="29" name="Straight Connector 28">
            <a:extLst>
              <a:ext uri="{FF2B5EF4-FFF2-40B4-BE49-F238E27FC236}">
                <a16:creationId xmlns:a16="http://schemas.microsoft.com/office/drawing/2014/main" id="{1E943070-0DCB-ABD4-5EC0-1437834B792E}"/>
              </a:ext>
            </a:extLst>
          </p:cNvPr>
          <p:cNvCxnSpPr>
            <a:cxnSpLocks/>
          </p:cNvCxnSpPr>
          <p:nvPr userDrawn="1"/>
        </p:nvCxnSpPr>
        <p:spPr>
          <a:xfrm>
            <a:off x="6902635" y="2974626"/>
            <a:ext cx="1616043" cy="1"/>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sp>
        <p:nvSpPr>
          <p:cNvPr id="31" name="Title 1">
            <a:extLst>
              <a:ext uri="{FF2B5EF4-FFF2-40B4-BE49-F238E27FC236}">
                <a16:creationId xmlns:a16="http://schemas.microsoft.com/office/drawing/2014/main" id="{47441176-62E6-7F90-BE6F-CC9D1C85721B}"/>
              </a:ext>
            </a:extLst>
          </p:cNvPr>
          <p:cNvSpPr>
            <a:spLocks noGrp="1"/>
          </p:cNvSpPr>
          <p:nvPr>
            <p:ph type="title" hasCustomPrompt="1"/>
          </p:nvPr>
        </p:nvSpPr>
        <p:spPr>
          <a:xfrm>
            <a:off x="6902635" y="3171966"/>
            <a:ext cx="4111489" cy="1869647"/>
          </a:xfrm>
          <a:prstGeom prst="rect">
            <a:avLst/>
          </a:prstGeom>
        </p:spPr>
        <p:txBody>
          <a:bodyPr/>
          <a:lstStyle>
            <a:lvl1pPr>
              <a:defRPr sz="1000">
                <a:solidFill>
                  <a:schemeClr val="bg1"/>
                </a:solidFill>
              </a:defRPr>
            </a:lvl1pPr>
          </a:lstStyle>
          <a:p>
            <a:r>
              <a:rPr lang="en-US"/>
              <a:t>Click to add Body Copy</a:t>
            </a:r>
            <a:endParaRPr lang="en-AE"/>
          </a:p>
        </p:txBody>
      </p:sp>
      <p:sp>
        <p:nvSpPr>
          <p:cNvPr id="3" name="Text Placeholder 3">
            <a:extLst>
              <a:ext uri="{FF2B5EF4-FFF2-40B4-BE49-F238E27FC236}">
                <a16:creationId xmlns:a16="http://schemas.microsoft.com/office/drawing/2014/main" id="{9F212320-B214-0C2F-57F4-2E1D592273C2}"/>
              </a:ext>
            </a:extLst>
          </p:cNvPr>
          <p:cNvSpPr>
            <a:spLocks noGrp="1"/>
          </p:cNvSpPr>
          <p:nvPr>
            <p:ph type="body" sz="half" idx="2" hasCustomPrompt="1"/>
          </p:nvPr>
        </p:nvSpPr>
        <p:spPr>
          <a:xfrm>
            <a:off x="6902635" y="2488498"/>
            <a:ext cx="4111489" cy="476944"/>
          </a:xfrm>
          <a:prstGeom prst="rect">
            <a:avLst/>
          </a:prstGeom>
        </p:spPr>
        <p:txBody>
          <a:bodyPr/>
          <a:lstStyle>
            <a:lvl1pPr marL="0" indent="0">
              <a:buNone/>
              <a:defRPr sz="3000" b="1" i="0">
                <a:solidFill>
                  <a:schemeClr val="bg1"/>
                </a:solidFill>
                <a:latin typeface="Noto Sans Black" panose="020B0502040504020204" pitchFamily="34" charset="0"/>
                <a:ea typeface="Noto Sans Black" panose="020B0502040504020204" pitchFamily="34" charset="0"/>
                <a:cs typeface="Noto Sans Black"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About Us</a:t>
            </a:r>
            <a:endParaRPr lang="en-AE"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Tree>
    <p:extLst>
      <p:ext uri="{BB962C8B-B14F-4D97-AF65-F5344CB8AC3E}">
        <p14:creationId xmlns:p14="http://schemas.microsoft.com/office/powerpoint/2010/main" val="111104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0F8F-7C27-AC5C-F15C-B219A731139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C9FFF8A4-D850-C4DD-E361-AF6DC6DF941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B2A962E9-0B99-B601-C286-212502920B0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6E997-A972-517E-184A-60D60572D13F}"/>
              </a:ext>
            </a:extLst>
          </p:cNvPr>
          <p:cNvSpPr>
            <a:spLocks noGrp="1"/>
          </p:cNvSpPr>
          <p:nvPr>
            <p:ph type="dt" sz="half" idx="10"/>
          </p:nvPr>
        </p:nvSpPr>
        <p:spPr>
          <a:xfrm>
            <a:off x="838200" y="6356350"/>
            <a:ext cx="2743200" cy="365125"/>
          </a:xfrm>
          <a:prstGeom prst="rect">
            <a:avLst/>
          </a:prstGeom>
        </p:spPr>
        <p:txBody>
          <a:bodyPr/>
          <a:lstStyle/>
          <a:p>
            <a:fld id="{4BA517AB-ABE2-3948-9FD9-67870BFF8AFB}" type="datetimeFigureOut">
              <a:rPr lang="en-AE" smtClean="0"/>
              <a:t>12/05/2026</a:t>
            </a:fld>
            <a:endParaRPr lang="en-AE"/>
          </a:p>
        </p:txBody>
      </p:sp>
      <p:sp>
        <p:nvSpPr>
          <p:cNvPr id="6" name="Footer Placeholder 5">
            <a:extLst>
              <a:ext uri="{FF2B5EF4-FFF2-40B4-BE49-F238E27FC236}">
                <a16:creationId xmlns:a16="http://schemas.microsoft.com/office/drawing/2014/main" id="{F7883C06-CB5D-2F9C-0AC3-2313982CD4A0}"/>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6221430A-BE8D-C6BA-A322-CA78060F29E6}"/>
              </a:ext>
            </a:extLst>
          </p:cNvPr>
          <p:cNvSpPr>
            <a:spLocks noGrp="1"/>
          </p:cNvSpPr>
          <p:nvPr>
            <p:ph type="sldNum" sz="quarter" idx="12"/>
          </p:nvPr>
        </p:nvSpPr>
        <p:spPr>
          <a:xfrm>
            <a:off x="8610600" y="6356350"/>
            <a:ext cx="2743200" cy="365125"/>
          </a:xfrm>
          <a:prstGeom prst="rect">
            <a:avLst/>
          </a:prstGeom>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948401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68282D-5D5E-24F0-19D7-F1C738378C75}"/>
              </a:ext>
            </a:extLst>
          </p:cNvPr>
          <p:cNvPicPr>
            <a:picLocks noChangeAspect="1"/>
          </p:cNvPicPr>
          <p:nvPr userDrawn="1"/>
        </p:nvPicPr>
        <p:blipFill>
          <a:blip r:embed="rId2"/>
          <a:srcRect/>
          <a:stretch/>
        </p:blipFill>
        <p:spPr>
          <a:xfrm>
            <a:off x="9694624" y="5984578"/>
            <a:ext cx="2077465" cy="486127"/>
          </a:xfrm>
          <a:prstGeom prst="rect">
            <a:avLst/>
          </a:prstGeom>
        </p:spPr>
      </p:pic>
      <p:pic>
        <p:nvPicPr>
          <p:cNvPr id="11" name="Picture 10" descr="A black background with a black square&#10;&#10;AI-generated content may be incorrect.">
            <a:extLst>
              <a:ext uri="{FF2B5EF4-FFF2-40B4-BE49-F238E27FC236}">
                <a16:creationId xmlns:a16="http://schemas.microsoft.com/office/drawing/2014/main" id="{D7E54CDD-E385-0A1C-82F2-96F26A9147ED}"/>
              </a:ext>
            </a:extLst>
          </p:cNvPr>
          <p:cNvPicPr>
            <a:picLocks noChangeAspect="1"/>
          </p:cNvPicPr>
          <p:nvPr userDrawn="1"/>
        </p:nvPicPr>
        <p:blipFill>
          <a:blip r:embed="rId3"/>
          <a:stretch>
            <a:fillRect/>
          </a:stretch>
        </p:blipFill>
        <p:spPr>
          <a:xfrm>
            <a:off x="4637898" y="3846226"/>
            <a:ext cx="409549" cy="409549"/>
          </a:xfrm>
          <a:prstGeom prst="rect">
            <a:avLst/>
          </a:prstGeom>
        </p:spPr>
      </p:pic>
      <p:pic>
        <p:nvPicPr>
          <p:cNvPr id="12" name="Picture 11" descr="A black background with a black square&#10;&#10;AI-generated content may be incorrect.">
            <a:extLst>
              <a:ext uri="{FF2B5EF4-FFF2-40B4-BE49-F238E27FC236}">
                <a16:creationId xmlns:a16="http://schemas.microsoft.com/office/drawing/2014/main" id="{96C96552-E10A-BC2C-9DE7-592F9B1D6ABC}"/>
              </a:ext>
            </a:extLst>
          </p:cNvPr>
          <p:cNvPicPr>
            <a:picLocks noChangeAspect="1"/>
          </p:cNvPicPr>
          <p:nvPr userDrawn="1"/>
        </p:nvPicPr>
        <p:blipFill>
          <a:blip r:embed="rId4"/>
          <a:stretch>
            <a:fillRect/>
          </a:stretch>
        </p:blipFill>
        <p:spPr>
          <a:xfrm>
            <a:off x="8619159" y="3846226"/>
            <a:ext cx="409549" cy="409549"/>
          </a:xfrm>
          <a:prstGeom prst="rect">
            <a:avLst/>
          </a:prstGeom>
        </p:spPr>
      </p:pic>
      <p:pic>
        <p:nvPicPr>
          <p:cNvPr id="13" name="Picture 12" descr="A black background with a black square&#10;&#10;AI-generated content may be incorrect.">
            <a:extLst>
              <a:ext uri="{FF2B5EF4-FFF2-40B4-BE49-F238E27FC236}">
                <a16:creationId xmlns:a16="http://schemas.microsoft.com/office/drawing/2014/main" id="{62EB5F0B-253D-57CB-2943-0211417AACC4}"/>
              </a:ext>
            </a:extLst>
          </p:cNvPr>
          <p:cNvPicPr>
            <a:picLocks noChangeAspect="1"/>
          </p:cNvPicPr>
          <p:nvPr userDrawn="1"/>
        </p:nvPicPr>
        <p:blipFill>
          <a:blip r:embed="rId5"/>
          <a:stretch>
            <a:fillRect/>
          </a:stretch>
        </p:blipFill>
        <p:spPr>
          <a:xfrm>
            <a:off x="656637" y="3846226"/>
            <a:ext cx="409549" cy="409549"/>
          </a:xfrm>
          <a:prstGeom prst="rect">
            <a:avLst/>
          </a:prstGeom>
        </p:spPr>
      </p:pic>
      <p:cxnSp>
        <p:nvCxnSpPr>
          <p:cNvPr id="26" name="Straight Connector 25">
            <a:extLst>
              <a:ext uri="{FF2B5EF4-FFF2-40B4-BE49-F238E27FC236}">
                <a16:creationId xmlns:a16="http://schemas.microsoft.com/office/drawing/2014/main" id="{8572CA4B-1B38-FECB-78C4-C735BD1B4579}"/>
              </a:ext>
            </a:extLst>
          </p:cNvPr>
          <p:cNvCxnSpPr/>
          <p:nvPr userDrawn="1"/>
        </p:nvCxnSpPr>
        <p:spPr>
          <a:xfrm>
            <a:off x="4080095" y="3846226"/>
            <a:ext cx="0" cy="2381415"/>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EE06759-AE75-E909-CAA6-25574CA504CE}"/>
              </a:ext>
            </a:extLst>
          </p:cNvPr>
          <p:cNvCxnSpPr/>
          <p:nvPr userDrawn="1"/>
        </p:nvCxnSpPr>
        <p:spPr>
          <a:xfrm>
            <a:off x="8114212" y="3846226"/>
            <a:ext cx="0" cy="2381415"/>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31" name="Picture Placeholder 2">
            <a:extLst>
              <a:ext uri="{FF2B5EF4-FFF2-40B4-BE49-F238E27FC236}">
                <a16:creationId xmlns:a16="http://schemas.microsoft.com/office/drawing/2014/main" id="{C25DDDE2-76C8-7662-1F72-F3B5EA7CEA10}"/>
              </a:ext>
            </a:extLst>
          </p:cNvPr>
          <p:cNvSpPr>
            <a:spLocks noGrp="1"/>
          </p:cNvSpPr>
          <p:nvPr>
            <p:ph type="pic" idx="1"/>
          </p:nvPr>
        </p:nvSpPr>
        <p:spPr>
          <a:xfrm>
            <a:off x="-1" y="0"/>
            <a:ext cx="4061155" cy="3601130"/>
          </a:xfrm>
          <a:prstGeom prst="rect">
            <a:avLst/>
          </a:prstGeo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32" name="Picture Placeholder 2">
            <a:extLst>
              <a:ext uri="{FF2B5EF4-FFF2-40B4-BE49-F238E27FC236}">
                <a16:creationId xmlns:a16="http://schemas.microsoft.com/office/drawing/2014/main" id="{06DBC533-AD00-B67E-A7A6-DCBE464C239F}"/>
              </a:ext>
            </a:extLst>
          </p:cNvPr>
          <p:cNvSpPr>
            <a:spLocks noGrp="1"/>
          </p:cNvSpPr>
          <p:nvPr>
            <p:ph type="pic" idx="10"/>
          </p:nvPr>
        </p:nvSpPr>
        <p:spPr>
          <a:xfrm>
            <a:off x="8114214" y="0"/>
            <a:ext cx="4077786" cy="3601130"/>
          </a:xfrm>
          <a:prstGeom prst="rect">
            <a:avLst/>
          </a:prstGeo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33" name="Picture Placeholder 2">
            <a:extLst>
              <a:ext uri="{FF2B5EF4-FFF2-40B4-BE49-F238E27FC236}">
                <a16:creationId xmlns:a16="http://schemas.microsoft.com/office/drawing/2014/main" id="{3D2992CD-F579-41A9-89D7-7D4A001368B4}"/>
              </a:ext>
            </a:extLst>
          </p:cNvPr>
          <p:cNvSpPr>
            <a:spLocks noGrp="1"/>
          </p:cNvSpPr>
          <p:nvPr>
            <p:ph type="pic" idx="11"/>
          </p:nvPr>
        </p:nvSpPr>
        <p:spPr>
          <a:xfrm>
            <a:off x="4077786" y="0"/>
            <a:ext cx="4019797" cy="3601130"/>
          </a:xfrm>
          <a:prstGeom prst="rect">
            <a:avLst/>
          </a:prstGeo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34" name="Text Placeholder 3">
            <a:extLst>
              <a:ext uri="{FF2B5EF4-FFF2-40B4-BE49-F238E27FC236}">
                <a16:creationId xmlns:a16="http://schemas.microsoft.com/office/drawing/2014/main" id="{9929FB69-1363-0BAD-6382-16DD35EF1190}"/>
              </a:ext>
            </a:extLst>
          </p:cNvPr>
          <p:cNvSpPr>
            <a:spLocks noGrp="1"/>
          </p:cNvSpPr>
          <p:nvPr>
            <p:ph type="body" sz="half" idx="2" hasCustomPrompt="1"/>
          </p:nvPr>
        </p:nvSpPr>
        <p:spPr>
          <a:xfrm>
            <a:off x="603399" y="4926460"/>
            <a:ext cx="2473752" cy="1058117"/>
          </a:xfrm>
          <a:prstGeom prst="rect">
            <a:avLst/>
          </a:prstGeom>
        </p:spPr>
        <p:txBody>
          <a:bodyPr/>
          <a:lstStyle>
            <a:lvl1pPr marL="0" indent="0">
              <a:buNone/>
              <a:defRPr sz="11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100">
                <a:solidFill>
                  <a:srgbClr val="063360"/>
                </a:solidFill>
                <a:latin typeface="Noto Sans Light" panose="020B0502040504020204" pitchFamily="34" charset="0"/>
                <a:ea typeface="Noto Sans Light" panose="020B0502040504020204" pitchFamily="34" charset="0"/>
                <a:cs typeface="Noto Sans Light" panose="020B0502040504020204" pitchFamily="34" charset="0"/>
              </a:rPr>
              <a:t>Click to add Body Copy</a:t>
            </a:r>
          </a:p>
        </p:txBody>
      </p:sp>
      <p:sp>
        <p:nvSpPr>
          <p:cNvPr id="38" name="Text Placeholder 3">
            <a:extLst>
              <a:ext uri="{FF2B5EF4-FFF2-40B4-BE49-F238E27FC236}">
                <a16:creationId xmlns:a16="http://schemas.microsoft.com/office/drawing/2014/main" id="{B86DF11B-F127-07E5-3F65-F3ACFE932224}"/>
              </a:ext>
            </a:extLst>
          </p:cNvPr>
          <p:cNvSpPr>
            <a:spLocks noGrp="1"/>
          </p:cNvSpPr>
          <p:nvPr>
            <p:ph type="body" sz="half" idx="13" hasCustomPrompt="1"/>
          </p:nvPr>
        </p:nvSpPr>
        <p:spPr>
          <a:xfrm>
            <a:off x="4571895" y="4926460"/>
            <a:ext cx="2473752" cy="1058117"/>
          </a:xfrm>
          <a:prstGeom prst="rect">
            <a:avLst/>
          </a:prstGeom>
        </p:spPr>
        <p:txBody>
          <a:bodyPr/>
          <a:lstStyle>
            <a:lvl1pPr marL="0" indent="0">
              <a:buNone/>
              <a:defRPr sz="11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100">
                <a:solidFill>
                  <a:srgbClr val="063360"/>
                </a:solidFill>
                <a:latin typeface="Noto Sans Light" panose="020B0502040504020204" pitchFamily="34" charset="0"/>
                <a:ea typeface="Noto Sans Light" panose="020B0502040504020204" pitchFamily="34" charset="0"/>
                <a:cs typeface="Noto Sans Light" panose="020B0502040504020204" pitchFamily="34" charset="0"/>
              </a:rPr>
              <a:t>Click to add Body Copy</a:t>
            </a:r>
          </a:p>
        </p:txBody>
      </p:sp>
      <p:sp>
        <p:nvSpPr>
          <p:cNvPr id="40" name="Text Placeholder 3">
            <a:extLst>
              <a:ext uri="{FF2B5EF4-FFF2-40B4-BE49-F238E27FC236}">
                <a16:creationId xmlns:a16="http://schemas.microsoft.com/office/drawing/2014/main" id="{0DE05D33-71C5-4DF8-144F-48A588E7816C}"/>
              </a:ext>
            </a:extLst>
          </p:cNvPr>
          <p:cNvSpPr>
            <a:spLocks noGrp="1"/>
          </p:cNvSpPr>
          <p:nvPr>
            <p:ph type="body" sz="half" idx="15" hasCustomPrompt="1"/>
          </p:nvPr>
        </p:nvSpPr>
        <p:spPr>
          <a:xfrm>
            <a:off x="8613543" y="4926460"/>
            <a:ext cx="2473752" cy="1058117"/>
          </a:xfrm>
          <a:prstGeom prst="rect">
            <a:avLst/>
          </a:prstGeom>
        </p:spPr>
        <p:txBody>
          <a:bodyPr/>
          <a:lstStyle>
            <a:lvl1pPr marL="0" indent="0">
              <a:buNone/>
              <a:defRPr sz="11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100">
                <a:solidFill>
                  <a:srgbClr val="063360"/>
                </a:solidFill>
                <a:latin typeface="Noto Sans Light" panose="020B0502040504020204" pitchFamily="34" charset="0"/>
                <a:ea typeface="Noto Sans Light" panose="020B0502040504020204" pitchFamily="34" charset="0"/>
                <a:cs typeface="Noto Sans Light" panose="020B0502040504020204" pitchFamily="34" charset="0"/>
              </a:rPr>
              <a:t>Click to add Body Copy</a:t>
            </a:r>
          </a:p>
        </p:txBody>
      </p:sp>
      <p:sp>
        <p:nvSpPr>
          <p:cNvPr id="45" name="Text Placeholder 44">
            <a:extLst>
              <a:ext uri="{FF2B5EF4-FFF2-40B4-BE49-F238E27FC236}">
                <a16:creationId xmlns:a16="http://schemas.microsoft.com/office/drawing/2014/main" id="{F890FD25-3787-59A1-67B5-B7B0A3393F7B}"/>
              </a:ext>
            </a:extLst>
          </p:cNvPr>
          <p:cNvSpPr>
            <a:spLocks noGrp="1"/>
          </p:cNvSpPr>
          <p:nvPr>
            <p:ph type="body" sz="quarter" idx="17" hasCustomPrompt="1"/>
          </p:nvPr>
        </p:nvSpPr>
        <p:spPr>
          <a:xfrm>
            <a:off x="603250" y="4425950"/>
            <a:ext cx="2971899" cy="393700"/>
          </a:xfrm>
          <a:prstGeom prst="rect">
            <a:avLst/>
          </a:prstGeom>
        </p:spPr>
        <p:txBody>
          <a:bodyPr/>
          <a:lstStyle>
            <a:lvl1pPr marL="0" indent="0">
              <a:buNone/>
              <a:defRPr sz="2400" b="1" i="0">
                <a:solidFill>
                  <a:srgbClr val="063360"/>
                </a:solidFill>
                <a:latin typeface="Noto Sans Black" panose="020B0502040504020204" pitchFamily="34" charset="0"/>
                <a:ea typeface="Noto Sans Black" panose="020B0502040504020204" pitchFamily="34" charset="0"/>
                <a:cs typeface="Noto Sans Black" panose="020B0502040504020204" pitchFamily="34" charset="0"/>
              </a:defRPr>
            </a:lvl1pPr>
          </a:lstStyle>
          <a:p>
            <a:pPr lvl="0"/>
            <a:r>
              <a:rPr lang="en-US"/>
              <a:t>Click to add HL</a:t>
            </a:r>
            <a:endParaRPr lang="en-AE"/>
          </a:p>
        </p:txBody>
      </p:sp>
      <p:sp>
        <p:nvSpPr>
          <p:cNvPr id="2" name="Text Placeholder 44">
            <a:extLst>
              <a:ext uri="{FF2B5EF4-FFF2-40B4-BE49-F238E27FC236}">
                <a16:creationId xmlns:a16="http://schemas.microsoft.com/office/drawing/2014/main" id="{1D31CC3D-2C30-188B-752D-83DAB47BC919}"/>
              </a:ext>
            </a:extLst>
          </p:cNvPr>
          <p:cNvSpPr>
            <a:spLocks noGrp="1"/>
          </p:cNvSpPr>
          <p:nvPr>
            <p:ph type="body" sz="quarter" idx="18" hasCustomPrompt="1"/>
          </p:nvPr>
        </p:nvSpPr>
        <p:spPr>
          <a:xfrm>
            <a:off x="4571895" y="4425950"/>
            <a:ext cx="2971899" cy="393700"/>
          </a:xfrm>
          <a:prstGeom prst="rect">
            <a:avLst/>
          </a:prstGeom>
        </p:spPr>
        <p:txBody>
          <a:bodyPr/>
          <a:lstStyle>
            <a:lvl1pPr marL="0" indent="0">
              <a:buNone/>
              <a:defRPr sz="2400" b="1" i="0">
                <a:solidFill>
                  <a:srgbClr val="063360"/>
                </a:solidFill>
                <a:latin typeface="Noto Sans Black" panose="020B0502040504020204" pitchFamily="34" charset="0"/>
                <a:ea typeface="Noto Sans Black" panose="020B0502040504020204" pitchFamily="34" charset="0"/>
                <a:cs typeface="Noto Sans Black" panose="020B0502040504020204" pitchFamily="34" charset="0"/>
              </a:defRPr>
            </a:lvl1pPr>
          </a:lstStyle>
          <a:p>
            <a:pPr lvl="0"/>
            <a:r>
              <a:rPr lang="en-US"/>
              <a:t>Click to add HL</a:t>
            </a:r>
            <a:endParaRPr lang="en-AE"/>
          </a:p>
        </p:txBody>
      </p:sp>
      <p:sp>
        <p:nvSpPr>
          <p:cNvPr id="3" name="Text Placeholder 44">
            <a:extLst>
              <a:ext uri="{FF2B5EF4-FFF2-40B4-BE49-F238E27FC236}">
                <a16:creationId xmlns:a16="http://schemas.microsoft.com/office/drawing/2014/main" id="{55B1A627-E8D1-81A4-2440-459805BD656E}"/>
              </a:ext>
            </a:extLst>
          </p:cNvPr>
          <p:cNvSpPr>
            <a:spLocks noGrp="1"/>
          </p:cNvSpPr>
          <p:nvPr>
            <p:ph type="body" sz="quarter" idx="19" hasCustomPrompt="1"/>
          </p:nvPr>
        </p:nvSpPr>
        <p:spPr>
          <a:xfrm>
            <a:off x="8611158" y="4425950"/>
            <a:ext cx="2971899" cy="393700"/>
          </a:xfrm>
          <a:prstGeom prst="rect">
            <a:avLst/>
          </a:prstGeom>
        </p:spPr>
        <p:txBody>
          <a:bodyPr/>
          <a:lstStyle>
            <a:lvl1pPr marL="0" indent="0">
              <a:buNone/>
              <a:defRPr sz="2400" b="1" i="0">
                <a:solidFill>
                  <a:srgbClr val="063360"/>
                </a:solidFill>
                <a:latin typeface="Noto Sans Black" panose="020B0502040504020204" pitchFamily="34" charset="0"/>
                <a:ea typeface="Noto Sans Black" panose="020B0502040504020204" pitchFamily="34" charset="0"/>
                <a:cs typeface="Noto Sans Black" panose="020B0502040504020204" pitchFamily="34" charset="0"/>
              </a:defRPr>
            </a:lvl1pPr>
          </a:lstStyle>
          <a:p>
            <a:pPr lvl="0"/>
            <a:r>
              <a:rPr lang="en-US"/>
              <a:t>Click to add HL</a:t>
            </a:r>
            <a:endParaRPr lang="en-AE"/>
          </a:p>
        </p:txBody>
      </p:sp>
    </p:spTree>
    <p:extLst>
      <p:ext uri="{BB962C8B-B14F-4D97-AF65-F5344CB8AC3E}">
        <p14:creationId xmlns:p14="http://schemas.microsoft.com/office/powerpoint/2010/main" val="1662329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mparison">
    <p:bg>
      <p:bgPr>
        <a:gradFill>
          <a:gsLst>
            <a:gs pos="0">
              <a:srgbClr val="215A9E"/>
            </a:gs>
            <a:gs pos="100000">
              <a:srgbClr val="063360"/>
            </a:gs>
          </a:gsLst>
          <a:lin ang="10800000" scaled="0"/>
        </a:gradFill>
        <a:effectLst/>
      </p:bgPr>
    </p:bg>
    <p:spTree>
      <p:nvGrpSpPr>
        <p:cNvPr id="1" name=""/>
        <p:cNvGrpSpPr/>
        <p:nvPr/>
      </p:nvGrpSpPr>
      <p:grpSpPr>
        <a:xfrm>
          <a:off x="0" y="0"/>
          <a:ext cx="0" cy="0"/>
          <a:chOff x="0" y="0"/>
          <a:chExt cx="0" cy="0"/>
        </a:xfrm>
      </p:grpSpPr>
      <p:sp>
        <p:nvSpPr>
          <p:cNvPr id="14" name="Text Placeholder 3">
            <a:extLst>
              <a:ext uri="{FF2B5EF4-FFF2-40B4-BE49-F238E27FC236}">
                <a16:creationId xmlns:a16="http://schemas.microsoft.com/office/drawing/2014/main" id="{13E46378-A70B-1876-236E-E635CC0843B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5" name="Title 1">
            <a:extLst>
              <a:ext uri="{FF2B5EF4-FFF2-40B4-BE49-F238E27FC236}">
                <a16:creationId xmlns:a16="http://schemas.microsoft.com/office/drawing/2014/main" id="{3CEDFDD0-02D4-2E08-8D38-942A8365F917}"/>
              </a:ext>
            </a:extLst>
          </p:cNvPr>
          <p:cNvSpPr>
            <a:spLocks noGrp="1"/>
          </p:cNvSpPr>
          <p:nvPr>
            <p:ph type="title" hasCustomPrompt="1"/>
          </p:nvPr>
        </p:nvSpPr>
        <p:spPr>
          <a:xfrm>
            <a:off x="414898" y="419594"/>
            <a:ext cx="7536406" cy="539441"/>
          </a:xfrm>
          <a:prstGeom prst="rect">
            <a:avLst/>
          </a:prstGeom>
        </p:spPr>
        <p:txBody>
          <a:bodyPr/>
          <a:lstStyle>
            <a:lvl1pPr>
              <a:defRPr sz="3000">
                <a:solidFill>
                  <a:schemeClr val="bg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cxnSp>
        <p:nvCxnSpPr>
          <p:cNvPr id="6" name="Straight Connector 5">
            <a:extLst>
              <a:ext uri="{FF2B5EF4-FFF2-40B4-BE49-F238E27FC236}">
                <a16:creationId xmlns:a16="http://schemas.microsoft.com/office/drawing/2014/main" id="{2970954C-4D10-0419-001F-4BA94E880EBB}"/>
              </a:ext>
            </a:extLst>
          </p:cNvPr>
          <p:cNvCxnSpPr>
            <a:cxnSpLocks/>
          </p:cNvCxnSpPr>
          <p:nvPr userDrawn="1"/>
        </p:nvCxnSpPr>
        <p:spPr>
          <a:xfrm>
            <a:off x="6120462" y="1570616"/>
            <a:ext cx="0" cy="4475182"/>
          </a:xfrm>
          <a:prstGeom prst="line">
            <a:avLst/>
          </a:prstGeom>
          <a:ln w="12700">
            <a:solidFill>
              <a:srgbClr val="7DA1C4"/>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C86AB5F-2C2C-25D5-7876-BEE55021EA8E}"/>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0" name="Text Placeholder 3">
            <a:extLst>
              <a:ext uri="{FF2B5EF4-FFF2-40B4-BE49-F238E27FC236}">
                <a16:creationId xmlns:a16="http://schemas.microsoft.com/office/drawing/2014/main" id="{09296525-9206-8D5D-BF7A-C7F55D94945C}"/>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4" name="Text Placeholder 3">
            <a:extLst>
              <a:ext uri="{FF2B5EF4-FFF2-40B4-BE49-F238E27FC236}">
                <a16:creationId xmlns:a16="http://schemas.microsoft.com/office/drawing/2014/main" id="{AD1AC4F4-5851-A2FB-AAB1-10F2CC7CAA8B}"/>
              </a:ext>
            </a:extLst>
          </p:cNvPr>
          <p:cNvSpPr>
            <a:spLocks noGrp="1"/>
          </p:cNvSpPr>
          <p:nvPr>
            <p:ph type="body" sz="half" idx="2" hasCustomPrompt="1"/>
          </p:nvPr>
        </p:nvSpPr>
        <p:spPr>
          <a:xfrm>
            <a:off x="527124" y="4832831"/>
            <a:ext cx="5281995" cy="1055199"/>
          </a:xfrm>
          <a:prstGeom prst="rect">
            <a:avLst/>
          </a:prstGeom>
        </p:spPr>
        <p:txBody>
          <a:bodyPr/>
          <a:lstStyle>
            <a:lvl1pPr marL="0" indent="0">
              <a:buNone/>
              <a:defRPr sz="11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25" name="Picture Placeholder 2">
            <a:extLst>
              <a:ext uri="{FF2B5EF4-FFF2-40B4-BE49-F238E27FC236}">
                <a16:creationId xmlns:a16="http://schemas.microsoft.com/office/drawing/2014/main" id="{8F461062-A3D6-576E-5AE8-E04910B91E3C}"/>
              </a:ext>
            </a:extLst>
          </p:cNvPr>
          <p:cNvSpPr>
            <a:spLocks noGrp="1"/>
          </p:cNvSpPr>
          <p:nvPr>
            <p:ph type="pic" idx="1"/>
          </p:nvPr>
        </p:nvSpPr>
        <p:spPr>
          <a:xfrm>
            <a:off x="527124" y="1569595"/>
            <a:ext cx="5281999" cy="3017888"/>
          </a:xfrm>
          <a:prstGeom prst="rect">
            <a:avLst/>
          </a:prstGeom>
          <a:solidFill>
            <a:schemeClr val="bg1">
              <a:lumMod val="95000"/>
            </a:schemeClr>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26" name="Text Placeholder 3">
            <a:extLst>
              <a:ext uri="{FF2B5EF4-FFF2-40B4-BE49-F238E27FC236}">
                <a16:creationId xmlns:a16="http://schemas.microsoft.com/office/drawing/2014/main" id="{4DAE4016-0EE2-C47C-B348-6E448DF4FE51}"/>
              </a:ext>
            </a:extLst>
          </p:cNvPr>
          <p:cNvSpPr>
            <a:spLocks noGrp="1"/>
          </p:cNvSpPr>
          <p:nvPr>
            <p:ph type="body" sz="half" idx="15" hasCustomPrompt="1"/>
          </p:nvPr>
        </p:nvSpPr>
        <p:spPr>
          <a:xfrm>
            <a:off x="6434940" y="4832831"/>
            <a:ext cx="5281995" cy="1055199"/>
          </a:xfrm>
          <a:prstGeom prst="rect">
            <a:avLst/>
          </a:prstGeom>
        </p:spPr>
        <p:txBody>
          <a:bodyPr/>
          <a:lstStyle>
            <a:lvl1pPr marL="0" indent="0">
              <a:buNone/>
              <a:defRPr sz="11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27" name="Picture Placeholder 2">
            <a:extLst>
              <a:ext uri="{FF2B5EF4-FFF2-40B4-BE49-F238E27FC236}">
                <a16:creationId xmlns:a16="http://schemas.microsoft.com/office/drawing/2014/main" id="{3A71D9A0-4B49-3B58-031B-433AC9BA63E5}"/>
              </a:ext>
            </a:extLst>
          </p:cNvPr>
          <p:cNvSpPr>
            <a:spLocks noGrp="1"/>
          </p:cNvSpPr>
          <p:nvPr>
            <p:ph type="pic" idx="16"/>
          </p:nvPr>
        </p:nvSpPr>
        <p:spPr>
          <a:xfrm>
            <a:off x="6434940" y="1569595"/>
            <a:ext cx="5281999" cy="3017888"/>
          </a:xfrm>
          <a:prstGeom prst="rect">
            <a:avLst/>
          </a:prstGeom>
          <a:solidFill>
            <a:schemeClr val="bg1">
              <a:lumMod val="95000"/>
            </a:schemeClr>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pic>
        <p:nvPicPr>
          <p:cNvPr id="3" name="Picture 2">
            <a:extLst>
              <a:ext uri="{FF2B5EF4-FFF2-40B4-BE49-F238E27FC236}">
                <a16:creationId xmlns:a16="http://schemas.microsoft.com/office/drawing/2014/main" id="{584EBFF0-9B6F-A24D-1509-5238DF7AE4C4}"/>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1902788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mparison">
    <p:bg>
      <p:bgPr>
        <a:solidFill>
          <a:schemeClr val="bg1"/>
        </a:solidFill>
        <a:effectLst/>
      </p:bgPr>
    </p:bg>
    <p:spTree>
      <p:nvGrpSpPr>
        <p:cNvPr id="1" name=""/>
        <p:cNvGrpSpPr/>
        <p:nvPr/>
      </p:nvGrpSpPr>
      <p:grpSpPr>
        <a:xfrm>
          <a:off x="0" y="0"/>
          <a:ext cx="0" cy="0"/>
          <a:chOff x="0" y="0"/>
          <a:chExt cx="0" cy="0"/>
        </a:xfrm>
      </p:grpSpPr>
      <p:sp>
        <p:nvSpPr>
          <p:cNvPr id="14" name="Text Placeholder 3">
            <a:extLst>
              <a:ext uri="{FF2B5EF4-FFF2-40B4-BE49-F238E27FC236}">
                <a16:creationId xmlns:a16="http://schemas.microsoft.com/office/drawing/2014/main" id="{13E46378-A70B-1876-236E-E635CC0843BF}"/>
              </a:ext>
            </a:extLst>
          </p:cNvPr>
          <p:cNvSpPr>
            <a:spLocks noGrp="1"/>
          </p:cNvSpPr>
          <p:nvPr>
            <p:ph type="body" sz="half" idx="14" hasCustomPrompt="1"/>
          </p:nvPr>
        </p:nvSpPr>
        <p:spPr>
          <a:xfrm>
            <a:off x="414897" y="6282495"/>
            <a:ext cx="3932237" cy="213547"/>
          </a:xfrm>
          <a:prstGeom prst="rect">
            <a:avLst/>
          </a:prstGeom>
        </p:spPr>
        <p:txBody>
          <a:bodyPr/>
          <a:lstStyle>
            <a:lvl1pPr marL="0" indent="0">
              <a:buNone/>
              <a:defRPr sz="9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Technical proposal for DGE</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15" name="Title 1">
            <a:extLst>
              <a:ext uri="{FF2B5EF4-FFF2-40B4-BE49-F238E27FC236}">
                <a16:creationId xmlns:a16="http://schemas.microsoft.com/office/drawing/2014/main" id="{3CEDFDD0-02D4-2E08-8D38-942A8365F917}"/>
              </a:ext>
            </a:extLst>
          </p:cNvPr>
          <p:cNvSpPr>
            <a:spLocks noGrp="1"/>
          </p:cNvSpPr>
          <p:nvPr>
            <p:ph type="title" hasCustomPrompt="1"/>
          </p:nvPr>
        </p:nvSpPr>
        <p:spPr>
          <a:xfrm>
            <a:off x="414898" y="419594"/>
            <a:ext cx="7536406" cy="539441"/>
          </a:xfrm>
          <a:prstGeom prst="rect">
            <a:avLst/>
          </a:prstGeom>
        </p:spPr>
        <p:txBody>
          <a:bodyPr/>
          <a:lstStyle>
            <a:lvl1pPr>
              <a:defRPr sz="3000">
                <a:solidFill>
                  <a:schemeClr val="tx1"/>
                </a:solidFill>
              </a:defRPr>
            </a:lvl1pPr>
          </a:lstStyle>
          <a:p>
            <a:r>
              <a:rPr lang="en-US" sz="3200">
                <a:latin typeface="Noto Sans SemiBold" panose="020B0502040504020204" pitchFamily="34" charset="0"/>
                <a:ea typeface="Noto Sans SemiBold" panose="020B0502040504020204" pitchFamily="34" charset="0"/>
                <a:cs typeface="Noto Sans SemiBold" panose="020B0502040504020204" pitchFamily="34" charset="0"/>
              </a:rPr>
              <a:t>Edit Master Slide Title Here</a:t>
            </a:r>
            <a:endParaRPr lang="en-AE" sz="3200">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0" name="Rectangle 9">
            <a:extLst>
              <a:ext uri="{FF2B5EF4-FFF2-40B4-BE49-F238E27FC236}">
                <a16:creationId xmlns:a16="http://schemas.microsoft.com/office/drawing/2014/main" id="{AC86AB5F-2C2C-25D5-7876-BEE55021EA8E}"/>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0" name="Text Placeholder 3">
            <a:extLst>
              <a:ext uri="{FF2B5EF4-FFF2-40B4-BE49-F238E27FC236}">
                <a16:creationId xmlns:a16="http://schemas.microsoft.com/office/drawing/2014/main" id="{09296525-9206-8D5D-BF7A-C7F55D94945C}"/>
              </a:ext>
            </a:extLst>
          </p:cNvPr>
          <p:cNvSpPr>
            <a:spLocks noGrp="1"/>
          </p:cNvSpPr>
          <p:nvPr>
            <p:ph type="body" sz="half" idx="12" hasCustomPrompt="1"/>
          </p:nvPr>
        </p:nvSpPr>
        <p:spPr>
          <a:xfrm>
            <a:off x="414899" y="969969"/>
            <a:ext cx="3932237" cy="261610"/>
          </a:xfrm>
          <a:prstGeom prst="rect">
            <a:avLst/>
          </a:prstGeom>
        </p:spPr>
        <p:txBody>
          <a:bodyPr/>
          <a:lstStyle>
            <a:lvl1pPr marL="0" indent="0">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4" name="Text Placeholder 3">
            <a:extLst>
              <a:ext uri="{FF2B5EF4-FFF2-40B4-BE49-F238E27FC236}">
                <a16:creationId xmlns:a16="http://schemas.microsoft.com/office/drawing/2014/main" id="{AD1AC4F4-5851-A2FB-AAB1-10F2CC7CAA8B}"/>
              </a:ext>
            </a:extLst>
          </p:cNvPr>
          <p:cNvSpPr>
            <a:spLocks noGrp="1"/>
          </p:cNvSpPr>
          <p:nvPr>
            <p:ph type="body" sz="half" idx="2" hasCustomPrompt="1"/>
          </p:nvPr>
        </p:nvSpPr>
        <p:spPr>
          <a:xfrm>
            <a:off x="527124" y="4832831"/>
            <a:ext cx="5281995" cy="1055199"/>
          </a:xfrm>
          <a:prstGeom prst="rect">
            <a:avLst/>
          </a:prstGeom>
        </p:spPr>
        <p:txBody>
          <a:bodyPr/>
          <a:lstStyle>
            <a:lvl1pPr marL="0" indent="0">
              <a:buNone/>
              <a:defRPr sz="11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25" name="Picture Placeholder 2">
            <a:extLst>
              <a:ext uri="{FF2B5EF4-FFF2-40B4-BE49-F238E27FC236}">
                <a16:creationId xmlns:a16="http://schemas.microsoft.com/office/drawing/2014/main" id="{8F461062-A3D6-576E-5AE8-E04910B91E3C}"/>
              </a:ext>
            </a:extLst>
          </p:cNvPr>
          <p:cNvSpPr>
            <a:spLocks noGrp="1"/>
          </p:cNvSpPr>
          <p:nvPr>
            <p:ph type="pic" idx="1"/>
          </p:nvPr>
        </p:nvSpPr>
        <p:spPr>
          <a:xfrm>
            <a:off x="527124" y="1569595"/>
            <a:ext cx="5281999" cy="3017888"/>
          </a:xfrm>
          <a:prstGeom prst="rect">
            <a:avLst/>
          </a:prstGeom>
          <a:solidFill>
            <a:schemeClr val="bg1">
              <a:lumMod val="95000"/>
            </a:schemeClr>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26" name="Text Placeholder 3">
            <a:extLst>
              <a:ext uri="{FF2B5EF4-FFF2-40B4-BE49-F238E27FC236}">
                <a16:creationId xmlns:a16="http://schemas.microsoft.com/office/drawing/2014/main" id="{4DAE4016-0EE2-C47C-B348-6E448DF4FE51}"/>
              </a:ext>
            </a:extLst>
          </p:cNvPr>
          <p:cNvSpPr>
            <a:spLocks noGrp="1"/>
          </p:cNvSpPr>
          <p:nvPr>
            <p:ph type="body" sz="half" idx="15" hasCustomPrompt="1"/>
          </p:nvPr>
        </p:nvSpPr>
        <p:spPr>
          <a:xfrm>
            <a:off x="6434940" y="4832831"/>
            <a:ext cx="5281995" cy="1055199"/>
          </a:xfrm>
          <a:prstGeom prst="rect">
            <a:avLst/>
          </a:prstGeom>
        </p:spPr>
        <p:txBody>
          <a:bodyPr/>
          <a:lstStyle>
            <a:lvl1pPr marL="0" indent="0">
              <a:buNone/>
              <a:defRPr sz="11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Body Copy Text</a:t>
            </a:r>
          </a:p>
        </p:txBody>
      </p:sp>
      <p:sp>
        <p:nvSpPr>
          <p:cNvPr id="27" name="Picture Placeholder 2">
            <a:extLst>
              <a:ext uri="{FF2B5EF4-FFF2-40B4-BE49-F238E27FC236}">
                <a16:creationId xmlns:a16="http://schemas.microsoft.com/office/drawing/2014/main" id="{3A71D9A0-4B49-3B58-031B-433AC9BA63E5}"/>
              </a:ext>
            </a:extLst>
          </p:cNvPr>
          <p:cNvSpPr>
            <a:spLocks noGrp="1"/>
          </p:cNvSpPr>
          <p:nvPr>
            <p:ph type="pic" idx="16"/>
          </p:nvPr>
        </p:nvSpPr>
        <p:spPr>
          <a:xfrm>
            <a:off x="6434940" y="1569595"/>
            <a:ext cx="5281999" cy="3017888"/>
          </a:xfrm>
          <a:prstGeom prst="rect">
            <a:avLst/>
          </a:prstGeom>
          <a:solidFill>
            <a:schemeClr val="bg1">
              <a:lumMod val="95000"/>
            </a:schemeClr>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cxnSp>
        <p:nvCxnSpPr>
          <p:cNvPr id="29" name="Straight Connector 28">
            <a:extLst>
              <a:ext uri="{FF2B5EF4-FFF2-40B4-BE49-F238E27FC236}">
                <a16:creationId xmlns:a16="http://schemas.microsoft.com/office/drawing/2014/main" id="{CF7D4AE0-A822-E172-633A-90B42E840395}"/>
              </a:ext>
            </a:extLst>
          </p:cNvPr>
          <p:cNvCxnSpPr>
            <a:cxnSpLocks/>
          </p:cNvCxnSpPr>
          <p:nvPr userDrawn="1"/>
        </p:nvCxnSpPr>
        <p:spPr>
          <a:xfrm>
            <a:off x="6120462" y="1569595"/>
            <a:ext cx="0" cy="4475182"/>
          </a:xfrm>
          <a:prstGeom prst="line">
            <a:avLst/>
          </a:prstGeom>
          <a:ln w="12700">
            <a:solidFill>
              <a:srgbClr val="7DA1C4"/>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BA0FD803-37DD-E730-58AE-0AC7F673B7B0}"/>
              </a:ext>
            </a:extLst>
          </p:cNvPr>
          <p:cNvPicPr>
            <a:picLocks noChangeAspect="1"/>
          </p:cNvPicPr>
          <p:nvPr userDrawn="1"/>
        </p:nvPicPr>
        <p:blipFill>
          <a:blip r:embed="rId2"/>
          <a:srcRect/>
          <a:stretch/>
        </p:blipFill>
        <p:spPr>
          <a:xfrm>
            <a:off x="9694624" y="389537"/>
            <a:ext cx="2077465" cy="486127"/>
          </a:xfrm>
          <a:prstGeom prst="rect">
            <a:avLst/>
          </a:prstGeom>
        </p:spPr>
      </p:pic>
    </p:spTree>
    <p:extLst>
      <p:ext uri="{BB962C8B-B14F-4D97-AF65-F5344CB8AC3E}">
        <p14:creationId xmlns:p14="http://schemas.microsoft.com/office/powerpoint/2010/main" val="18643391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descr="A city with many tall buildings and fog&#10;&#10;AI-generated content may be incorrect.">
            <a:extLst>
              <a:ext uri="{FF2B5EF4-FFF2-40B4-BE49-F238E27FC236}">
                <a16:creationId xmlns:a16="http://schemas.microsoft.com/office/drawing/2014/main" id="{0CB1FC6A-CE41-895E-EF67-9E4332424234}"/>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504" y="0"/>
            <a:ext cx="12191980" cy="6856718"/>
          </a:xfrm>
          <a:prstGeom prst="rect">
            <a:avLst/>
          </a:prstGeom>
        </p:spPr>
      </p:pic>
      <p:sp>
        <p:nvSpPr>
          <p:cNvPr id="4" name="Rectangle 3">
            <a:extLst>
              <a:ext uri="{FF2B5EF4-FFF2-40B4-BE49-F238E27FC236}">
                <a16:creationId xmlns:a16="http://schemas.microsoft.com/office/drawing/2014/main" id="{EFD5D19F-44B0-5B63-436E-8D8CA247A9D5}"/>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Rectangle 4">
            <a:extLst>
              <a:ext uri="{FF2B5EF4-FFF2-40B4-BE49-F238E27FC236}">
                <a16:creationId xmlns:a16="http://schemas.microsoft.com/office/drawing/2014/main" id="{16F20C09-6292-14E4-CDFB-D2D6BCCEA1CB}"/>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7" name="Rectangle 6">
            <a:extLst>
              <a:ext uri="{FF2B5EF4-FFF2-40B4-BE49-F238E27FC236}">
                <a16:creationId xmlns:a16="http://schemas.microsoft.com/office/drawing/2014/main" id="{0803A392-C4FF-3C4F-FA8D-B7FE2E3EECF0}"/>
              </a:ext>
            </a:extLst>
          </p:cNvPr>
          <p:cNvSpPr/>
          <p:nvPr userDrawn="1"/>
        </p:nvSpPr>
        <p:spPr>
          <a:xfrm>
            <a:off x="6650383" y="1354930"/>
            <a:ext cx="5126718" cy="4148138"/>
          </a:xfrm>
          <a:prstGeom prst="rect">
            <a:avLst/>
          </a:prstGeom>
          <a:solidFill>
            <a:srgbClr val="0633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8" name="Title 1">
            <a:extLst>
              <a:ext uri="{FF2B5EF4-FFF2-40B4-BE49-F238E27FC236}">
                <a16:creationId xmlns:a16="http://schemas.microsoft.com/office/drawing/2014/main" id="{BE4D4FB0-CE06-D7B9-A7F6-FF4DEACB260D}"/>
              </a:ext>
            </a:extLst>
          </p:cNvPr>
          <p:cNvSpPr>
            <a:spLocks noGrp="1"/>
          </p:cNvSpPr>
          <p:nvPr>
            <p:ph type="title" hasCustomPrompt="1"/>
          </p:nvPr>
        </p:nvSpPr>
        <p:spPr>
          <a:xfrm>
            <a:off x="7109645" y="3018804"/>
            <a:ext cx="4111489" cy="2276765"/>
          </a:xfrm>
          <a:prstGeom prst="rect">
            <a:avLst/>
          </a:prstGeom>
        </p:spPr>
        <p:txBody>
          <a:bodyPr/>
          <a:lstStyle>
            <a:lvl1pPr>
              <a:defRPr sz="1000">
                <a:solidFill>
                  <a:schemeClr val="bg1"/>
                </a:solidFill>
              </a:defRPr>
            </a:lvl1pPr>
          </a:lstStyle>
          <a:p>
            <a:r>
              <a:rPr lang="en-US"/>
              <a:t>Click to add Body Copy</a:t>
            </a:r>
            <a:endParaRPr lang="en-AE"/>
          </a:p>
        </p:txBody>
      </p:sp>
      <p:cxnSp>
        <p:nvCxnSpPr>
          <p:cNvPr id="2" name="Straight Connector 1">
            <a:extLst>
              <a:ext uri="{FF2B5EF4-FFF2-40B4-BE49-F238E27FC236}">
                <a16:creationId xmlns:a16="http://schemas.microsoft.com/office/drawing/2014/main" id="{A4D747DE-D940-E0AA-A248-65F9CD36FBDA}"/>
              </a:ext>
            </a:extLst>
          </p:cNvPr>
          <p:cNvCxnSpPr>
            <a:cxnSpLocks/>
          </p:cNvCxnSpPr>
          <p:nvPr userDrawn="1"/>
        </p:nvCxnSpPr>
        <p:spPr>
          <a:xfrm>
            <a:off x="7109645" y="2821464"/>
            <a:ext cx="1616043" cy="1"/>
          </a:xfrm>
          <a:prstGeom prst="line">
            <a:avLst/>
          </a:prstGeom>
          <a:ln>
            <a:solidFill>
              <a:srgbClr val="7DA1C4"/>
            </a:solidFill>
          </a:ln>
        </p:spPr>
        <p:style>
          <a:lnRef idx="1">
            <a:schemeClr val="accent6"/>
          </a:lnRef>
          <a:fillRef idx="0">
            <a:schemeClr val="accent6"/>
          </a:fillRef>
          <a:effectRef idx="0">
            <a:schemeClr val="accent6"/>
          </a:effectRef>
          <a:fontRef idx="minor">
            <a:schemeClr val="tx1"/>
          </a:fontRef>
        </p:style>
      </p:cxnSp>
      <p:sp>
        <p:nvSpPr>
          <p:cNvPr id="9" name="Text Placeholder 3">
            <a:extLst>
              <a:ext uri="{FF2B5EF4-FFF2-40B4-BE49-F238E27FC236}">
                <a16:creationId xmlns:a16="http://schemas.microsoft.com/office/drawing/2014/main" id="{6C42C1B4-06E0-746E-986A-9682FC03555F}"/>
              </a:ext>
            </a:extLst>
          </p:cNvPr>
          <p:cNvSpPr>
            <a:spLocks noGrp="1"/>
          </p:cNvSpPr>
          <p:nvPr>
            <p:ph type="body" sz="half" idx="2" hasCustomPrompt="1"/>
          </p:nvPr>
        </p:nvSpPr>
        <p:spPr>
          <a:xfrm>
            <a:off x="7135574" y="2344520"/>
            <a:ext cx="4111489" cy="476944"/>
          </a:xfrm>
          <a:prstGeom prst="rect">
            <a:avLst/>
          </a:prstGeom>
        </p:spPr>
        <p:txBody>
          <a:bodyPr/>
          <a:lstStyle>
            <a:lvl1pPr marL="0" indent="0">
              <a:buNone/>
              <a:defRPr sz="3000" b="1" i="0">
                <a:solidFill>
                  <a:schemeClr val="bg1"/>
                </a:solidFill>
                <a:latin typeface="Noto Sans Black" panose="020B0502040504020204" pitchFamily="34" charset="0"/>
                <a:ea typeface="Noto Sans Black" panose="020B0502040504020204" pitchFamily="34" charset="0"/>
                <a:cs typeface="Noto Sans Black"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Verdict</a:t>
            </a:r>
            <a:endParaRPr lang="en-AE"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8" name="Picture 7">
            <a:extLst>
              <a:ext uri="{FF2B5EF4-FFF2-40B4-BE49-F238E27FC236}">
                <a16:creationId xmlns:a16="http://schemas.microsoft.com/office/drawing/2014/main" id="{74BC6CB7-50E4-188C-9D5A-26D0DA915F02}"/>
              </a:ext>
            </a:extLst>
          </p:cNvPr>
          <p:cNvPicPr>
            <a:picLocks noChangeAspect="1"/>
          </p:cNvPicPr>
          <p:nvPr userDrawn="1"/>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887661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descr="A city with many tall buildings and fog&#10;&#10;AI-generated content may be incorrect.">
            <a:extLst>
              <a:ext uri="{FF2B5EF4-FFF2-40B4-BE49-F238E27FC236}">
                <a16:creationId xmlns:a16="http://schemas.microsoft.com/office/drawing/2014/main" id="{0CB1FC6A-CE41-895E-EF67-9E4332424234}"/>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504" y="0"/>
            <a:ext cx="12191980" cy="6856718"/>
          </a:xfrm>
          <a:prstGeom prst="rect">
            <a:avLst/>
          </a:prstGeom>
        </p:spPr>
      </p:pic>
      <p:sp>
        <p:nvSpPr>
          <p:cNvPr id="19" name="Rectangle 18">
            <a:extLst>
              <a:ext uri="{FF2B5EF4-FFF2-40B4-BE49-F238E27FC236}">
                <a16:creationId xmlns:a16="http://schemas.microsoft.com/office/drawing/2014/main" id="{8B399821-8D97-340E-570B-DE6202FE05D8}"/>
              </a:ext>
            </a:extLst>
          </p:cNvPr>
          <p:cNvSpPr/>
          <p:nvPr userDrawn="1"/>
        </p:nvSpPr>
        <p:spPr>
          <a:xfrm>
            <a:off x="6650383" y="1354930"/>
            <a:ext cx="5126718" cy="4148138"/>
          </a:xfrm>
          <a:prstGeom prst="rect">
            <a:avLst/>
          </a:prstGeom>
          <a:solidFill>
            <a:srgbClr val="7DA1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 name="Rectangle 3">
            <a:extLst>
              <a:ext uri="{FF2B5EF4-FFF2-40B4-BE49-F238E27FC236}">
                <a16:creationId xmlns:a16="http://schemas.microsoft.com/office/drawing/2014/main" id="{EFD5D19F-44B0-5B63-436E-8D8CA247A9D5}"/>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Rectangle 4">
            <a:extLst>
              <a:ext uri="{FF2B5EF4-FFF2-40B4-BE49-F238E27FC236}">
                <a16:creationId xmlns:a16="http://schemas.microsoft.com/office/drawing/2014/main" id="{16F20C09-6292-14E4-CDFB-D2D6BCCEA1CB}"/>
              </a:ext>
            </a:extLst>
          </p:cNvPr>
          <p:cNvSpPr/>
          <p:nvPr userDrawn="1"/>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16" name="Straight Connector 15">
            <a:extLst>
              <a:ext uri="{FF2B5EF4-FFF2-40B4-BE49-F238E27FC236}">
                <a16:creationId xmlns:a16="http://schemas.microsoft.com/office/drawing/2014/main" id="{C91F9C23-DD9D-AEAF-C908-C327A76FB52E}"/>
              </a:ext>
            </a:extLst>
          </p:cNvPr>
          <p:cNvCxnSpPr>
            <a:cxnSpLocks/>
          </p:cNvCxnSpPr>
          <p:nvPr userDrawn="1"/>
        </p:nvCxnSpPr>
        <p:spPr>
          <a:xfrm>
            <a:off x="7109645" y="2821464"/>
            <a:ext cx="1616043" cy="1"/>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sp>
        <p:nvSpPr>
          <p:cNvPr id="18" name="Title 1">
            <a:extLst>
              <a:ext uri="{FF2B5EF4-FFF2-40B4-BE49-F238E27FC236}">
                <a16:creationId xmlns:a16="http://schemas.microsoft.com/office/drawing/2014/main" id="{BE4D4FB0-CE06-D7B9-A7F6-FF4DEACB260D}"/>
              </a:ext>
            </a:extLst>
          </p:cNvPr>
          <p:cNvSpPr>
            <a:spLocks noGrp="1"/>
          </p:cNvSpPr>
          <p:nvPr>
            <p:ph type="title" hasCustomPrompt="1"/>
          </p:nvPr>
        </p:nvSpPr>
        <p:spPr>
          <a:xfrm>
            <a:off x="7109645" y="3018804"/>
            <a:ext cx="4111489" cy="2276765"/>
          </a:xfrm>
          <a:prstGeom prst="rect">
            <a:avLst/>
          </a:prstGeom>
        </p:spPr>
        <p:txBody>
          <a:bodyPr/>
          <a:lstStyle>
            <a:lvl1pPr>
              <a:defRPr sz="1000">
                <a:solidFill>
                  <a:schemeClr val="bg1"/>
                </a:solidFill>
              </a:defRPr>
            </a:lvl1pPr>
          </a:lstStyle>
          <a:p>
            <a:r>
              <a:rPr lang="en-US"/>
              <a:t>Click to add Body Copy</a:t>
            </a:r>
            <a:endParaRPr lang="en-AE"/>
          </a:p>
        </p:txBody>
      </p:sp>
      <p:sp>
        <p:nvSpPr>
          <p:cNvPr id="20" name="Text Placeholder 3">
            <a:extLst>
              <a:ext uri="{FF2B5EF4-FFF2-40B4-BE49-F238E27FC236}">
                <a16:creationId xmlns:a16="http://schemas.microsoft.com/office/drawing/2014/main" id="{46F800EF-D3D5-36E3-4F0E-355B69240FC7}"/>
              </a:ext>
            </a:extLst>
          </p:cNvPr>
          <p:cNvSpPr>
            <a:spLocks noGrp="1"/>
          </p:cNvSpPr>
          <p:nvPr>
            <p:ph type="body" sz="half" idx="2" hasCustomPrompt="1"/>
          </p:nvPr>
        </p:nvSpPr>
        <p:spPr>
          <a:xfrm>
            <a:off x="7135574" y="2344520"/>
            <a:ext cx="4111489" cy="476944"/>
          </a:xfrm>
          <a:prstGeom prst="rect">
            <a:avLst/>
          </a:prstGeom>
        </p:spPr>
        <p:txBody>
          <a:bodyPr/>
          <a:lstStyle>
            <a:lvl1pPr marL="0" indent="0">
              <a:buNone/>
              <a:defRPr sz="3000" b="1" i="0">
                <a:solidFill>
                  <a:schemeClr val="bg1"/>
                </a:solidFill>
                <a:latin typeface="Noto Sans Black" panose="020B0502040504020204" pitchFamily="34" charset="0"/>
                <a:ea typeface="Noto Sans Black" panose="020B0502040504020204" pitchFamily="34" charset="0"/>
                <a:cs typeface="Noto Sans Black"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Verdict</a:t>
            </a:r>
            <a:endParaRPr lang="en-AE" sz="30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2" name="Picture 1">
            <a:extLst>
              <a:ext uri="{FF2B5EF4-FFF2-40B4-BE49-F238E27FC236}">
                <a16:creationId xmlns:a16="http://schemas.microsoft.com/office/drawing/2014/main" id="{2A55EFAA-00FF-FBC4-40A5-8756B0CF5AA6}"/>
              </a:ext>
            </a:extLst>
          </p:cNvPr>
          <p:cNvPicPr>
            <a:picLocks noChangeAspect="1"/>
          </p:cNvPicPr>
          <p:nvPr userDrawn="1"/>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1026645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35EE67-A30D-A8A5-D8D9-D9DCA08EA04B}"/>
              </a:ext>
            </a:extLst>
          </p:cNvPr>
          <p:cNvPicPr>
            <a:picLocks noChangeAspect="1"/>
          </p:cNvPicPr>
          <p:nvPr userDrawn="1"/>
        </p:nvPicPr>
        <p:blipFill>
          <a:blip r:embed="rId2"/>
          <a:stretch>
            <a:fillRect/>
          </a:stretch>
        </p:blipFill>
        <p:spPr>
          <a:xfrm>
            <a:off x="3060" y="6679961"/>
            <a:ext cx="12188940" cy="178040"/>
          </a:xfrm>
          <a:prstGeom prst="rect">
            <a:avLst/>
          </a:prstGeom>
        </p:spPr>
      </p:pic>
    </p:spTree>
    <p:extLst>
      <p:ext uri="{BB962C8B-B14F-4D97-AF65-F5344CB8AC3E}">
        <p14:creationId xmlns:p14="http://schemas.microsoft.com/office/powerpoint/2010/main" val="14617178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E9CF19-6F8E-0BB9-E09F-89C5A20FDA24}"/>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8D5D075B-C4CE-DF68-96C0-4070F0EE3961}"/>
              </a:ext>
            </a:extLst>
          </p:cNvPr>
          <p:cNvPicPr>
            <a:picLocks noChangeAspect="1"/>
          </p:cNvPicPr>
          <p:nvPr userDrawn="1"/>
        </p:nvPicPr>
        <p:blipFill>
          <a:blip r:embed="rId2"/>
          <a:srcRect t="6395" b="6518"/>
          <a:stretch/>
        </p:blipFill>
        <p:spPr>
          <a:xfrm>
            <a:off x="0" y="0"/>
            <a:ext cx="12188952" cy="6858000"/>
          </a:xfrm>
          <a:prstGeom prst="rect">
            <a:avLst/>
          </a:prstGeom>
        </p:spPr>
      </p:pic>
      <p:sp>
        <p:nvSpPr>
          <p:cNvPr id="6" name="Rectangle 5">
            <a:extLst>
              <a:ext uri="{FF2B5EF4-FFF2-40B4-BE49-F238E27FC236}">
                <a16:creationId xmlns:a16="http://schemas.microsoft.com/office/drawing/2014/main" id="{1C07BB12-891C-B322-A9D4-0281891070C4}"/>
              </a:ext>
            </a:extLst>
          </p:cNvPr>
          <p:cNvSpPr/>
          <p:nvPr userDrawn="1"/>
        </p:nvSpPr>
        <p:spPr>
          <a:xfrm>
            <a:off x="8467724" y="2828925"/>
            <a:ext cx="3724275" cy="1200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7" name="Picture 6">
            <a:extLst>
              <a:ext uri="{FF2B5EF4-FFF2-40B4-BE49-F238E27FC236}">
                <a16:creationId xmlns:a16="http://schemas.microsoft.com/office/drawing/2014/main" id="{24E2A3DE-919A-9660-3F78-C5FC09BB6A0E}"/>
              </a:ext>
            </a:extLst>
          </p:cNvPr>
          <p:cNvPicPr>
            <a:picLocks noChangeAspect="1"/>
          </p:cNvPicPr>
          <p:nvPr userDrawn="1"/>
        </p:nvPicPr>
        <p:blipFill>
          <a:blip r:embed="rId3"/>
          <a:srcRect/>
          <a:stretch/>
        </p:blipFill>
        <p:spPr>
          <a:xfrm>
            <a:off x="8947246" y="3105468"/>
            <a:ext cx="2765230" cy="647064"/>
          </a:xfrm>
          <a:prstGeom prst="rect">
            <a:avLst/>
          </a:prstGeom>
        </p:spPr>
      </p:pic>
      <p:sp>
        <p:nvSpPr>
          <p:cNvPr id="8" name="Text Placeholder 3">
            <a:extLst>
              <a:ext uri="{FF2B5EF4-FFF2-40B4-BE49-F238E27FC236}">
                <a16:creationId xmlns:a16="http://schemas.microsoft.com/office/drawing/2014/main" id="{D8510BBD-FE97-BBB3-17A0-1ABF235479F4}"/>
              </a:ext>
            </a:extLst>
          </p:cNvPr>
          <p:cNvSpPr>
            <a:spLocks noGrp="1"/>
          </p:cNvSpPr>
          <p:nvPr>
            <p:ph type="body" sz="half" idx="2" hasCustomPrompt="1"/>
          </p:nvPr>
        </p:nvSpPr>
        <p:spPr>
          <a:xfrm>
            <a:off x="843524" y="3185713"/>
            <a:ext cx="4111489" cy="476944"/>
          </a:xfrm>
          <a:prstGeom prst="rect">
            <a:avLst/>
          </a:prstGeom>
        </p:spPr>
        <p:txBody>
          <a:bodyPr/>
          <a:lstStyle>
            <a:lvl1pPr marL="0" indent="0">
              <a:buNone/>
              <a:defRPr sz="3000" b="1" i="0">
                <a:solidFill>
                  <a:schemeClr val="bg1"/>
                </a:solidFill>
                <a:latin typeface="Noto Sans Black" panose="020B0502040504020204" pitchFamily="34" charset="0"/>
                <a:ea typeface="Noto Sans Black" panose="020B0502040504020204" pitchFamily="34" charset="0"/>
                <a:cs typeface="Noto Sans Black" panose="020B050204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sz="28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Thank You</a:t>
            </a:r>
            <a:endParaRPr lang="en-AE" sz="28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Tree>
    <p:extLst>
      <p:ext uri="{BB962C8B-B14F-4D97-AF65-F5344CB8AC3E}">
        <p14:creationId xmlns:p14="http://schemas.microsoft.com/office/powerpoint/2010/main" val="3018999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AB222-5D08-C4D5-F01D-ED30AC567B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1BAD3C18-1F21-5F85-94D4-402C7C8F4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3398E2D2-22F7-BFF5-AA99-FB1D266B0CFD}"/>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1A5CC859-9866-6D08-206E-CDB587693D89}"/>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63C6FBC-A35A-9AD1-6B06-35ED92773382}"/>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24988465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AB222-5D08-C4D5-F01D-ED30AC567B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1BAD3C18-1F21-5F85-94D4-402C7C8F4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3398E2D2-22F7-BFF5-AA99-FB1D266B0CFD}"/>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1A5CC859-9866-6D08-206E-CDB587693D89}"/>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63C6FBC-A35A-9AD1-6B06-35ED92773382}"/>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597126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9D37-2C75-C4CA-D10D-EBB205D2E59F}"/>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82E7EB7E-A74F-057A-3658-B9FF72C4C6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785475C-7B32-27E7-550C-72CE91107293}"/>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7EA5D051-189A-2D7F-7FB1-A7A0D480D10D}"/>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EF488F2-7A81-AEAF-12E2-AAD0011A9D3C}"/>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433000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64D1E-E4D0-5450-22B7-946D6C765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07034FE3-27F6-DEA9-907F-5A81F6E8FC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72D6B-0CDE-7C7D-5E53-2C087A708372}"/>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69900B18-82A5-107C-0B77-25A6038277CC}"/>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BE9E71A6-E708-7D82-323E-D98FBABF4FEC}"/>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819223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CCDF4-6825-ECCD-A1E6-F4462216E35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70C3F6B0-94F2-0547-26B4-884182D7B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024654B3-B32A-EDF1-E83F-54C41470EE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5F8ECA29-8BC9-7C17-E5BB-C26C0FF17C12}"/>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6" name="Footer Placeholder 5">
            <a:extLst>
              <a:ext uri="{FF2B5EF4-FFF2-40B4-BE49-F238E27FC236}">
                <a16:creationId xmlns:a16="http://schemas.microsoft.com/office/drawing/2014/main" id="{9355C965-0E3E-078D-4ADD-802AA1642437}"/>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7E37B2C-122A-60B8-68F5-A027C4FCD17E}"/>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24506097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8525-7C4F-771D-BD3C-F9772F58B7BC}"/>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CEC702E1-1B9B-B2CF-EB06-822760146C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83FE4E-4182-94B3-ABC5-57901BDB16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3642F101-9F63-5017-0C88-CAEEBF5A73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A8B131-9C61-6133-8403-B1D1816226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6919E734-F053-FEF5-7F1A-745275822978}"/>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8" name="Footer Placeholder 7">
            <a:extLst>
              <a:ext uri="{FF2B5EF4-FFF2-40B4-BE49-F238E27FC236}">
                <a16:creationId xmlns:a16="http://schemas.microsoft.com/office/drawing/2014/main" id="{6E0FFCFD-3D94-DD8E-A9E5-341C200C1295}"/>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35E71663-A14D-6256-9B91-37C2B3003B86}"/>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49333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1FC1-C997-5831-4647-EDC574C0AAAA}"/>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909BBB5F-D170-9D3C-1583-5BE7F5F89355}"/>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4" name="Footer Placeholder 3">
            <a:extLst>
              <a:ext uri="{FF2B5EF4-FFF2-40B4-BE49-F238E27FC236}">
                <a16:creationId xmlns:a16="http://schemas.microsoft.com/office/drawing/2014/main" id="{CD06F385-7515-6F0F-5DAA-5E88D9D7F832}"/>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CDF30320-7088-5A44-82EF-DF4D23124136}"/>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454087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40F38B-C7FA-88B5-0F31-9DA7C0427FCE}"/>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3" name="Footer Placeholder 2">
            <a:extLst>
              <a:ext uri="{FF2B5EF4-FFF2-40B4-BE49-F238E27FC236}">
                <a16:creationId xmlns:a16="http://schemas.microsoft.com/office/drawing/2014/main" id="{3D848376-D5D2-612F-988B-691FDE58712D}"/>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BC8A4292-18B7-9D5A-F675-06958DF0633F}"/>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2010168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5C657-68E6-CB8A-1821-3B9455BA60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2887BA53-ECDA-CB39-CFD9-40C27191DC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3294BDDA-F873-13A0-3F9B-6A962C399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901AA-E9C6-44DE-AC9B-2A59921878A5}"/>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6" name="Footer Placeholder 5">
            <a:extLst>
              <a:ext uri="{FF2B5EF4-FFF2-40B4-BE49-F238E27FC236}">
                <a16:creationId xmlns:a16="http://schemas.microsoft.com/office/drawing/2014/main" id="{6378FC26-3F85-8E09-BA67-02CE540F8360}"/>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46866ABF-8672-14C5-2744-B4BDCD30CE58}"/>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25102610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0F8F-7C27-AC5C-F15C-B219A7311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C9FFF8A4-D850-C4DD-E361-AF6DC6DF9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B2A962E9-0B99-B601-C286-212502920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6E997-A972-517E-184A-60D60572D13F}"/>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6" name="Footer Placeholder 5">
            <a:extLst>
              <a:ext uri="{FF2B5EF4-FFF2-40B4-BE49-F238E27FC236}">
                <a16:creationId xmlns:a16="http://schemas.microsoft.com/office/drawing/2014/main" id="{F7883C06-CB5D-2F9C-0AC3-2313982CD4A0}"/>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6221430A-BE8D-C6BA-A322-CA78060F29E6}"/>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3559418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1426-D7FB-ECCE-3580-106EB568EF1E}"/>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99BFBD1A-97B4-8087-6214-6F5D04FB74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506634F-9DA0-2D99-8455-F6A3A85D479B}"/>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26DC0036-0193-EFFA-A972-AB0E7D5E896E}"/>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E6ED16E3-863D-6D9C-E5BB-CB1196CA87E7}"/>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1191748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0C1649-0BA4-6213-4294-227B4A6FB6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4F9761FA-E67D-EB2A-B8C8-AFC918CDFB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4D8B4BC2-8B3B-F275-44D5-45B46CD2C942}"/>
              </a:ext>
            </a:extLst>
          </p:cNvPr>
          <p:cNvSpPr>
            <a:spLocks noGrp="1"/>
          </p:cNvSpPr>
          <p:nvPr>
            <p:ph type="dt" sz="half" idx="10"/>
          </p:nvPr>
        </p:nvSpPr>
        <p:spPr/>
        <p:txBody>
          <a:body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EE36954F-654A-E65F-6A25-5F3D3730C311}"/>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012D6D7-CBD7-27A8-D436-FF68C2D902EE}"/>
              </a:ext>
            </a:extLst>
          </p:cNvPr>
          <p:cNvSpPr>
            <a:spLocks noGrp="1"/>
          </p:cNvSpPr>
          <p:nvPr>
            <p:ph type="sldNum" sz="quarter" idx="12"/>
          </p:nvPr>
        </p:nvSpPr>
        <p:spPr/>
        <p:txBody>
          <a:bodyPr/>
          <a:lstStyle/>
          <a:p>
            <a:fld id="{DE76CBD1-0EB7-1341-94FE-6586F7ECE41E}" type="slidenum">
              <a:rPr lang="en-AE" smtClean="0"/>
              <a:t>‹#›</a:t>
            </a:fld>
            <a:endParaRPr lang="en-AE"/>
          </a:p>
        </p:txBody>
      </p:sp>
    </p:spTree>
    <p:extLst>
      <p:ext uri="{BB962C8B-B14F-4D97-AF65-F5344CB8AC3E}">
        <p14:creationId xmlns:p14="http://schemas.microsoft.com/office/powerpoint/2010/main" val="851238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463125-AA34-399B-B429-E32FB96D769D}"/>
              </a:ext>
            </a:extLst>
          </p:cNvPr>
          <p:cNvSpPr txBox="1"/>
          <p:nvPr>
            <p:extLst>
              <p:ext uri="{1162E1C5-73C7-4A58-AE30-91384D911F3F}">
                <p184:classification xmlns:p184="http://schemas.microsoft.com/office/powerpoint/2018/4/main" val="ftr"/>
              </p:ext>
            </p:extLst>
          </p:nvPr>
        </p:nvSpPr>
        <p:spPr>
          <a:xfrm>
            <a:off x="63500" y="6642100"/>
            <a:ext cx="790639" cy="152400"/>
          </a:xfrm>
          <a:prstGeom prst="rect">
            <a:avLst/>
          </a:prstGeom>
        </p:spPr>
        <p:txBody>
          <a:bodyPr horzOverflow="overflow" lIns="0" tIns="0" rIns="0" bIns="0">
            <a:spAutoFit/>
          </a:bodyPr>
          <a:lstStyle/>
          <a:p>
            <a:pPr algn="l"/>
            <a:r>
              <a:rPr lang="en-US" sz="1000">
                <a:solidFill>
                  <a:srgbClr val="45BF50">
                    <a:alpha val="50000"/>
                  </a:srgbClr>
                </a:solidFill>
                <a:latin typeface="Calibri" panose="020F0502020204030204" pitchFamily="34" charset="0"/>
                <a:ea typeface="Calibri" panose="020F0502020204030204" pitchFamily="34" charset="0"/>
                <a:cs typeface="Calibri" panose="020F0502020204030204" pitchFamily="34" charset="0"/>
              </a:rPr>
              <a:t>OPEN | مفتوحة </a:t>
            </a:r>
          </a:p>
        </p:txBody>
      </p:sp>
    </p:spTree>
    <p:extLst>
      <p:ext uri="{BB962C8B-B14F-4D97-AF65-F5344CB8AC3E}">
        <p14:creationId xmlns:p14="http://schemas.microsoft.com/office/powerpoint/2010/main" val="3421855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4BF65-4B4E-8860-2337-A69C3BA8E5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1056E78A-1056-A123-A6D9-A5A67C178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905B06CE-91C4-576A-B995-1F7AFBE84A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A517AB-ABE2-3948-9FD9-67870BFF8AFB}" type="datetimeFigureOut">
              <a:rPr lang="en-AE" smtClean="0"/>
              <a:t>12/05/2026</a:t>
            </a:fld>
            <a:endParaRPr lang="en-AE"/>
          </a:p>
        </p:txBody>
      </p:sp>
      <p:sp>
        <p:nvSpPr>
          <p:cNvPr id="5" name="Footer Placeholder 4">
            <a:extLst>
              <a:ext uri="{FF2B5EF4-FFF2-40B4-BE49-F238E27FC236}">
                <a16:creationId xmlns:a16="http://schemas.microsoft.com/office/drawing/2014/main" id="{16214742-0FA7-6623-F3AF-639A0D108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0984516D-2EF7-19E7-E841-5E28001EDF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76CBD1-0EB7-1341-94FE-6586F7ECE41E}" type="slidenum">
              <a:rPr lang="en-AE" smtClean="0"/>
              <a:t>‹#›</a:t>
            </a:fld>
            <a:endParaRPr lang="en-AE"/>
          </a:p>
        </p:txBody>
      </p:sp>
    </p:spTree>
    <p:extLst>
      <p:ext uri="{BB962C8B-B14F-4D97-AF65-F5344CB8AC3E}">
        <p14:creationId xmlns:p14="http://schemas.microsoft.com/office/powerpoint/2010/main" val="314008960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Layout" Target="../slideLayouts/slideLayout21.xml"/><Relationship Id="rId5" Type="http://schemas.openxmlformats.org/officeDocument/2006/relationships/image" Target="../media/image4.emf"/><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Layout" Target="../slideLayouts/slideLayout2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Layout" Target="../slideLayouts/slideLayout21.xml"/><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emf"/><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B9FE-62ED-B42A-D439-E5346D655612}"/>
            </a:ext>
          </a:extLst>
        </p:cNvPr>
        <p:cNvGrpSpPr/>
        <p:nvPr/>
      </p:nvGrpSpPr>
      <p:grpSpPr>
        <a:xfrm>
          <a:off x="0" y="0"/>
          <a:ext cx="0" cy="0"/>
          <a:chOff x="0" y="0"/>
          <a:chExt cx="0" cy="0"/>
        </a:xfrm>
      </p:grpSpPr>
      <p:pic>
        <p:nvPicPr>
          <p:cNvPr id="15" name="Picture 14" descr="A blue light in a tunnel&#10;&#10;AI-generated content may be incorrect.">
            <a:extLst>
              <a:ext uri="{FF2B5EF4-FFF2-40B4-BE49-F238E27FC236}">
                <a16:creationId xmlns:a16="http://schemas.microsoft.com/office/drawing/2014/main" id="{C6111008-8F65-3ECA-4479-81F6B436A66E}"/>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0" y="1282"/>
            <a:ext cx="12191980" cy="4123043"/>
          </a:xfrm>
          <a:prstGeom prst="rect">
            <a:avLst/>
          </a:prstGeom>
        </p:spPr>
      </p:pic>
      <p:pic>
        <p:nvPicPr>
          <p:cNvPr id="16" name="Picture 15">
            <a:extLst>
              <a:ext uri="{FF2B5EF4-FFF2-40B4-BE49-F238E27FC236}">
                <a16:creationId xmlns:a16="http://schemas.microsoft.com/office/drawing/2014/main" id="{0E4F68D9-C788-89D8-96A5-3EB6B78FD9A8}"/>
              </a:ext>
            </a:extLst>
          </p:cNvPr>
          <p:cNvPicPr>
            <a:picLocks noChangeAspect="1"/>
          </p:cNvPicPr>
          <p:nvPr/>
        </p:nvPicPr>
        <p:blipFill>
          <a:blip r:embed="rId3"/>
          <a:stretch>
            <a:fillRect/>
          </a:stretch>
        </p:blipFill>
        <p:spPr>
          <a:xfrm>
            <a:off x="3060" y="6679961"/>
            <a:ext cx="12188940" cy="178040"/>
          </a:xfrm>
          <a:prstGeom prst="rect">
            <a:avLst/>
          </a:prstGeom>
        </p:spPr>
      </p:pic>
      <p:pic>
        <p:nvPicPr>
          <p:cNvPr id="18" name="Picture 17">
            <a:extLst>
              <a:ext uri="{FF2B5EF4-FFF2-40B4-BE49-F238E27FC236}">
                <a16:creationId xmlns:a16="http://schemas.microsoft.com/office/drawing/2014/main" id="{CD59F2A9-DC7D-6A4B-7B2B-2F2AF0348864}"/>
              </a:ext>
            </a:extLst>
          </p:cNvPr>
          <p:cNvPicPr>
            <a:picLocks noChangeAspect="1"/>
          </p:cNvPicPr>
          <p:nvPr/>
        </p:nvPicPr>
        <p:blipFill>
          <a:blip r:embed="rId4"/>
          <a:srcRect/>
          <a:stretch/>
        </p:blipFill>
        <p:spPr>
          <a:xfrm>
            <a:off x="9005200" y="5715001"/>
            <a:ext cx="2765230" cy="647064"/>
          </a:xfrm>
          <a:prstGeom prst="rect">
            <a:avLst/>
          </a:prstGeom>
        </p:spPr>
      </p:pic>
      <p:sp>
        <p:nvSpPr>
          <p:cNvPr id="29" name="TextBox 28">
            <a:extLst>
              <a:ext uri="{FF2B5EF4-FFF2-40B4-BE49-F238E27FC236}">
                <a16:creationId xmlns:a16="http://schemas.microsoft.com/office/drawing/2014/main" id="{6BA74E22-57FB-3164-09AD-DA72C6DC3331}"/>
              </a:ext>
            </a:extLst>
          </p:cNvPr>
          <p:cNvSpPr txBox="1"/>
          <p:nvPr/>
        </p:nvSpPr>
        <p:spPr>
          <a:xfrm>
            <a:off x="414899" y="6267351"/>
            <a:ext cx="139974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Presenter - 12/18/2026</a:t>
            </a:r>
            <a:endParaRPr kumimoji="0" lang="en-AE" sz="9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5" name="TextBox 4">
            <a:extLst>
              <a:ext uri="{FF2B5EF4-FFF2-40B4-BE49-F238E27FC236}">
                <a16:creationId xmlns:a16="http://schemas.microsoft.com/office/drawing/2014/main" id="{A295D1CA-D188-C165-0992-E4C2E4732EA7}"/>
              </a:ext>
            </a:extLst>
          </p:cNvPr>
          <p:cNvSpPr txBox="1"/>
          <p:nvPr/>
        </p:nvSpPr>
        <p:spPr>
          <a:xfrm>
            <a:off x="414899" y="4379699"/>
            <a:ext cx="5551520" cy="584775"/>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black"/>
                </a:solidFill>
                <a:effectLst/>
                <a:uLnTx/>
                <a:uFillTx/>
                <a:latin typeface="Cairo SemiBold" pitchFamily="2" charset="-78"/>
                <a:ea typeface="+mn-ea"/>
                <a:cs typeface="Cairo SemiBold"/>
              </a:rPr>
              <a:t>DGE Presentation Template</a:t>
            </a:r>
            <a:endParaRPr kumimoji="0" lang="en-AE" sz="3200" b="1" i="0" u="none" strike="noStrike" kern="1200" cap="none" spc="0" normalizeH="0" baseline="0" noProof="0">
              <a:ln>
                <a:noFill/>
              </a:ln>
              <a:solidFill>
                <a:prstClr val="black"/>
              </a:solidFill>
              <a:effectLst/>
              <a:uLnTx/>
              <a:uFillTx/>
              <a:latin typeface="Cairo SemiBold" pitchFamily="2" charset="-78"/>
              <a:ea typeface="+mn-ea"/>
              <a:cs typeface="Cairo SemiBold" pitchFamily="2" charset="-78"/>
            </a:endParaRPr>
          </a:p>
        </p:txBody>
      </p:sp>
      <p:sp>
        <p:nvSpPr>
          <p:cNvPr id="7" name="TextBox 6">
            <a:extLst>
              <a:ext uri="{FF2B5EF4-FFF2-40B4-BE49-F238E27FC236}">
                <a16:creationId xmlns:a16="http://schemas.microsoft.com/office/drawing/2014/main" id="{E3FA4DD9-1807-7BCF-4F60-F707FFA95DD8}"/>
              </a:ext>
            </a:extLst>
          </p:cNvPr>
          <p:cNvSpPr txBox="1"/>
          <p:nvPr/>
        </p:nvSpPr>
        <p:spPr>
          <a:xfrm>
            <a:off x="414899" y="5455774"/>
            <a:ext cx="25733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lumMod val="50000"/>
                    <a:lumOff val="50000"/>
                  </a:prstClr>
                </a:solidFill>
                <a:effectLst/>
                <a:uLnTx/>
                <a:uFillTx/>
                <a:latin typeface="Cairo SemiBold" pitchFamily="2" charset="-78"/>
                <a:ea typeface="+mn-ea"/>
                <a:cs typeface="Cairo SemiBold" pitchFamily="2" charset="-78"/>
              </a:rPr>
              <a:t>Enabling Tomorrow</a:t>
            </a:r>
            <a:endParaRPr kumimoji="0" lang="en-AE" sz="2000" b="1" i="0" u="none" strike="noStrike" kern="1200" cap="none" spc="0" normalizeH="0" baseline="0" noProof="0">
              <a:ln>
                <a:noFill/>
              </a:ln>
              <a:solidFill>
                <a:prstClr val="black">
                  <a:lumMod val="50000"/>
                  <a:lumOff val="50000"/>
                </a:prstClr>
              </a:solidFill>
              <a:effectLst/>
              <a:uLnTx/>
              <a:uFillTx/>
              <a:latin typeface="Cairo SemiBold" pitchFamily="2" charset="-78"/>
              <a:ea typeface="+mn-ea"/>
              <a:cs typeface="Cairo SemiBold" pitchFamily="2" charset="-78"/>
            </a:endParaRPr>
          </a:p>
        </p:txBody>
      </p:sp>
    </p:spTree>
    <p:extLst>
      <p:ext uri="{BB962C8B-B14F-4D97-AF65-F5344CB8AC3E}">
        <p14:creationId xmlns:p14="http://schemas.microsoft.com/office/powerpoint/2010/main" val="3415941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096EA-BDDD-3580-44A6-8A5113D65C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19D9F1-7B3B-330C-067D-F684DFCB4B5E}"/>
              </a:ext>
            </a:extLst>
          </p:cNvPr>
          <p:cNvPicPr>
            <a:picLocks noChangeAspect="1"/>
          </p:cNvPicPr>
          <p:nvPr/>
        </p:nvPicPr>
        <p:blipFill>
          <a:blip r:embed="rId2"/>
          <a:srcRect/>
          <a:stretch/>
        </p:blipFill>
        <p:spPr>
          <a:xfrm>
            <a:off x="9694624" y="389537"/>
            <a:ext cx="2077465" cy="486127"/>
          </a:xfrm>
          <a:prstGeom prst="rect">
            <a:avLst/>
          </a:prstGeom>
        </p:spPr>
      </p:pic>
      <p:pic>
        <p:nvPicPr>
          <p:cNvPr id="4" name="Picture 3">
            <a:extLst>
              <a:ext uri="{FF2B5EF4-FFF2-40B4-BE49-F238E27FC236}">
                <a16:creationId xmlns:a16="http://schemas.microsoft.com/office/drawing/2014/main" id="{D1EC32FC-16CB-FEDB-B425-AEE292554573}"/>
              </a:ext>
            </a:extLst>
          </p:cNvPr>
          <p:cNvPicPr>
            <a:picLocks noChangeAspect="1"/>
          </p:cNvPicPr>
          <p:nvPr/>
        </p:nvPicPr>
        <p:blipFill>
          <a:blip r:embed="rId3"/>
          <a:stretch>
            <a:fillRect/>
          </a:stretch>
        </p:blipFill>
        <p:spPr>
          <a:xfrm>
            <a:off x="3060" y="6679961"/>
            <a:ext cx="12188940" cy="178040"/>
          </a:xfrm>
          <a:prstGeom prst="rect">
            <a:avLst/>
          </a:prstGeom>
        </p:spPr>
      </p:pic>
      <p:pic>
        <p:nvPicPr>
          <p:cNvPr id="7" name="Picture 6" descr="A tall building with palm trees&#10;&#10;AI-generated content may be incorrect.">
            <a:extLst>
              <a:ext uri="{FF2B5EF4-FFF2-40B4-BE49-F238E27FC236}">
                <a16:creationId xmlns:a16="http://schemas.microsoft.com/office/drawing/2014/main" id="{587626B5-6164-CCDA-8708-38A1CB5AEB3E}"/>
              </a:ext>
            </a:extLst>
          </p:cNvPr>
          <p:cNvPicPr>
            <a:picLocks noChangeAspect="1"/>
          </p:cNvPicPr>
          <p:nvPr/>
        </p:nvPicPr>
        <p:blipFill>
          <a:blip r:embed="rId4"/>
          <a:srcRect l="12523" t="7756" r="12936" b="1148"/>
          <a:stretch/>
        </p:blipFill>
        <p:spPr>
          <a:xfrm>
            <a:off x="0" y="499433"/>
            <a:ext cx="7200476" cy="5865370"/>
          </a:xfrm>
          <a:prstGeom prst="rect">
            <a:avLst/>
          </a:prstGeom>
        </p:spPr>
      </p:pic>
      <p:pic>
        <p:nvPicPr>
          <p:cNvPr id="8" name="Picture 7">
            <a:extLst>
              <a:ext uri="{FF2B5EF4-FFF2-40B4-BE49-F238E27FC236}">
                <a16:creationId xmlns:a16="http://schemas.microsoft.com/office/drawing/2014/main" id="{B0866512-730F-FE8A-C725-4CF72C197C09}"/>
              </a:ext>
            </a:extLst>
          </p:cNvPr>
          <p:cNvPicPr>
            <a:picLocks noChangeAspect="1"/>
          </p:cNvPicPr>
          <p:nvPr/>
        </p:nvPicPr>
        <p:blipFill>
          <a:blip r:embed="rId5"/>
          <a:stretch>
            <a:fillRect/>
          </a:stretch>
        </p:blipFill>
        <p:spPr>
          <a:xfrm>
            <a:off x="5886660" y="1350304"/>
            <a:ext cx="5126718" cy="4585545"/>
          </a:xfrm>
          <a:prstGeom prst="rect">
            <a:avLst/>
          </a:prstGeom>
        </p:spPr>
      </p:pic>
      <p:sp>
        <p:nvSpPr>
          <p:cNvPr id="9" name="TextBox 8">
            <a:extLst>
              <a:ext uri="{FF2B5EF4-FFF2-40B4-BE49-F238E27FC236}">
                <a16:creationId xmlns:a16="http://schemas.microsoft.com/office/drawing/2014/main" id="{BA05461F-F3F8-EB6A-244C-EC5860357D13}"/>
              </a:ext>
            </a:extLst>
          </p:cNvPr>
          <p:cNvSpPr txBox="1"/>
          <p:nvPr/>
        </p:nvSpPr>
        <p:spPr>
          <a:xfrm>
            <a:off x="6096000" y="1404289"/>
            <a:ext cx="3201768" cy="584775"/>
          </a:xfrm>
          <a:prstGeom prst="rect">
            <a:avLst/>
          </a:prstGeom>
          <a:noFill/>
        </p:spPr>
        <p:txBody>
          <a:bodyPr wrap="square" lIns="91440" tIns="45720" rIns="91440" bIns="45720" rtlCol="0" anchor="t">
            <a:spAutoFit/>
          </a:bodyPr>
          <a:lstStyle/>
          <a:p>
            <a:r>
              <a:rPr lang="en-US" sz="3200">
                <a:solidFill>
                  <a:schemeClr val="bg1"/>
                </a:solidFill>
                <a:latin typeface="Noto Sans"/>
                <a:ea typeface="Noto Sans"/>
                <a:cs typeface="Noto Sans"/>
              </a:rPr>
              <a:t>Overview</a:t>
            </a:r>
            <a:endParaRPr lang="en-AE" sz="3200">
              <a:solidFill>
                <a:schemeClr val="bg1"/>
              </a:solidFill>
              <a:latin typeface="Noto Sans"/>
              <a:ea typeface="Noto Sans"/>
              <a:cs typeface="Noto Sans"/>
            </a:endParaRPr>
          </a:p>
        </p:txBody>
      </p:sp>
      <p:sp>
        <p:nvSpPr>
          <p:cNvPr id="20" name="TextBox 7">
            <a:extLst>
              <a:ext uri="{FF2B5EF4-FFF2-40B4-BE49-F238E27FC236}">
                <a16:creationId xmlns:a16="http://schemas.microsoft.com/office/drawing/2014/main" id="{C9B4C4CF-791F-1877-E7AB-E33CC2089F49}"/>
              </a:ext>
            </a:extLst>
          </p:cNvPr>
          <p:cNvSpPr txBox="1"/>
          <p:nvPr/>
        </p:nvSpPr>
        <p:spPr>
          <a:xfrm>
            <a:off x="6096000" y="2138880"/>
            <a:ext cx="4722055" cy="1846659"/>
          </a:xfrm>
          <a:prstGeom prst="rect">
            <a:avLst/>
          </a:prstGeom>
          <a:noFill/>
        </p:spPr>
        <p:txBody>
          <a:bodyPr wrap="square" lIns="91440" tIns="45720" rIns="91440" bIns="45720" rtlCol="0" anchor="t">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spcAft>
                <a:spcPts val="1200"/>
              </a:spcAft>
            </a:pPr>
            <a:r>
              <a:rPr lang="en-US" sz="1100">
                <a:solidFill>
                  <a:schemeClr val="bg1"/>
                </a:solidFill>
                <a:latin typeface="Noto Sans"/>
                <a:ea typeface="Noto Sans"/>
                <a:cs typeface="Noto Sans"/>
              </a:rPr>
              <a:t>xxxxxxxxxxxxxxxxxxxxxxxxxx</a:t>
            </a:r>
            <a:endParaRPr lang="en-US">
              <a:solidFill>
                <a:schemeClr val="bg1"/>
              </a:solidFill>
            </a:endParaRPr>
          </a:p>
          <a:p>
            <a:pPr>
              <a:spcAft>
                <a:spcPts val="1200"/>
              </a:spcAft>
            </a:pPr>
            <a:r>
              <a:rPr lang="en-US" sz="1600" b="1">
                <a:solidFill>
                  <a:schemeClr val="bg1"/>
                </a:solidFill>
                <a:latin typeface="Noto Sans"/>
                <a:ea typeface="Noto Sans"/>
                <a:cs typeface="Noto Sans"/>
              </a:rPr>
              <a:t>Main objectives include:</a:t>
            </a:r>
          </a:p>
          <a:p>
            <a:pPr marL="171450" indent="-171450">
              <a:buFont typeface="Arial" panose="020B0604020202020204" pitchFamily="34" charset="0"/>
              <a:buChar char="•"/>
            </a:pPr>
            <a:r>
              <a:rPr lang="en-US" sz="1100">
                <a:solidFill>
                  <a:schemeClr val="bg1"/>
                </a:solidFill>
                <a:latin typeface="Noto Sans"/>
                <a:ea typeface="Noto Sans"/>
                <a:cs typeface="Noto Sans"/>
              </a:rPr>
              <a:t>Xxxxxxxxxxxxxxxx</a:t>
            </a:r>
          </a:p>
          <a:p>
            <a:pPr marL="171450" lvl="0" indent="-171450">
              <a:buFont typeface="Arial" panose="020B0604020202020204" pitchFamily="34" charset="0"/>
              <a:buChar char="•"/>
            </a:pPr>
            <a:r>
              <a:rPr lang="en-US" sz="1100">
                <a:solidFill>
                  <a:schemeClr val="bg1"/>
                </a:solidFill>
                <a:latin typeface="Noto Sans"/>
                <a:ea typeface="Noto Sans"/>
                <a:cs typeface="Noto Sans"/>
              </a:rPr>
              <a:t>xxxxxxxxxxx</a:t>
            </a:r>
            <a:endParaRPr lang="en-US">
              <a:solidFill>
                <a:schemeClr val="bg1"/>
              </a:solidFill>
            </a:endParaRPr>
          </a:p>
          <a:p>
            <a:pPr marL="171450" lvl="0" indent="-171450">
              <a:buFont typeface="Arial" panose="020B0604020202020204" pitchFamily="34" charset="0"/>
              <a:buChar char="•"/>
            </a:pPr>
            <a:endParaRPr lang="en-US">
              <a:solidFill>
                <a:schemeClr val="bg1"/>
              </a:solidFill>
            </a:endParaRPr>
          </a:p>
          <a:p>
            <a:pPr marL="171450" indent="-171450">
              <a:buFont typeface="Arial" panose="020B0604020202020204" pitchFamily="34" charset="0"/>
              <a:buChar char="•"/>
            </a:pPr>
            <a:r>
              <a:rPr lang="en-US" sz="1600" b="1">
                <a:solidFill>
                  <a:schemeClr val="bg1"/>
                </a:solidFill>
                <a:latin typeface="Noto Sans"/>
                <a:ea typeface="Noto Sans"/>
                <a:cs typeface="Noto Sans"/>
              </a:rPr>
              <a:t>Tone</a:t>
            </a:r>
            <a:br>
              <a:rPr lang="en-US" sz="1100">
                <a:latin typeface="Noto Sans" panose="020B0502040504020204" pitchFamily="34" charset="0"/>
                <a:ea typeface="Noto Sans" panose="020B0502040504020204" pitchFamily="34" charset="0"/>
                <a:cs typeface="Noto Sans" panose="020B0502040504020204" pitchFamily="34" charset="0"/>
              </a:rPr>
            </a:br>
            <a:r>
              <a:rPr lang="en-US" sz="1100">
                <a:solidFill>
                  <a:schemeClr val="bg1"/>
                </a:solidFill>
                <a:latin typeface="Noto Sans"/>
                <a:ea typeface="Noto Sans"/>
                <a:cs typeface="Noto Sans"/>
              </a:rPr>
              <a:t>xxxxxxxxxxxxxxx</a:t>
            </a:r>
            <a:endParaRPr lang="en-US" sz="110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21" name="Straight Connector 20">
            <a:extLst>
              <a:ext uri="{FF2B5EF4-FFF2-40B4-BE49-F238E27FC236}">
                <a16:creationId xmlns:a16="http://schemas.microsoft.com/office/drawing/2014/main" id="{50437CBB-D31F-02A4-9A3A-64D5B0B2A28E}"/>
              </a:ext>
            </a:extLst>
          </p:cNvPr>
          <p:cNvCxnSpPr>
            <a:cxnSpLocks/>
          </p:cNvCxnSpPr>
          <p:nvPr/>
        </p:nvCxnSpPr>
        <p:spPr>
          <a:xfrm>
            <a:off x="6192336" y="1989063"/>
            <a:ext cx="1616043" cy="1"/>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86820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EF155-8D08-55D1-0AB0-424818AFE7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E9CF40-5C48-CFA9-E79E-8897E448DD12}"/>
              </a:ext>
            </a:extLst>
          </p:cNvPr>
          <p:cNvSpPr txBox="1"/>
          <p:nvPr/>
        </p:nvSpPr>
        <p:spPr>
          <a:xfrm>
            <a:off x="414898" y="387020"/>
            <a:ext cx="8762657" cy="553998"/>
          </a:xfrm>
          <a:prstGeom prst="rect">
            <a:avLst/>
          </a:prstGeom>
          <a:noFill/>
        </p:spPr>
        <p:txBody>
          <a:bodyPr wrap="square" rtlCol="0">
            <a:noAutofit/>
          </a:bodyPr>
          <a:lstStyle/>
          <a:p>
            <a:r>
              <a:rPr lang="en-US" sz="3000" b="1" dirty="0">
                <a:latin typeface="Noto Sans SemiBold" panose="020B0502040504020204" pitchFamily="34" charset="0"/>
              </a:rPr>
              <a:t>Our Values</a:t>
            </a:r>
            <a:endParaRPr lang="en-AE" sz="3000" b="1" dirty="0">
              <a:latin typeface="Noto Sans SemiBold" panose="020B0502040504020204" pitchFamily="34" charset="0"/>
            </a:endParaRPr>
          </a:p>
        </p:txBody>
      </p:sp>
      <p:pic>
        <p:nvPicPr>
          <p:cNvPr id="3" name="Picture 2">
            <a:extLst>
              <a:ext uri="{FF2B5EF4-FFF2-40B4-BE49-F238E27FC236}">
                <a16:creationId xmlns:a16="http://schemas.microsoft.com/office/drawing/2014/main" id="{AA400371-ACF8-A97C-0F38-2F92FCE3DC70}"/>
              </a:ext>
            </a:extLst>
          </p:cNvPr>
          <p:cNvPicPr>
            <a:picLocks noChangeAspect="1"/>
          </p:cNvPicPr>
          <p:nvPr/>
        </p:nvPicPr>
        <p:blipFill>
          <a:blip r:embed="rId2"/>
          <a:srcRect/>
          <a:stretch/>
        </p:blipFill>
        <p:spPr>
          <a:xfrm>
            <a:off x="9694624" y="389537"/>
            <a:ext cx="2077465" cy="486127"/>
          </a:xfrm>
          <a:prstGeom prst="rect">
            <a:avLst/>
          </a:prstGeom>
        </p:spPr>
      </p:pic>
      <p:pic>
        <p:nvPicPr>
          <p:cNvPr id="4" name="Picture 3">
            <a:extLst>
              <a:ext uri="{FF2B5EF4-FFF2-40B4-BE49-F238E27FC236}">
                <a16:creationId xmlns:a16="http://schemas.microsoft.com/office/drawing/2014/main" id="{40E646B7-CCB3-34B2-8DBF-1AE023266F20}"/>
              </a:ext>
            </a:extLst>
          </p:cNvPr>
          <p:cNvPicPr>
            <a:picLocks noChangeAspect="1"/>
          </p:cNvPicPr>
          <p:nvPr/>
        </p:nvPicPr>
        <p:blipFill>
          <a:blip r:embed="rId3"/>
          <a:stretch>
            <a:fillRect/>
          </a:stretch>
        </p:blipFill>
        <p:spPr>
          <a:xfrm>
            <a:off x="3060" y="6679961"/>
            <a:ext cx="12188940" cy="178040"/>
          </a:xfrm>
          <a:prstGeom prst="rect">
            <a:avLst/>
          </a:prstGeom>
        </p:spPr>
      </p:pic>
      <p:sp>
        <p:nvSpPr>
          <p:cNvPr id="7" name="Rounded Rectangle 26">
            <a:extLst>
              <a:ext uri="{FF2B5EF4-FFF2-40B4-BE49-F238E27FC236}">
                <a16:creationId xmlns:a16="http://schemas.microsoft.com/office/drawing/2014/main" id="{6D5D892E-CB69-1BF8-92DF-FE62F76F7BBB}"/>
              </a:ext>
            </a:extLst>
          </p:cNvPr>
          <p:cNvSpPr/>
          <p:nvPr/>
        </p:nvSpPr>
        <p:spPr>
          <a:xfrm>
            <a:off x="2919591" y="1329526"/>
            <a:ext cx="8565319" cy="4832545"/>
          </a:xfrm>
          <a:prstGeom prst="roundRect">
            <a:avLst>
              <a:gd name="adj" fmla="val 4837"/>
            </a:avLst>
          </a:prstGeom>
          <a:solidFill>
            <a:srgbClr val="E7E6E6">
              <a:alpha val="50000"/>
            </a:srgbClr>
          </a:solidFill>
          <a:ln w="12700" cap="flat" cmpd="sng" algn="ctr">
            <a:no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AE" sz="1800" b="0" i="0" u="none" strike="noStrike" kern="0" cap="none" spc="0" normalizeH="0" baseline="0" noProof="0">
              <a:ln>
                <a:noFill/>
              </a:ln>
              <a:solidFill>
                <a:prstClr val="white"/>
              </a:solidFill>
              <a:effectLst/>
              <a:uLnTx/>
              <a:uFillTx/>
              <a:latin typeface="DIN Next LT Arabic" panose="020B0503020203050203" pitchFamily="34" charset="-78"/>
              <a:ea typeface="+mn-ea"/>
              <a:cs typeface="DIN Next LT Arabic" panose="020B0503020203050203" pitchFamily="34" charset="-78"/>
            </a:endParaRPr>
          </a:p>
        </p:txBody>
      </p:sp>
      <p:sp>
        <p:nvSpPr>
          <p:cNvPr id="8" name="Rounded Rectangle 29">
            <a:extLst>
              <a:ext uri="{FF2B5EF4-FFF2-40B4-BE49-F238E27FC236}">
                <a16:creationId xmlns:a16="http://schemas.microsoft.com/office/drawing/2014/main" id="{559DA261-C387-BB18-E1A4-C6A193666958}"/>
              </a:ext>
            </a:extLst>
          </p:cNvPr>
          <p:cNvSpPr/>
          <p:nvPr/>
        </p:nvSpPr>
        <p:spPr>
          <a:xfrm>
            <a:off x="3267844" y="2985047"/>
            <a:ext cx="2511279" cy="2943815"/>
          </a:xfrm>
          <a:prstGeom prst="roundRect">
            <a:avLst>
              <a:gd name="adj" fmla="val 4926"/>
            </a:avLst>
          </a:prstGeom>
          <a:gradFill flip="none" rotWithShape="1">
            <a:gsLst>
              <a:gs pos="100000">
                <a:srgbClr val="739FC4">
                  <a:alpha val="36139"/>
                </a:srgbClr>
              </a:gs>
              <a:gs pos="0">
                <a:sysClr val="window" lastClr="FFFFFF"/>
              </a:gs>
            </a:gsLst>
            <a:lin ang="0" scaled="1"/>
            <a:tileRect/>
          </a:gradFill>
          <a:ln w="9525">
            <a:noFill/>
          </a:ln>
          <a:effectLst>
            <a:outerShdw blurRad="63500" sx="101000" sy="101000" algn="ctr" rotWithShape="0">
              <a:srgbClr val="5B9BD5">
                <a:lumMod val="60000"/>
                <a:lumOff val="40000"/>
                <a:alpha val="30000"/>
              </a:srgbClr>
            </a:outerShdw>
          </a:effectLst>
        </p:spPr>
        <p:txBody>
          <a:bodyPr lIns="274320" tIns="0" rIns="91440" bIns="0" rtlCol="0" anchor="ctr" anchorCtr="0"/>
          <a:lstStyle/>
          <a:p>
            <a:pPr marL="0" marR="0" lvl="0" indent="0" algn="r" defTabSz="914400" rtl="1" eaLnBrk="1" fontAlgn="auto" latinLnBrk="0" hangingPunct="1">
              <a:lnSpc>
                <a:spcPct val="90000"/>
              </a:lnSpc>
              <a:spcBef>
                <a:spcPts val="100"/>
              </a:spcBef>
              <a:spcAft>
                <a:spcPts val="100"/>
              </a:spcAft>
              <a:buClrTx/>
              <a:buSzTx/>
              <a:buFontTx/>
              <a:buNone/>
              <a:tabLst/>
              <a:defRPr/>
            </a:pPr>
            <a:endParaRPr kumimoji="0" lang="en-AE" sz="1000" b="0" i="0" u="none" strike="noStrike" kern="0" cap="none" spc="0" normalizeH="0" baseline="0" noProof="0">
              <a:ln>
                <a:noFill/>
              </a:ln>
              <a:solidFill>
                <a:srgbClr val="0F4A6F">
                  <a:lumMod val="75000"/>
                </a:srgbClr>
              </a:solidFill>
              <a:effectLst/>
              <a:uLnTx/>
              <a:uFillTx/>
              <a:latin typeface="Noto Kufi Arabic" pitchFamily="2" charset="-78"/>
              <a:ea typeface="Noto Kufi Arabic" pitchFamily="2" charset="-78"/>
              <a:cs typeface="Noto Kufi Arabic" pitchFamily="2" charset="-78"/>
            </a:endParaRPr>
          </a:p>
        </p:txBody>
      </p:sp>
      <p:sp>
        <p:nvSpPr>
          <p:cNvPr id="9" name="Rounded Rectangle 29">
            <a:extLst>
              <a:ext uri="{FF2B5EF4-FFF2-40B4-BE49-F238E27FC236}">
                <a16:creationId xmlns:a16="http://schemas.microsoft.com/office/drawing/2014/main" id="{F4AEFEB1-219B-1A9A-62C9-54C8A17ABD12}"/>
              </a:ext>
            </a:extLst>
          </p:cNvPr>
          <p:cNvSpPr/>
          <p:nvPr/>
        </p:nvSpPr>
        <p:spPr>
          <a:xfrm>
            <a:off x="5936106" y="2985047"/>
            <a:ext cx="2511279" cy="2943815"/>
          </a:xfrm>
          <a:prstGeom prst="roundRect">
            <a:avLst>
              <a:gd name="adj" fmla="val 4926"/>
            </a:avLst>
          </a:prstGeom>
          <a:gradFill flip="none" rotWithShape="1">
            <a:gsLst>
              <a:gs pos="100000">
                <a:srgbClr val="739FC4">
                  <a:alpha val="36139"/>
                </a:srgbClr>
              </a:gs>
              <a:gs pos="0">
                <a:sysClr val="window" lastClr="FFFFFF"/>
              </a:gs>
            </a:gsLst>
            <a:lin ang="0" scaled="1"/>
            <a:tileRect/>
          </a:gradFill>
          <a:ln w="9525">
            <a:noFill/>
          </a:ln>
          <a:effectLst>
            <a:outerShdw blurRad="63500" sx="101000" sy="101000" algn="ctr" rotWithShape="0">
              <a:srgbClr val="5B9BD5">
                <a:lumMod val="60000"/>
                <a:lumOff val="40000"/>
                <a:alpha val="30000"/>
              </a:srgbClr>
            </a:outerShdw>
          </a:effectLst>
        </p:spPr>
        <p:txBody>
          <a:bodyPr lIns="274320" tIns="0" rIns="91440" bIns="0" rtlCol="0" anchor="ctr" anchorCtr="0"/>
          <a:lstStyle/>
          <a:p>
            <a:pPr marL="0" marR="0" lvl="0" indent="0" algn="r" defTabSz="914400" rtl="1" eaLnBrk="1" fontAlgn="auto" latinLnBrk="0" hangingPunct="1">
              <a:lnSpc>
                <a:spcPct val="90000"/>
              </a:lnSpc>
              <a:spcBef>
                <a:spcPts val="100"/>
              </a:spcBef>
              <a:spcAft>
                <a:spcPts val="100"/>
              </a:spcAft>
              <a:buClrTx/>
              <a:buSzTx/>
              <a:buFontTx/>
              <a:buNone/>
              <a:tabLst/>
              <a:defRPr/>
            </a:pPr>
            <a:endParaRPr kumimoji="0" lang="en-AE" sz="1000" b="0" i="0" u="none" strike="noStrike" kern="0" cap="none" spc="0" normalizeH="0" baseline="0" noProof="0">
              <a:ln>
                <a:noFill/>
              </a:ln>
              <a:solidFill>
                <a:srgbClr val="0F4A6F">
                  <a:lumMod val="75000"/>
                </a:srgbClr>
              </a:solidFill>
              <a:effectLst/>
              <a:uLnTx/>
              <a:uFillTx/>
              <a:latin typeface="Noto Kufi Arabic" pitchFamily="2" charset="-78"/>
              <a:ea typeface="Noto Kufi Arabic" pitchFamily="2" charset="-78"/>
              <a:cs typeface="Noto Kufi Arabic" pitchFamily="2" charset="-78"/>
            </a:endParaRPr>
          </a:p>
        </p:txBody>
      </p:sp>
      <p:sp>
        <p:nvSpPr>
          <p:cNvPr id="20" name="Rounded Rectangle 29">
            <a:extLst>
              <a:ext uri="{FF2B5EF4-FFF2-40B4-BE49-F238E27FC236}">
                <a16:creationId xmlns:a16="http://schemas.microsoft.com/office/drawing/2014/main" id="{661C4D4E-E68D-C355-EC0D-EDE8A69C3D34}"/>
              </a:ext>
            </a:extLst>
          </p:cNvPr>
          <p:cNvSpPr/>
          <p:nvPr/>
        </p:nvSpPr>
        <p:spPr>
          <a:xfrm>
            <a:off x="8604368" y="2985047"/>
            <a:ext cx="2511279" cy="2943815"/>
          </a:xfrm>
          <a:prstGeom prst="roundRect">
            <a:avLst>
              <a:gd name="adj" fmla="val 4926"/>
            </a:avLst>
          </a:prstGeom>
          <a:gradFill flip="none" rotWithShape="1">
            <a:gsLst>
              <a:gs pos="100000">
                <a:srgbClr val="739FC4">
                  <a:alpha val="36139"/>
                </a:srgbClr>
              </a:gs>
              <a:gs pos="0">
                <a:sysClr val="window" lastClr="FFFFFF"/>
              </a:gs>
            </a:gsLst>
            <a:lin ang="0" scaled="1"/>
            <a:tileRect/>
          </a:gradFill>
          <a:ln w="9525">
            <a:noFill/>
          </a:ln>
          <a:effectLst>
            <a:outerShdw blurRad="63500" sx="101000" sy="101000" algn="ctr" rotWithShape="0">
              <a:srgbClr val="5B9BD5">
                <a:lumMod val="60000"/>
                <a:lumOff val="40000"/>
                <a:alpha val="30000"/>
              </a:srgbClr>
            </a:outerShdw>
          </a:effectLst>
        </p:spPr>
        <p:txBody>
          <a:bodyPr lIns="274320" tIns="0" rIns="91440" bIns="0" rtlCol="0" anchor="ctr" anchorCtr="0"/>
          <a:lstStyle/>
          <a:p>
            <a:pPr marL="0" marR="0" lvl="0" indent="0" algn="r" defTabSz="914400" rtl="1" eaLnBrk="1" fontAlgn="auto" latinLnBrk="0" hangingPunct="1">
              <a:lnSpc>
                <a:spcPct val="90000"/>
              </a:lnSpc>
              <a:spcBef>
                <a:spcPts val="100"/>
              </a:spcBef>
              <a:spcAft>
                <a:spcPts val="100"/>
              </a:spcAft>
              <a:buClrTx/>
              <a:buSzTx/>
              <a:buFontTx/>
              <a:buNone/>
              <a:tabLst/>
              <a:defRPr/>
            </a:pPr>
            <a:endParaRPr kumimoji="0" lang="en-AE" sz="1000" b="0" i="0" u="none" strike="noStrike" kern="0" cap="none" spc="0" normalizeH="0" baseline="0" noProof="0">
              <a:ln>
                <a:noFill/>
              </a:ln>
              <a:solidFill>
                <a:srgbClr val="0F4A6F">
                  <a:lumMod val="75000"/>
                </a:srgbClr>
              </a:solidFill>
              <a:effectLst/>
              <a:uLnTx/>
              <a:uFillTx/>
              <a:latin typeface="Noto Kufi Arabic" pitchFamily="2" charset="-78"/>
              <a:ea typeface="Noto Kufi Arabic" pitchFamily="2" charset="-78"/>
              <a:cs typeface="Noto Kufi Arabic" pitchFamily="2" charset="-78"/>
            </a:endParaRPr>
          </a:p>
        </p:txBody>
      </p:sp>
      <p:sp>
        <p:nvSpPr>
          <p:cNvPr id="21" name="Rounded Rectangle 50">
            <a:extLst>
              <a:ext uri="{FF2B5EF4-FFF2-40B4-BE49-F238E27FC236}">
                <a16:creationId xmlns:a16="http://schemas.microsoft.com/office/drawing/2014/main" id="{84FAEBB0-D40F-ED12-81DC-9467A53B0D9C}"/>
              </a:ext>
            </a:extLst>
          </p:cNvPr>
          <p:cNvSpPr/>
          <p:nvPr/>
        </p:nvSpPr>
        <p:spPr>
          <a:xfrm>
            <a:off x="493664" y="3799583"/>
            <a:ext cx="2309073" cy="2362836"/>
          </a:xfrm>
          <a:prstGeom prst="roundRect">
            <a:avLst>
              <a:gd name="adj" fmla="val 8307"/>
            </a:avLst>
          </a:prstGeom>
          <a:gradFill flip="none" rotWithShape="1">
            <a:gsLst>
              <a:gs pos="11000">
                <a:srgbClr val="2A70AD">
                  <a:alpha val="94733"/>
                </a:srgbClr>
              </a:gs>
              <a:gs pos="61000">
                <a:srgbClr val="005393">
                  <a:alpha val="91447"/>
                </a:srgbClr>
              </a:gs>
              <a:gs pos="99000">
                <a:srgbClr val="00437B">
                  <a:alpha val="9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AE">
              <a:solidFill>
                <a:schemeClr val="lt1"/>
              </a:solidFill>
            </a:endParaRPr>
          </a:p>
        </p:txBody>
      </p:sp>
      <p:sp>
        <p:nvSpPr>
          <p:cNvPr id="22" name="TextBox 7">
            <a:extLst>
              <a:ext uri="{FF2B5EF4-FFF2-40B4-BE49-F238E27FC236}">
                <a16:creationId xmlns:a16="http://schemas.microsoft.com/office/drawing/2014/main" id="{FC388116-C476-8DC4-C4A4-2417C13D33EE}"/>
              </a:ext>
            </a:extLst>
          </p:cNvPr>
          <p:cNvSpPr txBox="1"/>
          <p:nvPr/>
        </p:nvSpPr>
        <p:spPr>
          <a:xfrm>
            <a:off x="3215636" y="2107357"/>
            <a:ext cx="1637243" cy="461665"/>
          </a:xfrm>
          <a:prstGeom prst="rect">
            <a:avLst/>
          </a:prstGeom>
          <a:noFill/>
        </p:spPr>
        <p:txBody>
          <a:bodyPr wrap="none" lIns="91440" tIns="45720" rIns="91440" bIns="45720" rtlCol="0" anchor="t">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defRPr/>
            </a:pPr>
            <a:r>
              <a:rPr lang="en-US" sz="2400"/>
              <a:t>Our Values</a:t>
            </a:r>
            <a:endParaRPr lang="en-US"/>
          </a:p>
        </p:txBody>
      </p:sp>
      <p:cxnSp>
        <p:nvCxnSpPr>
          <p:cNvPr id="23" name="Straight Connector 22">
            <a:extLst>
              <a:ext uri="{FF2B5EF4-FFF2-40B4-BE49-F238E27FC236}">
                <a16:creationId xmlns:a16="http://schemas.microsoft.com/office/drawing/2014/main" id="{CF702EB5-38AB-672C-AA68-99E408499395}"/>
              </a:ext>
            </a:extLst>
          </p:cNvPr>
          <p:cNvCxnSpPr>
            <a:cxnSpLocks/>
          </p:cNvCxnSpPr>
          <p:nvPr/>
        </p:nvCxnSpPr>
        <p:spPr>
          <a:xfrm>
            <a:off x="3267844" y="2690827"/>
            <a:ext cx="7858647" cy="0"/>
          </a:xfrm>
          <a:prstGeom prst="line">
            <a:avLst/>
          </a:prstGeom>
          <a:noFill/>
          <a:ln w="6350" cap="flat" cmpd="sng" algn="ctr">
            <a:solidFill>
              <a:sysClr val="windowText" lastClr="000000"/>
            </a:solidFill>
            <a:prstDash val="solid"/>
            <a:miter lim="800000"/>
          </a:ln>
          <a:effectLst/>
        </p:spPr>
      </p:cxnSp>
      <p:sp>
        <p:nvSpPr>
          <p:cNvPr id="24" name="Rounded Rectangle 30">
            <a:extLst>
              <a:ext uri="{FF2B5EF4-FFF2-40B4-BE49-F238E27FC236}">
                <a16:creationId xmlns:a16="http://schemas.microsoft.com/office/drawing/2014/main" id="{9C38CCF6-C94B-DE4B-FC7D-B1C27BDF9258}"/>
              </a:ext>
            </a:extLst>
          </p:cNvPr>
          <p:cNvSpPr/>
          <p:nvPr/>
        </p:nvSpPr>
        <p:spPr>
          <a:xfrm>
            <a:off x="493664" y="1329526"/>
            <a:ext cx="2309073" cy="2362836"/>
          </a:xfrm>
          <a:prstGeom prst="roundRect">
            <a:avLst>
              <a:gd name="adj" fmla="val 8307"/>
            </a:avLst>
          </a:prstGeom>
          <a:gradFill flip="none" rotWithShape="1">
            <a:gsLst>
              <a:gs pos="11000">
                <a:srgbClr val="2A70AD">
                  <a:alpha val="94733"/>
                </a:srgbClr>
              </a:gs>
              <a:gs pos="61000">
                <a:srgbClr val="005393">
                  <a:alpha val="91447"/>
                </a:srgbClr>
              </a:gs>
              <a:gs pos="99000">
                <a:srgbClr val="00437B">
                  <a:alpha val="9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AE">
              <a:solidFill>
                <a:schemeClr val="lt1"/>
              </a:solidFill>
            </a:endParaRPr>
          </a:p>
        </p:txBody>
      </p:sp>
      <p:sp>
        <p:nvSpPr>
          <p:cNvPr id="25" name="TextBox 7">
            <a:extLst>
              <a:ext uri="{FF2B5EF4-FFF2-40B4-BE49-F238E27FC236}">
                <a16:creationId xmlns:a16="http://schemas.microsoft.com/office/drawing/2014/main" id="{F3093D50-2E41-1658-3DA2-D83542F3ABD4}"/>
              </a:ext>
            </a:extLst>
          </p:cNvPr>
          <p:cNvSpPr txBox="1"/>
          <p:nvPr/>
        </p:nvSpPr>
        <p:spPr>
          <a:xfrm>
            <a:off x="678072" y="2223680"/>
            <a:ext cx="1808147" cy="424773"/>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Noto Kufi Arabic" pitchFamily="2" charset="-78"/>
                <a:ea typeface="Noto Kufi Arabic" pitchFamily="2" charset="-78"/>
                <a:cs typeface="Noto Kufi Arabic" pitchFamily="2" charset="-78"/>
              </a:rPr>
              <a:t>Vision</a:t>
            </a:r>
          </a:p>
        </p:txBody>
      </p:sp>
      <p:sp>
        <p:nvSpPr>
          <p:cNvPr id="26" name="TextBox 7">
            <a:extLst>
              <a:ext uri="{FF2B5EF4-FFF2-40B4-BE49-F238E27FC236}">
                <a16:creationId xmlns:a16="http://schemas.microsoft.com/office/drawing/2014/main" id="{BFD2DC2B-34BD-7B8F-99E6-A283B8752A5C}"/>
              </a:ext>
            </a:extLst>
          </p:cNvPr>
          <p:cNvSpPr txBox="1"/>
          <p:nvPr/>
        </p:nvSpPr>
        <p:spPr>
          <a:xfrm>
            <a:off x="698739" y="2707105"/>
            <a:ext cx="1902101" cy="478342"/>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Towards a government of the future.</a:t>
            </a:r>
            <a:endParaRPr kumimoji="0" lang="en-AE" sz="1200" b="1" i="0" u="none" strike="noStrike" kern="1200" cap="none" spc="0" normalizeH="0" baseline="0" noProof="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27" name="Graphic 26" descr="Eye outline">
            <a:extLst>
              <a:ext uri="{FF2B5EF4-FFF2-40B4-BE49-F238E27FC236}">
                <a16:creationId xmlns:a16="http://schemas.microsoft.com/office/drawing/2014/main" id="{82A2D7DA-E4A8-4C15-A03B-FCE143E5C8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7635" y="1566023"/>
            <a:ext cx="792052" cy="752348"/>
          </a:xfrm>
          <a:prstGeom prst="rect">
            <a:avLst/>
          </a:prstGeom>
        </p:spPr>
      </p:pic>
      <p:pic>
        <p:nvPicPr>
          <p:cNvPr id="32" name="Graphic 31" descr="Diamond outline">
            <a:extLst>
              <a:ext uri="{FF2B5EF4-FFF2-40B4-BE49-F238E27FC236}">
                <a16:creationId xmlns:a16="http://schemas.microsoft.com/office/drawing/2014/main" id="{EA409F7F-2A29-3CC6-BEE9-DA49C5CE40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67844" y="1536311"/>
            <a:ext cx="618870" cy="587847"/>
          </a:xfrm>
          <a:prstGeom prst="rect">
            <a:avLst/>
          </a:prstGeom>
        </p:spPr>
      </p:pic>
      <p:sp>
        <p:nvSpPr>
          <p:cNvPr id="33" name="TextBox 7">
            <a:extLst>
              <a:ext uri="{FF2B5EF4-FFF2-40B4-BE49-F238E27FC236}">
                <a16:creationId xmlns:a16="http://schemas.microsoft.com/office/drawing/2014/main" id="{FC5D7707-7008-C496-521C-46659F6D472A}"/>
              </a:ext>
            </a:extLst>
          </p:cNvPr>
          <p:cNvSpPr txBox="1"/>
          <p:nvPr/>
        </p:nvSpPr>
        <p:spPr>
          <a:xfrm>
            <a:off x="3453058" y="3580458"/>
            <a:ext cx="2142053" cy="2123864"/>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1050" b="1">
                <a:solidFill>
                  <a:srgbClr val="2B5799"/>
                </a:solidFill>
                <a:latin typeface="Noto Kufi Arabic" pitchFamily="2" charset="-78"/>
                <a:ea typeface="Noto Kufi Arabic" pitchFamily="2" charset="-78"/>
                <a:cs typeface="Noto Kufi Arabic" pitchFamily="2" charset="-78"/>
              </a:rPr>
              <a:t>Earn It Every Day (Meritocratic)</a:t>
            </a:r>
            <a:br>
              <a:rPr lang="ar-SA" sz="1050" b="1">
                <a:solidFill>
                  <a:srgbClr val="2B5799"/>
                </a:solidFill>
                <a:latin typeface="Noto Kufi Arabic" pitchFamily="2" charset="-78"/>
                <a:ea typeface="Noto Kufi Arabic" pitchFamily="2" charset="-78"/>
                <a:cs typeface="Noto Kufi Arabic" pitchFamily="2" charset="-78"/>
              </a:rPr>
            </a:br>
            <a:endParaRPr lang="en-US" sz="1050" b="1">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We succeed through hard work, skills, and commitment, not titles or status.</a:t>
            </a:r>
          </a:p>
          <a:p>
            <a:endParaRPr lang="en-US" sz="1050">
              <a:solidFill>
                <a:prstClr val="black"/>
              </a:solidFill>
              <a:latin typeface="Noto Kufi Arabic" pitchFamily="2" charset="-78"/>
              <a:ea typeface="Noto Kufi Arabic" pitchFamily="2" charset="-78"/>
              <a:cs typeface="Noto Kufi Arabic" pitchFamily="2" charset="-78"/>
            </a:endParaRPr>
          </a:p>
          <a:p>
            <a:r>
              <a:rPr lang="en-US" sz="1050" b="1">
                <a:solidFill>
                  <a:srgbClr val="2B5799"/>
                </a:solidFill>
                <a:latin typeface="Noto Kufi Arabic" pitchFamily="2" charset="-78"/>
                <a:ea typeface="Noto Kufi Arabic" pitchFamily="2" charset="-78"/>
                <a:cs typeface="Noto Kufi Arabic" pitchFamily="2" charset="-78"/>
              </a:rPr>
              <a:t>Dream Big, Deliver Bigger (Ambitious)</a:t>
            </a:r>
            <a:r>
              <a:rPr lang="en-US" sz="1050">
                <a:solidFill>
                  <a:srgbClr val="2B5799"/>
                </a:solidFill>
                <a:latin typeface="Noto Kufi Arabic" pitchFamily="2" charset="-78"/>
                <a:ea typeface="Noto Kufi Arabic" pitchFamily="2" charset="-78"/>
                <a:cs typeface="Noto Kufi Arabic" pitchFamily="2" charset="-78"/>
              </a:rPr>
              <a:t> </a:t>
            </a:r>
            <a:br>
              <a:rPr lang="ar-SA" sz="1050">
                <a:solidFill>
                  <a:srgbClr val="2B5799"/>
                </a:solidFill>
                <a:latin typeface="Noto Kufi Arabic" pitchFamily="2" charset="-78"/>
                <a:ea typeface="Noto Kufi Arabic" pitchFamily="2" charset="-78"/>
                <a:cs typeface="Noto Kufi Arabic" pitchFamily="2" charset="-78"/>
              </a:rPr>
            </a:br>
            <a:endParaRPr lang="en-US" sz="1050">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We set high goals and exceed them, delivering products and services that impact lives.</a:t>
            </a:r>
          </a:p>
          <a:p>
            <a:endParaRPr lang="en-US" sz="1050">
              <a:solidFill>
                <a:prstClr val="white"/>
              </a:solidFill>
              <a:latin typeface="Noto Kufi Arabic" pitchFamily="2" charset="-78"/>
              <a:ea typeface="Noto Kufi Arabic" pitchFamily="2" charset="-78"/>
              <a:cs typeface="Noto Kufi Arabic" pitchFamily="2" charset="-78"/>
            </a:endParaRPr>
          </a:p>
        </p:txBody>
      </p:sp>
      <p:sp>
        <p:nvSpPr>
          <p:cNvPr id="34" name="TextBox 7">
            <a:extLst>
              <a:ext uri="{FF2B5EF4-FFF2-40B4-BE49-F238E27FC236}">
                <a16:creationId xmlns:a16="http://schemas.microsoft.com/office/drawing/2014/main" id="{5A80A08D-EDA5-68F9-1C58-BCDF3FBBB3AC}"/>
              </a:ext>
            </a:extLst>
          </p:cNvPr>
          <p:cNvSpPr txBox="1"/>
          <p:nvPr/>
        </p:nvSpPr>
        <p:spPr>
          <a:xfrm>
            <a:off x="6145077" y="3580458"/>
            <a:ext cx="1942568" cy="1684933"/>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US" sz="1050" b="1">
                <a:solidFill>
                  <a:srgbClr val="2B5799"/>
                </a:solidFill>
                <a:latin typeface="Noto Kufi Arabic" pitchFamily="2" charset="-78"/>
                <a:ea typeface="Noto Kufi Arabic" pitchFamily="2" charset="-78"/>
                <a:cs typeface="Noto Kufi Arabic" pitchFamily="2" charset="-78"/>
              </a:rPr>
              <a:t>Stronger Together</a:t>
            </a:r>
            <a:r>
              <a:rPr lang="ar-SA" sz="1050" b="1">
                <a:solidFill>
                  <a:srgbClr val="2B5799"/>
                </a:solidFill>
                <a:latin typeface="Noto Kufi Arabic" pitchFamily="2" charset="-78"/>
                <a:ea typeface="Noto Kufi Arabic" pitchFamily="2" charset="-78"/>
                <a:cs typeface="Noto Kufi Arabic" pitchFamily="2" charset="-78"/>
              </a:rPr>
              <a:t> </a:t>
            </a:r>
            <a:r>
              <a:rPr lang="en-US" sz="1050" b="1">
                <a:solidFill>
                  <a:srgbClr val="2B5799"/>
                </a:solidFill>
                <a:latin typeface="Noto Kufi Arabic" pitchFamily="2" charset="-78"/>
                <a:ea typeface="Noto Kufi Arabic" pitchFamily="2" charset="-78"/>
                <a:cs typeface="Noto Kufi Arabic" pitchFamily="2" charset="-78"/>
              </a:rPr>
              <a:t>(One)</a:t>
            </a:r>
            <a:br>
              <a:rPr lang="ar-SA" sz="1050" b="1">
                <a:solidFill>
                  <a:srgbClr val="2B5799"/>
                </a:solidFill>
                <a:latin typeface="Noto Kufi Arabic" pitchFamily="2" charset="-78"/>
                <a:ea typeface="Noto Kufi Arabic" pitchFamily="2" charset="-78"/>
                <a:cs typeface="Noto Kufi Arabic" pitchFamily="2" charset="-78"/>
              </a:rPr>
            </a:br>
            <a:endParaRPr lang="en-US" sz="1050" b="1">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Collaboration makes us greater than the sum of our parts.</a:t>
            </a:r>
          </a:p>
          <a:p>
            <a:endParaRPr lang="en-US" sz="1050">
              <a:solidFill>
                <a:prstClr val="white"/>
              </a:solidFill>
              <a:latin typeface="Noto Kufi Arabic" pitchFamily="2" charset="-78"/>
              <a:ea typeface="Noto Kufi Arabic" pitchFamily="2" charset="-78"/>
              <a:cs typeface="Noto Kufi Arabic" pitchFamily="2" charset="-78"/>
            </a:endParaRPr>
          </a:p>
          <a:p>
            <a:r>
              <a:rPr lang="en-US" sz="1050" b="1">
                <a:solidFill>
                  <a:srgbClr val="2B5799"/>
                </a:solidFill>
                <a:latin typeface="Noto Kufi Arabic" pitchFamily="2" charset="-78"/>
                <a:ea typeface="Noto Kufi Arabic" pitchFamily="2" charset="-78"/>
                <a:cs typeface="Noto Kufi Arabic" pitchFamily="2" charset="-78"/>
              </a:rPr>
              <a:t>Walk in Their Shoes (Empathy)</a:t>
            </a:r>
            <a:br>
              <a:rPr lang="ar-SA" sz="1050" b="1">
                <a:solidFill>
                  <a:srgbClr val="2B5799"/>
                </a:solidFill>
                <a:latin typeface="Noto Kufi Arabic" pitchFamily="2" charset="-78"/>
                <a:ea typeface="Noto Kufi Arabic" pitchFamily="2" charset="-78"/>
                <a:cs typeface="Noto Kufi Arabic" pitchFamily="2" charset="-78"/>
              </a:rPr>
            </a:br>
            <a:endParaRPr lang="en-US" sz="1050" b="1">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We listen, understand, and act with compassion for others.</a:t>
            </a:r>
          </a:p>
        </p:txBody>
      </p:sp>
      <p:sp>
        <p:nvSpPr>
          <p:cNvPr id="35" name="TextBox 7">
            <a:extLst>
              <a:ext uri="{FF2B5EF4-FFF2-40B4-BE49-F238E27FC236}">
                <a16:creationId xmlns:a16="http://schemas.microsoft.com/office/drawing/2014/main" id="{5EFF83EC-03FF-29D4-9AAA-E3540083AECC}"/>
              </a:ext>
            </a:extLst>
          </p:cNvPr>
          <p:cNvSpPr txBox="1"/>
          <p:nvPr/>
        </p:nvSpPr>
        <p:spPr>
          <a:xfrm>
            <a:off x="8808909" y="3464971"/>
            <a:ext cx="2076415" cy="1968114"/>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endParaRPr lang="en-US" sz="1050">
              <a:solidFill>
                <a:prstClr val="white"/>
              </a:solidFill>
              <a:latin typeface="Noto Kufi Arabic" pitchFamily="2" charset="-78"/>
              <a:ea typeface="Noto Kufi Arabic" pitchFamily="2" charset="-78"/>
              <a:cs typeface="Noto Kufi Arabic" pitchFamily="2" charset="-78"/>
            </a:endParaRPr>
          </a:p>
          <a:p>
            <a:r>
              <a:rPr lang="en-US" sz="1050" b="1">
                <a:solidFill>
                  <a:srgbClr val="2B5799"/>
                </a:solidFill>
                <a:latin typeface="Noto Kufi Arabic" pitchFamily="2" charset="-78"/>
                <a:ea typeface="Noto Kufi Arabic" pitchFamily="2" charset="-78"/>
                <a:cs typeface="Noto Kufi Arabic" pitchFamily="2" charset="-78"/>
              </a:rPr>
              <a:t>Always Evolving (X.O)</a:t>
            </a:r>
            <a:br>
              <a:rPr lang="ar-SA" sz="1050" b="1">
                <a:solidFill>
                  <a:srgbClr val="2B5799"/>
                </a:solidFill>
                <a:latin typeface="Noto Kufi Arabic" pitchFamily="2" charset="-78"/>
                <a:ea typeface="Noto Kufi Arabic" pitchFamily="2" charset="-78"/>
                <a:cs typeface="Noto Kufi Arabic" pitchFamily="2" charset="-78"/>
              </a:rPr>
            </a:br>
            <a:endParaRPr lang="en-US" sz="1050" b="1">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We embrace change, drive innovation, and design for simplicity, continuously improving everything we do.</a:t>
            </a:r>
          </a:p>
          <a:p>
            <a:endParaRPr lang="en-US" sz="1050">
              <a:solidFill>
                <a:prstClr val="white"/>
              </a:solidFill>
              <a:latin typeface="Noto Kufi Arabic" pitchFamily="2" charset="-78"/>
              <a:ea typeface="Noto Kufi Arabic" pitchFamily="2" charset="-78"/>
              <a:cs typeface="Noto Kufi Arabic" pitchFamily="2" charset="-78"/>
            </a:endParaRPr>
          </a:p>
          <a:p>
            <a:r>
              <a:rPr lang="en-US" sz="1050" b="1">
                <a:solidFill>
                  <a:srgbClr val="2B5799"/>
                </a:solidFill>
                <a:latin typeface="Noto Kufi Arabic" pitchFamily="2" charset="-78"/>
                <a:ea typeface="Noto Kufi Arabic" pitchFamily="2" charset="-78"/>
                <a:cs typeface="Noto Kufi Arabic" pitchFamily="2" charset="-78"/>
              </a:rPr>
              <a:t>Unlock Potential (Enabling)</a:t>
            </a:r>
            <a:br>
              <a:rPr lang="ar-SA" sz="1050" b="1">
                <a:solidFill>
                  <a:srgbClr val="2B5799"/>
                </a:solidFill>
                <a:latin typeface="Noto Kufi Arabic" pitchFamily="2" charset="-78"/>
                <a:ea typeface="Noto Kufi Arabic" pitchFamily="2" charset="-78"/>
                <a:cs typeface="Noto Kufi Arabic" pitchFamily="2" charset="-78"/>
              </a:rPr>
            </a:br>
            <a:endParaRPr lang="en-US" sz="1050" b="1">
              <a:solidFill>
                <a:srgbClr val="2B5799"/>
              </a:solidFill>
              <a:latin typeface="Noto Kufi Arabic" pitchFamily="2" charset="-78"/>
              <a:ea typeface="Noto Kufi Arabic" pitchFamily="2" charset="-78"/>
              <a:cs typeface="Noto Kufi Arabic" pitchFamily="2" charset="-78"/>
            </a:endParaRPr>
          </a:p>
          <a:p>
            <a:r>
              <a:rPr lang="en-US" sz="1000">
                <a:solidFill>
                  <a:prstClr val="black"/>
                </a:solidFill>
                <a:latin typeface="Noto Kufi Arabic Light" pitchFamily="2" charset="-78"/>
                <a:ea typeface="Noto Kufi Arabic Light" pitchFamily="2" charset="-78"/>
                <a:cs typeface="Noto Kufi Arabic Light" pitchFamily="2" charset="-78"/>
              </a:rPr>
              <a:t>We provide the tools and opportunities for everyone to achieve more.</a:t>
            </a:r>
          </a:p>
        </p:txBody>
      </p:sp>
      <p:sp>
        <p:nvSpPr>
          <p:cNvPr id="36" name="TextBox 7">
            <a:extLst>
              <a:ext uri="{FF2B5EF4-FFF2-40B4-BE49-F238E27FC236}">
                <a16:creationId xmlns:a16="http://schemas.microsoft.com/office/drawing/2014/main" id="{6C903AB6-430E-0800-2C03-3130B1716930}"/>
              </a:ext>
            </a:extLst>
          </p:cNvPr>
          <p:cNvSpPr txBox="1"/>
          <p:nvPr/>
        </p:nvSpPr>
        <p:spPr>
          <a:xfrm>
            <a:off x="682051" y="4631143"/>
            <a:ext cx="1318589" cy="424773"/>
          </a:xfrm>
          <a:prstGeom prst="rect">
            <a:avLst/>
          </a:prstGeom>
          <a:noFill/>
        </p:spPr>
        <p:txBody>
          <a:bodyPr wrap="non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a:solidFill>
                  <a:prstClr val="white"/>
                </a:solidFill>
                <a:latin typeface="Noto Kufi Arabic" pitchFamily="2" charset="-78"/>
                <a:ea typeface="Noto Kufi Arabic" pitchFamily="2" charset="-78"/>
                <a:cs typeface="Noto Kufi Arabic" pitchFamily="2" charset="-78"/>
              </a:rPr>
              <a:t>Mission</a:t>
            </a:r>
            <a:endParaRPr lang="en-AE" sz="2400" b="1">
              <a:solidFill>
                <a:prstClr val="white"/>
              </a:solidFill>
              <a:latin typeface="Noto Kufi Arabic" pitchFamily="2" charset="-78"/>
              <a:ea typeface="Noto Kufi Arabic" pitchFamily="2" charset="-78"/>
              <a:cs typeface="Noto Kufi Arabic" pitchFamily="2" charset="-78"/>
            </a:endParaRPr>
          </a:p>
        </p:txBody>
      </p:sp>
      <p:sp>
        <p:nvSpPr>
          <p:cNvPr id="37" name="TextBox 7">
            <a:extLst>
              <a:ext uri="{FF2B5EF4-FFF2-40B4-BE49-F238E27FC236}">
                <a16:creationId xmlns:a16="http://schemas.microsoft.com/office/drawing/2014/main" id="{11AE3CA8-CB44-4412-FE86-32B00DCC9434}"/>
              </a:ext>
            </a:extLst>
          </p:cNvPr>
          <p:cNvSpPr txBox="1"/>
          <p:nvPr/>
        </p:nvSpPr>
        <p:spPr>
          <a:xfrm>
            <a:off x="682050" y="5109527"/>
            <a:ext cx="2120687" cy="819339"/>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nSpc>
                <a:spcPct val="120000"/>
              </a:lnSpc>
            </a:pPr>
            <a:r>
              <a:rPr lang="en-US" sz="1100">
                <a:solidFill>
                  <a:prstClr val="white"/>
                </a:solidFill>
                <a:latin typeface="Noto Sans" panose="020B0502040504020204" pitchFamily="34" charset="0"/>
                <a:ea typeface="Noto Sans" panose="020B0502040504020204" pitchFamily="34" charset="0"/>
                <a:cs typeface="Noto Sans" panose="020B0502040504020204" pitchFamily="34" charset="0"/>
              </a:rPr>
              <a:t>To enable exceptional experiences though innovative services and solutions.</a:t>
            </a:r>
          </a:p>
        </p:txBody>
      </p:sp>
      <p:pic>
        <p:nvPicPr>
          <p:cNvPr id="38" name="Graphic 37" descr="Bullseye outline">
            <a:extLst>
              <a:ext uri="{FF2B5EF4-FFF2-40B4-BE49-F238E27FC236}">
                <a16:creationId xmlns:a16="http://schemas.microsoft.com/office/drawing/2014/main" id="{5879EE0C-5ADD-43BD-7A61-02657E0693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3516" y="3992069"/>
            <a:ext cx="637280" cy="605334"/>
          </a:xfrm>
          <a:prstGeom prst="rect">
            <a:avLst/>
          </a:prstGeom>
        </p:spPr>
      </p:pic>
      <p:sp>
        <p:nvSpPr>
          <p:cNvPr id="39" name="TextBox 38">
            <a:extLst>
              <a:ext uri="{FF2B5EF4-FFF2-40B4-BE49-F238E27FC236}">
                <a16:creationId xmlns:a16="http://schemas.microsoft.com/office/drawing/2014/main" id="{B500544A-813A-870D-D6A4-9BF896869482}"/>
              </a:ext>
            </a:extLst>
          </p:cNvPr>
          <p:cNvSpPr txBox="1"/>
          <p:nvPr/>
        </p:nvSpPr>
        <p:spPr>
          <a:xfrm>
            <a:off x="6128988" y="3143963"/>
            <a:ext cx="1068597" cy="283182"/>
          </a:xfrm>
          <a:prstGeom prst="rect">
            <a:avLst/>
          </a:prstGeom>
          <a:noFill/>
        </p:spPr>
        <p:txBody>
          <a:bodyPr wrap="none" rtlCol="0">
            <a:spAutoFit/>
          </a:bodyPr>
          <a:lstStyle/>
          <a:p>
            <a:pPr algn="r" rtl="1"/>
            <a:r>
              <a:rPr lang="en-US" sz="1400" b="1">
                <a:solidFill>
                  <a:srgbClr val="2B5799"/>
                </a:solidFill>
                <a:latin typeface="Noto Kufi Arabic" pitchFamily="2" charset="-78"/>
                <a:ea typeface="Noto Kufi Arabic" pitchFamily="2" charset="-78"/>
                <a:cs typeface="Noto Kufi Arabic" pitchFamily="2" charset="-78"/>
              </a:rPr>
              <a:t>EMPOWER</a:t>
            </a:r>
          </a:p>
        </p:txBody>
      </p:sp>
      <p:sp>
        <p:nvSpPr>
          <p:cNvPr id="40" name="TextBox 39">
            <a:extLst>
              <a:ext uri="{FF2B5EF4-FFF2-40B4-BE49-F238E27FC236}">
                <a16:creationId xmlns:a16="http://schemas.microsoft.com/office/drawing/2014/main" id="{298D3447-BA39-1869-3DDD-984DF1B318E5}"/>
              </a:ext>
            </a:extLst>
          </p:cNvPr>
          <p:cNvSpPr txBox="1"/>
          <p:nvPr/>
        </p:nvSpPr>
        <p:spPr>
          <a:xfrm>
            <a:off x="3453058" y="3143964"/>
            <a:ext cx="874504" cy="283182"/>
          </a:xfrm>
          <a:prstGeom prst="rect">
            <a:avLst/>
          </a:prstGeom>
          <a:noFill/>
        </p:spPr>
        <p:txBody>
          <a:bodyPr wrap="none" rtlCol="0">
            <a:spAutoFit/>
          </a:bodyPr>
          <a:lstStyle/>
          <a:p>
            <a:pPr rtl="1"/>
            <a:r>
              <a:rPr lang="en-US" sz="1400" b="1">
                <a:solidFill>
                  <a:srgbClr val="2B5799"/>
                </a:solidFill>
                <a:latin typeface="Noto Kufi Arabic" pitchFamily="2" charset="-78"/>
                <a:ea typeface="Noto Kufi Arabic" pitchFamily="2" charset="-78"/>
                <a:cs typeface="Noto Kufi Arabic" pitchFamily="2" charset="-78"/>
              </a:rPr>
              <a:t>INSPIRE</a:t>
            </a:r>
          </a:p>
        </p:txBody>
      </p:sp>
      <p:sp>
        <p:nvSpPr>
          <p:cNvPr id="41" name="TextBox 40">
            <a:extLst>
              <a:ext uri="{FF2B5EF4-FFF2-40B4-BE49-F238E27FC236}">
                <a16:creationId xmlns:a16="http://schemas.microsoft.com/office/drawing/2014/main" id="{0BD124E5-5C9D-8D1B-DBBC-5A1DB6E18B62}"/>
              </a:ext>
            </a:extLst>
          </p:cNvPr>
          <p:cNvSpPr txBox="1"/>
          <p:nvPr/>
        </p:nvSpPr>
        <p:spPr>
          <a:xfrm>
            <a:off x="8808908" y="3143963"/>
            <a:ext cx="837239" cy="283182"/>
          </a:xfrm>
          <a:prstGeom prst="rect">
            <a:avLst/>
          </a:prstGeom>
          <a:noFill/>
        </p:spPr>
        <p:txBody>
          <a:bodyPr wrap="none" rtlCol="0">
            <a:spAutoFit/>
          </a:bodyPr>
          <a:lstStyle/>
          <a:p>
            <a:pPr rtl="1"/>
            <a:r>
              <a:rPr lang="en-US" sz="1400" b="1">
                <a:solidFill>
                  <a:srgbClr val="2B5799"/>
                </a:solidFill>
                <a:latin typeface="Noto Kufi Arabic" pitchFamily="2" charset="-78"/>
                <a:ea typeface="Noto Kufi Arabic" pitchFamily="2" charset="-78"/>
                <a:cs typeface="Noto Kufi Arabic" pitchFamily="2" charset="-78"/>
              </a:rPr>
              <a:t>EVOLVE</a:t>
            </a:r>
          </a:p>
        </p:txBody>
      </p:sp>
    </p:spTree>
    <p:extLst>
      <p:ext uri="{BB962C8B-B14F-4D97-AF65-F5344CB8AC3E}">
        <p14:creationId xmlns:p14="http://schemas.microsoft.com/office/powerpoint/2010/main" val="3120576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B1A72727-AE35-EC37-1286-5F85E1008DC1}"/>
              </a:ext>
            </a:extLst>
          </p:cNvPr>
          <p:cNvSpPr txBox="1"/>
          <p:nvPr/>
        </p:nvSpPr>
        <p:spPr>
          <a:xfrm>
            <a:off x="414899" y="6267351"/>
            <a:ext cx="1008609" cy="230832"/>
          </a:xfrm>
          <a:prstGeom prst="rect">
            <a:avLst/>
          </a:prstGeom>
          <a:noFill/>
        </p:spPr>
        <p:txBody>
          <a:bodyPr wrap="none" rtlCol="0">
            <a:spAutoFit/>
          </a:body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PPT Title / Topic</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4" name="Picture 3">
            <a:extLst>
              <a:ext uri="{FF2B5EF4-FFF2-40B4-BE49-F238E27FC236}">
                <a16:creationId xmlns:a16="http://schemas.microsoft.com/office/drawing/2014/main" id="{345D87B1-281E-0461-A4EA-4EF5B05DC45A}"/>
              </a:ext>
            </a:extLst>
          </p:cNvPr>
          <p:cNvPicPr>
            <a:picLocks noChangeAspect="1"/>
          </p:cNvPicPr>
          <p:nvPr/>
        </p:nvPicPr>
        <p:blipFill>
          <a:blip r:embed="rId2"/>
          <a:stretch>
            <a:fillRect/>
          </a:stretch>
        </p:blipFill>
        <p:spPr>
          <a:xfrm>
            <a:off x="3060" y="6679961"/>
            <a:ext cx="12188940" cy="178040"/>
          </a:xfrm>
          <a:prstGeom prst="rect">
            <a:avLst/>
          </a:prstGeom>
        </p:spPr>
      </p:pic>
      <p:sp>
        <p:nvSpPr>
          <p:cNvPr id="8" name="TextBox 7">
            <a:extLst>
              <a:ext uri="{FF2B5EF4-FFF2-40B4-BE49-F238E27FC236}">
                <a16:creationId xmlns:a16="http://schemas.microsoft.com/office/drawing/2014/main" id="{57F043DC-0A2D-3CD7-4C41-17A7B2E37CD3}"/>
              </a:ext>
            </a:extLst>
          </p:cNvPr>
          <p:cNvSpPr txBox="1"/>
          <p:nvPr/>
        </p:nvSpPr>
        <p:spPr>
          <a:xfrm>
            <a:off x="414899" y="954580"/>
            <a:ext cx="1039067" cy="276999"/>
          </a:xfrm>
          <a:prstGeom prst="rect">
            <a:avLst/>
          </a:prstGeom>
          <a:noFill/>
        </p:spPr>
        <p:txBody>
          <a:bodyPr wrap="none" rtlCol="0">
            <a:spAutoFit/>
          </a:bodyPr>
          <a:lstStyle/>
          <a:p>
            <a:r>
              <a:rPr lang="en-US" sz="1200">
                <a:latin typeface="Noto Sans Medium" panose="020B0502040504020204" pitchFamily="34" charset="0"/>
                <a:ea typeface="Noto Sans Medium" panose="020B0502040504020204" pitchFamily="34" charset="0"/>
                <a:cs typeface="Noto Sans Medium" panose="020B0502040504020204" pitchFamily="34" charset="0"/>
              </a:rPr>
              <a:t>Subline title</a:t>
            </a:r>
            <a:endParaRPr lang="en-AE" sz="1200">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2" name="TextBox 21">
            <a:extLst>
              <a:ext uri="{FF2B5EF4-FFF2-40B4-BE49-F238E27FC236}">
                <a16:creationId xmlns:a16="http://schemas.microsoft.com/office/drawing/2014/main" id="{0CACB782-8D9B-AF40-BF59-8280277D3266}"/>
              </a:ext>
            </a:extLst>
          </p:cNvPr>
          <p:cNvSpPr txBox="1"/>
          <p:nvPr/>
        </p:nvSpPr>
        <p:spPr>
          <a:xfrm>
            <a:off x="418968" y="1954390"/>
            <a:ext cx="5917481" cy="2970044"/>
          </a:xfrm>
          <a:prstGeom prst="rect">
            <a:avLst/>
          </a:prstGeom>
          <a:noFill/>
        </p:spPr>
        <p:txBody>
          <a:bodyPr wrap="square">
            <a:spAutoFit/>
          </a:bodyPr>
          <a:lstStyle/>
          <a:p>
            <a:r>
              <a:rPr lang="en-AE" sz="1100">
                <a:latin typeface="Noto Sans Light" panose="020B0502040504020204" pitchFamily="34" charset="0"/>
                <a:ea typeface="Noto Sans Light" panose="020B0502040504020204" pitchFamily="34" charset="0"/>
                <a:cs typeface="Noto Sans Light" panose="020B0502040504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a:p>
            <a:endParaRPr lang="en-AE" sz="1100">
              <a:latin typeface="Noto Sans Light" panose="020B0502040504020204" pitchFamily="34" charset="0"/>
              <a:ea typeface="Noto Sans Light" panose="020B0502040504020204" pitchFamily="34" charset="0"/>
              <a:cs typeface="Noto Sans Light" panose="020B0502040504020204" pitchFamily="34" charset="0"/>
            </a:endParaRPr>
          </a:p>
          <a:p>
            <a:pPr marL="171450" indent="-171450">
              <a:buFont typeface="Arial" panose="020B0604020202020204" pitchFamily="34" charset="0"/>
              <a:buChar char="•"/>
            </a:pPr>
            <a:r>
              <a:rPr lang="en-AE" sz="1100">
                <a:latin typeface="Noto Sans Light" panose="020B0502040504020204" pitchFamily="34" charset="0"/>
                <a:ea typeface="Noto Sans Light" panose="020B0502040504020204" pitchFamily="34" charset="0"/>
                <a:cs typeface="Noto Sans Light" panose="020B0502040504020204" pitchFamily="34" charset="0"/>
              </a:rPr>
              <a:t>Duis autem vel eum iriure dolor in hendrerit in vulputate velit esse molestie consequat, vel illum dolore eu feugiat nulla facilisis at vero.</a:t>
            </a:r>
          </a:p>
          <a:p>
            <a:pPr marL="171450" indent="-171450">
              <a:buFont typeface="Arial" panose="020B0604020202020204" pitchFamily="34" charset="0"/>
              <a:buChar char="•"/>
            </a:pPr>
            <a:endParaRPr lang="en-AE" sz="1100">
              <a:latin typeface="Noto Sans Light" panose="020B0502040504020204" pitchFamily="34" charset="0"/>
              <a:ea typeface="Noto Sans Light" panose="020B0502040504020204" pitchFamily="34" charset="0"/>
              <a:cs typeface="Noto Sans Light" panose="020B0502040504020204" pitchFamily="34" charset="0"/>
            </a:endParaRPr>
          </a:p>
          <a:p>
            <a:pPr marL="171450" indent="-171450">
              <a:buFont typeface="Arial" panose="020B0604020202020204" pitchFamily="34" charset="0"/>
              <a:buChar char="•"/>
            </a:pPr>
            <a:r>
              <a:rPr lang="en-AE" sz="1100">
                <a:latin typeface="Noto Sans Light" panose="020B0502040504020204" pitchFamily="34" charset="0"/>
                <a:ea typeface="Noto Sans Light" panose="020B0502040504020204" pitchFamily="34" charset="0"/>
                <a:cs typeface="Noto Sans Light" panose="020B0502040504020204" pitchFamily="34" charset="0"/>
              </a:rPr>
              <a:t>Duis autem vel eum iriure dolor in hendrerit in vulputate velit esse molestie consequat, vel illum dolore eu feugiat nulla facilisis at vero.</a:t>
            </a:r>
          </a:p>
          <a:p>
            <a:pPr marL="171450" indent="-171450">
              <a:buFont typeface="Arial" panose="020B0604020202020204" pitchFamily="34" charset="0"/>
              <a:buChar char="•"/>
            </a:pPr>
            <a:endParaRPr lang="en-AE" sz="1100">
              <a:latin typeface="Noto Sans Light" panose="020B0502040504020204" pitchFamily="34" charset="0"/>
              <a:ea typeface="Noto Sans Light" panose="020B0502040504020204" pitchFamily="34" charset="0"/>
              <a:cs typeface="Noto Sans Light" panose="020B0502040504020204" pitchFamily="34" charset="0"/>
            </a:endParaRPr>
          </a:p>
          <a:p>
            <a:pPr marL="171450" indent="-171450">
              <a:buFont typeface="Arial" panose="020B0604020202020204" pitchFamily="34" charset="0"/>
              <a:buChar char="•"/>
            </a:pPr>
            <a:r>
              <a:rPr lang="en-AE" sz="1100">
                <a:latin typeface="Noto Sans Light" panose="020B0502040504020204" pitchFamily="34" charset="0"/>
                <a:ea typeface="Noto Sans Light" panose="020B0502040504020204" pitchFamily="34" charset="0"/>
                <a:cs typeface="Noto Sans Light" panose="020B0502040504020204" pitchFamily="34" charset="0"/>
              </a:rPr>
              <a:t>Duis autem vel eum iriure dolor in hendrerit in vulputate velit esse molestie consequat, vel illum dolore eu feugiat nulla facilisis at vero.</a:t>
            </a:r>
          </a:p>
          <a:p>
            <a:pPr marL="171450" indent="-171450">
              <a:buFont typeface="Arial" panose="020B0604020202020204" pitchFamily="34" charset="0"/>
              <a:buChar char="•"/>
            </a:pPr>
            <a:endParaRPr lang="en-AE" sz="1100">
              <a:latin typeface="Noto Sans Light" panose="020B0502040504020204" pitchFamily="34" charset="0"/>
              <a:ea typeface="Noto Sans Light" panose="020B0502040504020204" pitchFamily="34" charset="0"/>
              <a:cs typeface="Noto Sans Light" panose="020B0502040504020204" pitchFamily="34" charset="0"/>
            </a:endParaRPr>
          </a:p>
          <a:p>
            <a:pPr marL="171450" indent="-171450">
              <a:buFont typeface="Arial" panose="020B0604020202020204" pitchFamily="34" charset="0"/>
              <a:buChar char="•"/>
            </a:pPr>
            <a:r>
              <a:rPr lang="en-AE" sz="1100">
                <a:latin typeface="Noto Sans Light" panose="020B0502040504020204" pitchFamily="34" charset="0"/>
                <a:ea typeface="Noto Sans Light" panose="020B0502040504020204" pitchFamily="34" charset="0"/>
                <a:cs typeface="Noto Sans Light" panose="020B0502040504020204" pitchFamily="34" charset="0"/>
              </a:rPr>
              <a:t>Duis autem vel eum iriure dolor in hendrerit in vulputate velit esse molestie consequat, vel illum dolore eu feugiat nulla facilisis at vero.</a:t>
            </a:r>
          </a:p>
        </p:txBody>
      </p:sp>
      <p:pic>
        <p:nvPicPr>
          <p:cNvPr id="2" name="Picture 1">
            <a:extLst>
              <a:ext uri="{FF2B5EF4-FFF2-40B4-BE49-F238E27FC236}">
                <a16:creationId xmlns:a16="http://schemas.microsoft.com/office/drawing/2014/main" id="{B8C653D0-087D-C6B4-1089-93F8E30C3676}"/>
              </a:ext>
            </a:extLst>
          </p:cNvPr>
          <p:cNvPicPr>
            <a:picLocks noChangeAspect="1"/>
          </p:cNvPicPr>
          <p:nvPr/>
        </p:nvPicPr>
        <p:blipFill>
          <a:blip r:embed="rId3"/>
          <a:srcRect/>
          <a:stretch/>
        </p:blipFill>
        <p:spPr>
          <a:xfrm>
            <a:off x="9694624" y="389537"/>
            <a:ext cx="2077465" cy="486127"/>
          </a:xfrm>
          <a:prstGeom prst="rect">
            <a:avLst/>
          </a:prstGeom>
        </p:spPr>
      </p:pic>
      <p:sp>
        <p:nvSpPr>
          <p:cNvPr id="3" name="TextBox 2">
            <a:extLst>
              <a:ext uri="{FF2B5EF4-FFF2-40B4-BE49-F238E27FC236}">
                <a16:creationId xmlns:a16="http://schemas.microsoft.com/office/drawing/2014/main" id="{F7D56C6C-DF6F-2CD6-13BE-B666196ADFDB}"/>
              </a:ext>
            </a:extLst>
          </p:cNvPr>
          <p:cNvSpPr txBox="1"/>
          <p:nvPr/>
        </p:nvSpPr>
        <p:spPr>
          <a:xfrm>
            <a:off x="414898" y="387020"/>
            <a:ext cx="8762657" cy="553998"/>
          </a:xfrm>
          <a:prstGeom prst="rect">
            <a:avLst/>
          </a:prstGeom>
          <a:noFill/>
        </p:spPr>
        <p:txBody>
          <a:bodyPr wrap="square" rtlCol="0">
            <a:noAutofit/>
          </a:bodyPr>
          <a:lstStyle/>
          <a:p>
            <a:r>
              <a:rPr lang="en-US" sz="3000" b="1" dirty="0">
                <a:latin typeface="Noto Sans SemiBold" panose="020B0502040504020204" pitchFamily="34" charset="0"/>
              </a:rPr>
              <a:t>Headline</a:t>
            </a:r>
            <a:endParaRPr lang="en-AE" sz="3000" b="1" dirty="0">
              <a:latin typeface="Noto Sans SemiBold" panose="020B0502040504020204" pitchFamily="34" charset="0"/>
            </a:endParaRPr>
          </a:p>
        </p:txBody>
      </p:sp>
    </p:spTree>
    <p:extLst>
      <p:ext uri="{BB962C8B-B14F-4D97-AF65-F5344CB8AC3E}">
        <p14:creationId xmlns:p14="http://schemas.microsoft.com/office/powerpoint/2010/main" val="25856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B9FE-62ED-B42A-D439-E5346D655612}"/>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D90C80A-2B95-CCF4-889F-ECA0AA18BFD5}"/>
              </a:ext>
            </a:extLst>
          </p:cNvPr>
          <p:cNvSpPr txBox="1"/>
          <p:nvPr/>
        </p:nvSpPr>
        <p:spPr>
          <a:xfrm>
            <a:off x="414899" y="4379699"/>
            <a:ext cx="2661306" cy="1015663"/>
          </a:xfrm>
          <a:prstGeom prst="rect">
            <a:avLst/>
          </a:prstGeom>
          <a:noFill/>
        </p:spPr>
        <p:txBody>
          <a:bodyPr wrap="none" rtlCol="0">
            <a:spAutoFit/>
          </a:bodyPr>
          <a:lstStyle/>
          <a:p>
            <a:r>
              <a:rPr lang="en-US" sz="3000">
                <a:solidFill>
                  <a:srgbClr val="063360"/>
                </a:solidFill>
                <a:latin typeface="Noto Sans SemiBold" panose="020B0502040504020204" pitchFamily="34" charset="0"/>
                <a:ea typeface="Noto Sans SemiBold" panose="020B0502040504020204" pitchFamily="34" charset="0"/>
                <a:cs typeface="Noto Sans SemiBold" panose="020B0502040504020204" pitchFamily="34" charset="0"/>
              </a:rPr>
              <a:t>04</a:t>
            </a:r>
          </a:p>
          <a:p>
            <a:r>
              <a:rPr lang="en-US" sz="3000">
                <a:solidFill>
                  <a:srgbClr val="063360"/>
                </a:solidFill>
                <a:latin typeface="Noto Sans SemiBold" panose="020B0502040504020204" pitchFamily="34" charset="0"/>
                <a:ea typeface="Noto Sans SemiBold" panose="020B0502040504020204" pitchFamily="34" charset="0"/>
                <a:cs typeface="Noto Sans SemiBold" panose="020B0502040504020204" pitchFamily="34" charset="0"/>
              </a:rPr>
              <a:t>Section number</a:t>
            </a:r>
            <a:endParaRPr lang="en-AE" sz="3000">
              <a:solidFill>
                <a:srgbClr val="063360"/>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pic>
        <p:nvPicPr>
          <p:cNvPr id="4" name="Picture 3">
            <a:extLst>
              <a:ext uri="{FF2B5EF4-FFF2-40B4-BE49-F238E27FC236}">
                <a16:creationId xmlns:a16="http://schemas.microsoft.com/office/drawing/2014/main" id="{06BC3ED2-1DE4-51A4-4A0D-48CD398DBF5E}"/>
              </a:ext>
            </a:extLst>
          </p:cNvPr>
          <p:cNvPicPr>
            <a:picLocks noChangeAspect="1"/>
          </p:cNvPicPr>
          <p:nvPr/>
        </p:nvPicPr>
        <p:blipFill>
          <a:blip r:embed="rId2"/>
          <a:stretch>
            <a:fillRect/>
          </a:stretch>
        </p:blipFill>
        <p:spPr>
          <a:xfrm>
            <a:off x="0" y="7955"/>
            <a:ext cx="12188940" cy="4053848"/>
          </a:xfrm>
          <a:prstGeom prst="rect">
            <a:avLst/>
          </a:prstGeom>
        </p:spPr>
      </p:pic>
      <p:sp>
        <p:nvSpPr>
          <p:cNvPr id="7" name="Rectangle 6">
            <a:extLst>
              <a:ext uri="{FF2B5EF4-FFF2-40B4-BE49-F238E27FC236}">
                <a16:creationId xmlns:a16="http://schemas.microsoft.com/office/drawing/2014/main" id="{7C6C0BE5-AF49-D5AA-95F6-7397F9859052}"/>
              </a:ext>
            </a:extLst>
          </p:cNvPr>
          <p:cNvSpPr/>
          <p:nvPr/>
        </p:nvSpPr>
        <p:spPr>
          <a:xfrm>
            <a:off x="8467724" y="1434804"/>
            <a:ext cx="3724275" cy="1200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8" name="Picture 7">
            <a:extLst>
              <a:ext uri="{FF2B5EF4-FFF2-40B4-BE49-F238E27FC236}">
                <a16:creationId xmlns:a16="http://schemas.microsoft.com/office/drawing/2014/main" id="{4B06C816-A813-877C-7975-1EACEF004E69}"/>
              </a:ext>
            </a:extLst>
          </p:cNvPr>
          <p:cNvPicPr>
            <a:picLocks noChangeAspect="1"/>
          </p:cNvPicPr>
          <p:nvPr/>
        </p:nvPicPr>
        <p:blipFill>
          <a:blip r:embed="rId3"/>
          <a:srcRect/>
          <a:stretch/>
        </p:blipFill>
        <p:spPr>
          <a:xfrm>
            <a:off x="8967100" y="1711347"/>
            <a:ext cx="2765230" cy="647064"/>
          </a:xfrm>
          <a:prstGeom prst="rect">
            <a:avLst/>
          </a:prstGeom>
        </p:spPr>
      </p:pic>
    </p:spTree>
    <p:extLst>
      <p:ext uri="{BB962C8B-B14F-4D97-AF65-F5344CB8AC3E}">
        <p14:creationId xmlns:p14="http://schemas.microsoft.com/office/powerpoint/2010/main" val="1552797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336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485E65-776E-C5A4-9B08-426279208EF5}"/>
              </a:ext>
            </a:extLst>
          </p:cNvPr>
          <p:cNvSpPr txBox="1"/>
          <p:nvPr/>
        </p:nvSpPr>
        <p:spPr>
          <a:xfrm>
            <a:off x="414899" y="387020"/>
            <a:ext cx="294022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Business Model</a:t>
            </a:r>
            <a:endParaRPr kumimoji="0" lang="en-AE" sz="32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endParaRPr>
          </a:p>
        </p:txBody>
      </p:sp>
      <p:sp>
        <p:nvSpPr>
          <p:cNvPr id="7" name="TextBox 6">
            <a:extLst>
              <a:ext uri="{FF2B5EF4-FFF2-40B4-BE49-F238E27FC236}">
                <a16:creationId xmlns:a16="http://schemas.microsoft.com/office/drawing/2014/main" id="{8E8676F2-668D-5211-7EFC-8DD024DAC0AE}"/>
              </a:ext>
            </a:extLst>
          </p:cNvPr>
          <p:cNvSpPr txBox="1"/>
          <p:nvPr/>
        </p:nvSpPr>
        <p:spPr>
          <a:xfrm>
            <a:off x="414899" y="954580"/>
            <a:ext cx="83708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iro ExtraLight" pitchFamily="2" charset="-78"/>
                <a:ea typeface="+mn-ea"/>
                <a:cs typeface="Cairo ExtraLight" pitchFamily="2" charset="-78"/>
              </a:rPr>
              <a:t>Timeline</a:t>
            </a:r>
            <a:endParaRPr kumimoji="0" lang="en-AE" sz="1400" b="0" i="0" u="none" strike="noStrike" kern="1200" cap="none" spc="0" normalizeH="0" baseline="0" noProof="0">
              <a:ln>
                <a:noFill/>
              </a:ln>
              <a:solidFill>
                <a:prstClr val="white"/>
              </a:solidFill>
              <a:effectLst/>
              <a:uLnTx/>
              <a:uFillTx/>
              <a:latin typeface="Cairo ExtraLight" pitchFamily="2" charset="-78"/>
              <a:ea typeface="+mn-ea"/>
              <a:cs typeface="Cairo ExtraLight" pitchFamily="2" charset="-78"/>
            </a:endParaRPr>
          </a:p>
        </p:txBody>
      </p:sp>
      <p:cxnSp>
        <p:nvCxnSpPr>
          <p:cNvPr id="2" name="Straight Connector 1">
            <a:extLst>
              <a:ext uri="{FF2B5EF4-FFF2-40B4-BE49-F238E27FC236}">
                <a16:creationId xmlns:a16="http://schemas.microsoft.com/office/drawing/2014/main" id="{C66C618B-6B28-3F0A-25F6-929EE477D156}"/>
              </a:ext>
            </a:extLst>
          </p:cNvPr>
          <p:cNvCxnSpPr>
            <a:cxnSpLocks/>
          </p:cNvCxnSpPr>
          <p:nvPr/>
        </p:nvCxnSpPr>
        <p:spPr>
          <a:xfrm>
            <a:off x="0" y="1850410"/>
            <a:ext cx="12192000"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sp>
        <p:nvSpPr>
          <p:cNvPr id="4" name="Oval 3">
            <a:extLst>
              <a:ext uri="{FF2B5EF4-FFF2-40B4-BE49-F238E27FC236}">
                <a16:creationId xmlns:a16="http://schemas.microsoft.com/office/drawing/2014/main" id="{8AD62692-5704-9AEC-CB18-4D3230368AEB}"/>
              </a:ext>
            </a:extLst>
          </p:cNvPr>
          <p:cNvSpPr/>
          <p:nvPr/>
        </p:nvSpPr>
        <p:spPr>
          <a:xfrm>
            <a:off x="489195"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80CC24AF-93A2-A22F-0111-D8C020E51E25}"/>
              </a:ext>
            </a:extLst>
          </p:cNvPr>
          <p:cNvSpPr/>
          <p:nvPr/>
        </p:nvSpPr>
        <p:spPr>
          <a:xfrm>
            <a:off x="3428645" y="1757734"/>
            <a:ext cx="185351" cy="185351"/>
          </a:xfrm>
          <a:prstGeom prst="ellipse">
            <a:avLst/>
          </a:prstGeom>
          <a:solidFill>
            <a:srgbClr val="7DA1C4"/>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42ABB4D6-9E45-A29A-D775-CEEB76D23ACD}"/>
              </a:ext>
            </a:extLst>
          </p:cNvPr>
          <p:cNvSpPr/>
          <p:nvPr/>
        </p:nvSpPr>
        <p:spPr>
          <a:xfrm>
            <a:off x="6368095"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Oval 20">
            <a:extLst>
              <a:ext uri="{FF2B5EF4-FFF2-40B4-BE49-F238E27FC236}">
                <a16:creationId xmlns:a16="http://schemas.microsoft.com/office/drawing/2014/main" id="{0413EB2E-B77B-0B08-AF11-8704016E4C8E}"/>
              </a:ext>
            </a:extLst>
          </p:cNvPr>
          <p:cNvSpPr/>
          <p:nvPr/>
        </p:nvSpPr>
        <p:spPr>
          <a:xfrm>
            <a:off x="9307544" y="1757734"/>
            <a:ext cx="185351" cy="185351"/>
          </a:xfrm>
          <a:prstGeom prst="ellipse">
            <a:avLst/>
          </a:prstGeom>
          <a:solidFill>
            <a:srgbClr val="063360"/>
          </a:solid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7" name="Group 26">
            <a:extLst>
              <a:ext uri="{FF2B5EF4-FFF2-40B4-BE49-F238E27FC236}">
                <a16:creationId xmlns:a16="http://schemas.microsoft.com/office/drawing/2014/main" id="{C7603482-29D8-0930-4F59-CB615EFD6E4D}"/>
              </a:ext>
            </a:extLst>
          </p:cNvPr>
          <p:cNvGrpSpPr/>
          <p:nvPr/>
        </p:nvGrpSpPr>
        <p:grpSpPr>
          <a:xfrm>
            <a:off x="485775" y="2335086"/>
            <a:ext cx="2352675" cy="3447589"/>
            <a:chOff x="485775" y="2335086"/>
            <a:chExt cx="2352675" cy="3447589"/>
          </a:xfrm>
        </p:grpSpPr>
        <p:sp>
          <p:nvSpPr>
            <p:cNvPr id="11" name="TextBox 7">
              <a:extLst>
                <a:ext uri="{FF2B5EF4-FFF2-40B4-BE49-F238E27FC236}">
                  <a16:creationId xmlns:a16="http://schemas.microsoft.com/office/drawing/2014/main" id="{76B07E97-543C-F51D-F398-CEE40087B980}"/>
                </a:ext>
              </a:extLst>
            </p:cNvPr>
            <p:cNvSpPr txBox="1"/>
            <p:nvPr/>
          </p:nvSpPr>
          <p:spPr>
            <a:xfrm>
              <a:off x="587763" y="3632242"/>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rPr>
                <a:t>XX</a:t>
              </a:r>
              <a:endParaRPr kumimoji="0" lang="en-AE"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endParaRPr>
            </a:p>
          </p:txBody>
        </p:sp>
        <p:sp>
          <p:nvSpPr>
            <p:cNvPr id="22" name="Rounded Rectangle 21">
              <a:extLst>
                <a:ext uri="{FF2B5EF4-FFF2-40B4-BE49-F238E27FC236}">
                  <a16:creationId xmlns:a16="http://schemas.microsoft.com/office/drawing/2014/main" id="{BAC9E311-85C3-8A99-E835-AC41760EF669}"/>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2B4E9FB5-6F2D-9461-5C78-2E4375D93F7F}"/>
                </a:ext>
              </a:extLst>
            </p:cNvPr>
            <p:cNvSpPr txBox="1"/>
            <p:nvPr/>
          </p:nvSpPr>
          <p:spPr>
            <a:xfrm>
              <a:off x="581870" y="3145662"/>
              <a:ext cx="19463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User Acquisition</a:t>
              </a:r>
              <a:endParaRPr kumimoji="0" lang="en-AE"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endParaRPr>
            </a:p>
          </p:txBody>
        </p:sp>
        <p:cxnSp>
          <p:nvCxnSpPr>
            <p:cNvPr id="24" name="Straight Connector 23">
              <a:extLst>
                <a:ext uri="{FF2B5EF4-FFF2-40B4-BE49-F238E27FC236}">
                  <a16:creationId xmlns:a16="http://schemas.microsoft.com/office/drawing/2014/main" id="{CA408714-8628-6358-06DE-EACE0D2090D8}"/>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sp>
          <p:nvSpPr>
            <p:cNvPr id="26" name="TextBox 25">
              <a:extLst>
                <a:ext uri="{FF2B5EF4-FFF2-40B4-BE49-F238E27FC236}">
                  <a16:creationId xmlns:a16="http://schemas.microsoft.com/office/drawing/2014/main" id="{3C0B076F-F753-BD3F-AF64-95A0B6DE93A8}"/>
                </a:ext>
              </a:extLst>
            </p:cNvPr>
            <p:cNvSpPr txBox="1"/>
            <p:nvPr/>
          </p:nvSpPr>
          <p:spPr>
            <a:xfrm>
              <a:off x="581870" y="2525840"/>
              <a:ext cx="553357" cy="307777"/>
            </a:xfrm>
            <a:prstGeom prst="rect">
              <a:avLst/>
            </a:prstGeom>
            <a:noFill/>
          </p:spPr>
          <p:txBody>
            <a:bodyPr wrap="none" rtlCol="0">
              <a:spAutoFit/>
            </a:bodyPr>
            <a:lstStyle/>
            <a:p>
              <a:pPr lvl="0">
                <a:defRPr/>
              </a:pPr>
              <a:r>
                <a:rPr lang="en-US" sz="1400" b="1" dirty="0">
                  <a:solidFill>
                    <a:prstClr val="white"/>
                  </a:solidFill>
                  <a:latin typeface="Cairo SemiBold" pitchFamily="2" charset="-78"/>
                  <a:cs typeface="Cairo SemiBold" pitchFamily="2" charset="-78"/>
                </a:rPr>
                <a:t>TBD</a:t>
              </a:r>
              <a:endParaRPr lang="en-AE" sz="1400" b="1" dirty="0">
                <a:solidFill>
                  <a:prstClr val="white"/>
                </a:solidFill>
                <a:latin typeface="Cairo SemiBold" pitchFamily="2" charset="-78"/>
                <a:cs typeface="Cairo SemiBold" pitchFamily="2" charset="-78"/>
              </a:endParaRPr>
            </a:p>
          </p:txBody>
        </p:sp>
      </p:grpSp>
      <p:grpSp>
        <p:nvGrpSpPr>
          <p:cNvPr id="28" name="Group 27">
            <a:extLst>
              <a:ext uri="{FF2B5EF4-FFF2-40B4-BE49-F238E27FC236}">
                <a16:creationId xmlns:a16="http://schemas.microsoft.com/office/drawing/2014/main" id="{1C293053-0697-896E-5587-2FCE572B54BE}"/>
              </a:ext>
            </a:extLst>
          </p:cNvPr>
          <p:cNvGrpSpPr/>
          <p:nvPr/>
        </p:nvGrpSpPr>
        <p:grpSpPr>
          <a:xfrm>
            <a:off x="3352800" y="2335086"/>
            <a:ext cx="2352675" cy="3447589"/>
            <a:chOff x="485775" y="2335086"/>
            <a:chExt cx="2352675" cy="3447589"/>
          </a:xfrm>
        </p:grpSpPr>
        <p:sp>
          <p:nvSpPr>
            <p:cNvPr id="30" name="Rounded Rectangle 29">
              <a:extLst>
                <a:ext uri="{FF2B5EF4-FFF2-40B4-BE49-F238E27FC236}">
                  <a16:creationId xmlns:a16="http://schemas.microsoft.com/office/drawing/2014/main" id="{83BFF555-265A-2CC0-9637-C44FC76DF74E}"/>
                </a:ext>
              </a:extLst>
            </p:cNvPr>
            <p:cNvSpPr/>
            <p:nvPr/>
          </p:nvSpPr>
          <p:spPr>
            <a:xfrm>
              <a:off x="485775" y="2335086"/>
              <a:ext cx="2352675" cy="3447589"/>
            </a:xfrm>
            <a:prstGeom prst="roundRect">
              <a:avLst>
                <a:gd name="adj" fmla="val 4926"/>
              </a:avLst>
            </a:prstGeom>
            <a:solidFill>
              <a:srgbClr val="215A9E"/>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TextBox 7">
              <a:extLst>
                <a:ext uri="{FF2B5EF4-FFF2-40B4-BE49-F238E27FC236}">
                  <a16:creationId xmlns:a16="http://schemas.microsoft.com/office/drawing/2014/main" id="{EF5F1AC1-AFF2-B648-79AD-8D6F2DB91FEE}"/>
                </a:ext>
              </a:extLst>
            </p:cNvPr>
            <p:cNvSpPr txBox="1"/>
            <p:nvPr/>
          </p:nvSpPr>
          <p:spPr>
            <a:xfrm>
              <a:off x="587763" y="3632242"/>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rPr>
                <a:t>XX</a:t>
              </a:r>
              <a:endParaRPr kumimoji="0" lang="en-AE"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endParaRPr>
            </a:p>
          </p:txBody>
        </p:sp>
        <p:sp>
          <p:nvSpPr>
            <p:cNvPr id="31" name="TextBox 30">
              <a:extLst>
                <a:ext uri="{FF2B5EF4-FFF2-40B4-BE49-F238E27FC236}">
                  <a16:creationId xmlns:a16="http://schemas.microsoft.com/office/drawing/2014/main" id="{7586CA79-0972-C304-C7A6-5D0E39EDC2BF}"/>
                </a:ext>
              </a:extLst>
            </p:cNvPr>
            <p:cNvSpPr txBox="1"/>
            <p:nvPr/>
          </p:nvSpPr>
          <p:spPr>
            <a:xfrm>
              <a:off x="581870" y="3145662"/>
              <a:ext cx="20072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Revenue Growth</a:t>
              </a:r>
              <a:endParaRPr kumimoji="0" lang="en-AE"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endParaRPr>
            </a:p>
          </p:txBody>
        </p:sp>
        <p:cxnSp>
          <p:nvCxnSpPr>
            <p:cNvPr id="32" name="Straight Connector 31">
              <a:extLst>
                <a:ext uri="{FF2B5EF4-FFF2-40B4-BE49-F238E27FC236}">
                  <a16:creationId xmlns:a16="http://schemas.microsoft.com/office/drawing/2014/main" id="{0705ED0F-B1EE-BD1A-2C86-0EF56D44F3FD}"/>
                </a:ext>
              </a:extLst>
            </p:cNvPr>
            <p:cNvCxnSpPr>
              <a:cxnSpLocks/>
            </p:cNvCxnSpPr>
            <p:nvPr/>
          </p:nvCxnSpPr>
          <p:spPr>
            <a:xfrm>
              <a:off x="674546" y="2898160"/>
              <a:ext cx="1963879" cy="0"/>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sp>
          <p:nvSpPr>
            <p:cNvPr id="33" name="TextBox 32">
              <a:extLst>
                <a:ext uri="{FF2B5EF4-FFF2-40B4-BE49-F238E27FC236}">
                  <a16:creationId xmlns:a16="http://schemas.microsoft.com/office/drawing/2014/main" id="{73DD352C-599B-1673-5517-C8038F2203D7}"/>
                </a:ext>
              </a:extLst>
            </p:cNvPr>
            <p:cNvSpPr txBox="1"/>
            <p:nvPr/>
          </p:nvSpPr>
          <p:spPr>
            <a:xfrm>
              <a:off x="581870" y="2525840"/>
              <a:ext cx="553357" cy="307777"/>
            </a:xfrm>
            <a:prstGeom prst="rect">
              <a:avLst/>
            </a:prstGeom>
            <a:noFill/>
          </p:spPr>
          <p:txBody>
            <a:bodyPr wrap="none" rtlCol="0">
              <a:spAutoFit/>
            </a:bodyPr>
            <a:lstStyle/>
            <a:p>
              <a:pPr lvl="0">
                <a:defRPr/>
              </a:pPr>
              <a:r>
                <a:rPr lang="en-US" sz="1400" b="1" dirty="0">
                  <a:solidFill>
                    <a:prstClr val="white"/>
                  </a:solidFill>
                  <a:latin typeface="Cairo SemiBold" pitchFamily="2" charset="-78"/>
                  <a:cs typeface="Cairo SemiBold" pitchFamily="2" charset="-78"/>
                </a:rPr>
                <a:t>TBD</a:t>
              </a:r>
              <a:endParaRPr lang="en-AE" sz="1400" b="1" dirty="0">
                <a:solidFill>
                  <a:prstClr val="white"/>
                </a:solidFill>
                <a:latin typeface="Cairo SemiBold" pitchFamily="2" charset="-78"/>
                <a:cs typeface="Cairo SemiBold" pitchFamily="2" charset="-78"/>
              </a:endParaRPr>
            </a:p>
          </p:txBody>
        </p:sp>
      </p:grpSp>
      <p:grpSp>
        <p:nvGrpSpPr>
          <p:cNvPr id="34" name="Group 33">
            <a:extLst>
              <a:ext uri="{FF2B5EF4-FFF2-40B4-BE49-F238E27FC236}">
                <a16:creationId xmlns:a16="http://schemas.microsoft.com/office/drawing/2014/main" id="{571C2197-9E14-9002-7D63-BB4494EA258C}"/>
              </a:ext>
            </a:extLst>
          </p:cNvPr>
          <p:cNvGrpSpPr/>
          <p:nvPr/>
        </p:nvGrpSpPr>
        <p:grpSpPr>
          <a:xfrm>
            <a:off x="6362700" y="2335086"/>
            <a:ext cx="2352675" cy="3447589"/>
            <a:chOff x="485775" y="2335086"/>
            <a:chExt cx="2352675" cy="3447589"/>
          </a:xfrm>
        </p:grpSpPr>
        <p:sp>
          <p:nvSpPr>
            <p:cNvPr id="35" name="TextBox 7">
              <a:extLst>
                <a:ext uri="{FF2B5EF4-FFF2-40B4-BE49-F238E27FC236}">
                  <a16:creationId xmlns:a16="http://schemas.microsoft.com/office/drawing/2014/main" id="{27715559-3A43-EBA5-EC5D-FC6DC3864A26}"/>
                </a:ext>
              </a:extLst>
            </p:cNvPr>
            <p:cNvSpPr txBox="1"/>
            <p:nvPr/>
          </p:nvSpPr>
          <p:spPr>
            <a:xfrm>
              <a:off x="587763" y="3971284"/>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rPr>
                <a:t>XX</a:t>
              </a:r>
              <a:endParaRPr kumimoji="0" lang="en-AE"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endParaRPr>
            </a:p>
          </p:txBody>
        </p:sp>
        <p:sp>
          <p:nvSpPr>
            <p:cNvPr id="36" name="Rounded Rectangle 35">
              <a:extLst>
                <a:ext uri="{FF2B5EF4-FFF2-40B4-BE49-F238E27FC236}">
                  <a16:creationId xmlns:a16="http://schemas.microsoft.com/office/drawing/2014/main" id="{AA6AB9A9-F0F6-4796-3B56-BAC7AB22C9AA}"/>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2188407B-3C96-D731-ADC5-03B7E7839506}"/>
                </a:ext>
              </a:extLst>
            </p:cNvPr>
            <p:cNvSpPr txBox="1"/>
            <p:nvPr/>
          </p:nvSpPr>
          <p:spPr>
            <a:xfrm>
              <a:off x="581870" y="3145662"/>
              <a:ext cx="19367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User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and Retention</a:t>
              </a:r>
              <a:endParaRPr kumimoji="0" lang="en-AE"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endParaRPr>
            </a:p>
          </p:txBody>
        </p:sp>
        <p:cxnSp>
          <p:nvCxnSpPr>
            <p:cNvPr id="38" name="Straight Connector 37">
              <a:extLst>
                <a:ext uri="{FF2B5EF4-FFF2-40B4-BE49-F238E27FC236}">
                  <a16:creationId xmlns:a16="http://schemas.microsoft.com/office/drawing/2014/main" id="{902FF1BE-3D08-FCD8-706C-BB43F1A0765E}"/>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sp>
          <p:nvSpPr>
            <p:cNvPr id="39" name="TextBox 38">
              <a:extLst>
                <a:ext uri="{FF2B5EF4-FFF2-40B4-BE49-F238E27FC236}">
                  <a16:creationId xmlns:a16="http://schemas.microsoft.com/office/drawing/2014/main" id="{F9236063-464C-6728-F86E-8B708AB13C20}"/>
                </a:ext>
              </a:extLst>
            </p:cNvPr>
            <p:cNvSpPr txBox="1"/>
            <p:nvPr/>
          </p:nvSpPr>
          <p:spPr>
            <a:xfrm>
              <a:off x="581870" y="2525840"/>
              <a:ext cx="5533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iro SemiBold" pitchFamily="2" charset="-78"/>
                  <a:ea typeface="+mn-ea"/>
                  <a:cs typeface="Cairo SemiBold" pitchFamily="2" charset="-78"/>
                </a:rPr>
                <a:t>TBD</a:t>
              </a:r>
              <a:endParaRPr kumimoji="0" lang="en-AE" sz="1400" b="1" i="0" u="none" strike="noStrike" kern="1200" cap="none" spc="0" normalizeH="0" baseline="0" noProof="0" dirty="0">
                <a:ln>
                  <a:noFill/>
                </a:ln>
                <a:solidFill>
                  <a:prstClr val="white"/>
                </a:solidFill>
                <a:effectLst/>
                <a:uLnTx/>
                <a:uFillTx/>
                <a:latin typeface="Cairo SemiBold" pitchFamily="2" charset="-78"/>
                <a:ea typeface="+mn-ea"/>
                <a:cs typeface="Cairo SemiBold" pitchFamily="2" charset="-78"/>
              </a:endParaRPr>
            </a:p>
          </p:txBody>
        </p:sp>
      </p:grpSp>
      <p:grpSp>
        <p:nvGrpSpPr>
          <p:cNvPr id="40" name="Group 39">
            <a:extLst>
              <a:ext uri="{FF2B5EF4-FFF2-40B4-BE49-F238E27FC236}">
                <a16:creationId xmlns:a16="http://schemas.microsoft.com/office/drawing/2014/main" id="{B2845106-888E-1E5A-3EFF-3962E572D4A0}"/>
              </a:ext>
            </a:extLst>
          </p:cNvPr>
          <p:cNvGrpSpPr/>
          <p:nvPr/>
        </p:nvGrpSpPr>
        <p:grpSpPr>
          <a:xfrm>
            <a:off x="9305925" y="2335086"/>
            <a:ext cx="2352675" cy="3447589"/>
            <a:chOff x="485775" y="2335086"/>
            <a:chExt cx="2352675" cy="3447589"/>
          </a:xfrm>
        </p:grpSpPr>
        <p:sp>
          <p:nvSpPr>
            <p:cNvPr id="41" name="TextBox 7">
              <a:extLst>
                <a:ext uri="{FF2B5EF4-FFF2-40B4-BE49-F238E27FC236}">
                  <a16:creationId xmlns:a16="http://schemas.microsoft.com/office/drawing/2014/main" id="{46A743D4-0D9F-1A0B-15EA-5FFEF3D5805F}"/>
                </a:ext>
              </a:extLst>
            </p:cNvPr>
            <p:cNvSpPr txBox="1"/>
            <p:nvPr/>
          </p:nvSpPr>
          <p:spPr>
            <a:xfrm>
              <a:off x="587763" y="3959840"/>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rPr>
                <a:t>XX</a:t>
              </a:r>
              <a:endParaRPr kumimoji="0" lang="en-AE" sz="1100" b="0" i="0" u="none" strike="noStrike" kern="1200" cap="none" spc="0" normalizeH="0" baseline="0" noProof="0" dirty="0">
                <a:ln>
                  <a:noFill/>
                </a:ln>
                <a:solidFill>
                  <a:prstClr val="white"/>
                </a:solidFill>
                <a:effectLst/>
                <a:uLnTx/>
                <a:uFillTx/>
                <a:latin typeface="Cairo ExtraLight" pitchFamily="2" charset="-78"/>
                <a:ea typeface="+mn-ea"/>
                <a:cs typeface="Cairo ExtraLight" pitchFamily="2" charset="-78"/>
              </a:endParaRPr>
            </a:p>
          </p:txBody>
        </p:sp>
        <p:sp>
          <p:nvSpPr>
            <p:cNvPr id="42" name="Rounded Rectangle 41">
              <a:extLst>
                <a:ext uri="{FF2B5EF4-FFF2-40B4-BE49-F238E27FC236}">
                  <a16:creationId xmlns:a16="http://schemas.microsoft.com/office/drawing/2014/main" id="{388E5E93-C47F-C536-A741-C8E7D4C7DB3D}"/>
                </a:ext>
              </a:extLst>
            </p:cNvPr>
            <p:cNvSpPr/>
            <p:nvPr/>
          </p:nvSpPr>
          <p:spPr>
            <a:xfrm>
              <a:off x="485775" y="2335086"/>
              <a:ext cx="2352675" cy="3447589"/>
            </a:xfrm>
            <a:prstGeom prst="roundRect">
              <a:avLst>
                <a:gd name="adj" fmla="val 4926"/>
              </a:avLst>
            </a:prstGeom>
            <a:noFill/>
            <a:ln>
              <a:solidFill>
                <a:srgbClr val="215A9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TextBox 42">
              <a:extLst>
                <a:ext uri="{FF2B5EF4-FFF2-40B4-BE49-F238E27FC236}">
                  <a16:creationId xmlns:a16="http://schemas.microsoft.com/office/drawing/2014/main" id="{D2EB1550-7F3D-1992-2C82-178F6F647624}"/>
                </a:ext>
              </a:extLst>
            </p:cNvPr>
            <p:cNvSpPr txBox="1"/>
            <p:nvPr/>
          </p:nvSpPr>
          <p:spPr>
            <a:xfrm>
              <a:off x="581870" y="3145662"/>
              <a:ext cx="176522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Expansion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rPr>
                <a:t>Innovation</a:t>
              </a:r>
              <a:endParaRPr kumimoji="0" lang="en-AE" sz="2000" b="1" i="0" u="none" strike="noStrike" kern="1200" cap="none" spc="0" normalizeH="0" baseline="0" noProof="0">
                <a:ln>
                  <a:noFill/>
                </a:ln>
                <a:solidFill>
                  <a:prstClr val="white"/>
                </a:solidFill>
                <a:effectLst/>
                <a:uLnTx/>
                <a:uFillTx/>
                <a:latin typeface="Cairo SemiBold" pitchFamily="2" charset="-78"/>
                <a:ea typeface="+mn-ea"/>
                <a:cs typeface="Cairo SemiBold" pitchFamily="2" charset="-78"/>
              </a:endParaRPr>
            </a:p>
          </p:txBody>
        </p:sp>
        <p:cxnSp>
          <p:nvCxnSpPr>
            <p:cNvPr id="44" name="Straight Connector 43">
              <a:extLst>
                <a:ext uri="{FF2B5EF4-FFF2-40B4-BE49-F238E27FC236}">
                  <a16:creationId xmlns:a16="http://schemas.microsoft.com/office/drawing/2014/main" id="{A303C5B8-A1EE-43A5-E145-B27CC5081122}"/>
                </a:ext>
              </a:extLst>
            </p:cNvPr>
            <p:cNvCxnSpPr>
              <a:cxnSpLocks/>
            </p:cNvCxnSpPr>
            <p:nvPr/>
          </p:nvCxnSpPr>
          <p:spPr>
            <a:xfrm>
              <a:off x="674546" y="2898160"/>
              <a:ext cx="1963879" cy="0"/>
            </a:xfrm>
            <a:prstGeom prst="line">
              <a:avLst/>
            </a:prstGeom>
            <a:ln>
              <a:solidFill>
                <a:srgbClr val="215A9E"/>
              </a:solidFill>
            </a:ln>
          </p:spPr>
          <p:style>
            <a:lnRef idx="1">
              <a:schemeClr val="accent6"/>
            </a:lnRef>
            <a:fillRef idx="0">
              <a:schemeClr val="accent6"/>
            </a:fillRef>
            <a:effectRef idx="0">
              <a:schemeClr val="accent6"/>
            </a:effectRef>
            <a:fontRef idx="minor">
              <a:schemeClr val="tx1"/>
            </a:fontRef>
          </p:style>
        </p:cxnSp>
        <p:sp>
          <p:nvSpPr>
            <p:cNvPr id="45" name="TextBox 44">
              <a:extLst>
                <a:ext uri="{FF2B5EF4-FFF2-40B4-BE49-F238E27FC236}">
                  <a16:creationId xmlns:a16="http://schemas.microsoft.com/office/drawing/2014/main" id="{EBFAFAD9-4599-D1F2-BFDD-6A279891B305}"/>
                </a:ext>
              </a:extLst>
            </p:cNvPr>
            <p:cNvSpPr txBox="1"/>
            <p:nvPr/>
          </p:nvSpPr>
          <p:spPr>
            <a:xfrm>
              <a:off x="581870" y="2525840"/>
              <a:ext cx="553357" cy="307777"/>
            </a:xfrm>
            <a:prstGeom prst="rect">
              <a:avLst/>
            </a:prstGeom>
            <a:noFill/>
          </p:spPr>
          <p:txBody>
            <a:bodyPr wrap="none" rtlCol="0">
              <a:spAutoFit/>
            </a:bodyPr>
            <a:lstStyle/>
            <a:p>
              <a:pPr lvl="0">
                <a:defRPr/>
              </a:pPr>
              <a:r>
                <a:rPr lang="en-US" sz="1400" b="1" dirty="0">
                  <a:solidFill>
                    <a:prstClr val="white"/>
                  </a:solidFill>
                  <a:latin typeface="Cairo SemiBold" pitchFamily="2" charset="-78"/>
                  <a:cs typeface="Cairo SemiBold" pitchFamily="2" charset="-78"/>
                </a:rPr>
                <a:t>TBD</a:t>
              </a:r>
              <a:endParaRPr lang="en-AE" sz="1400" b="1" dirty="0">
                <a:solidFill>
                  <a:prstClr val="white"/>
                </a:solidFill>
                <a:latin typeface="Cairo SemiBold" pitchFamily="2" charset="-78"/>
                <a:cs typeface="Cairo SemiBold" pitchFamily="2" charset="-78"/>
              </a:endParaRPr>
            </a:p>
          </p:txBody>
        </p:sp>
      </p:grpSp>
      <p:pic>
        <p:nvPicPr>
          <p:cNvPr id="12" name="Picture 11">
            <a:extLst>
              <a:ext uri="{FF2B5EF4-FFF2-40B4-BE49-F238E27FC236}">
                <a16:creationId xmlns:a16="http://schemas.microsoft.com/office/drawing/2014/main" id="{C5EC6FA0-CADA-4CBC-9B2C-A915B19353D8}"/>
              </a:ext>
            </a:extLst>
          </p:cNvPr>
          <p:cNvPicPr>
            <a:picLocks noChangeAspect="1"/>
          </p:cNvPicPr>
          <p:nvPr/>
        </p:nvPicPr>
        <p:blipFill>
          <a:blip r:embed="rId2"/>
          <a:stretch>
            <a:fillRect/>
          </a:stretch>
        </p:blipFill>
        <p:spPr>
          <a:xfrm>
            <a:off x="9665445" y="91736"/>
            <a:ext cx="2304376" cy="1296211"/>
          </a:xfrm>
          <a:prstGeom prst="rect">
            <a:avLst/>
          </a:prstGeom>
        </p:spPr>
      </p:pic>
    </p:spTree>
    <p:extLst>
      <p:ext uri="{BB962C8B-B14F-4D97-AF65-F5344CB8AC3E}">
        <p14:creationId xmlns:p14="http://schemas.microsoft.com/office/powerpoint/2010/main" val="3431246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485E65-776E-C5A4-9B08-426279208EF5}"/>
              </a:ext>
            </a:extLst>
          </p:cNvPr>
          <p:cNvSpPr txBox="1"/>
          <p:nvPr/>
        </p:nvSpPr>
        <p:spPr>
          <a:xfrm>
            <a:off x="414899" y="387020"/>
            <a:ext cx="3097323" cy="55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Business Model</a:t>
            </a:r>
            <a:endParaRPr kumimoji="0" lang="en-AE" sz="3000" b="1"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7" name="TextBox 6">
            <a:extLst>
              <a:ext uri="{FF2B5EF4-FFF2-40B4-BE49-F238E27FC236}">
                <a16:creationId xmlns:a16="http://schemas.microsoft.com/office/drawing/2014/main" id="{8E8676F2-668D-5211-7EFC-8DD024DAC0AE}"/>
              </a:ext>
            </a:extLst>
          </p:cNvPr>
          <p:cNvSpPr txBox="1"/>
          <p:nvPr/>
        </p:nvSpPr>
        <p:spPr>
          <a:xfrm>
            <a:off x="414899" y="954580"/>
            <a:ext cx="81464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rPr>
              <a:t>Timeline</a:t>
            </a:r>
            <a:endParaRPr kumimoji="0" lang="en-AE" sz="1200" b="0" i="0" u="none" strike="noStrike" kern="1200" cap="none" spc="0" normalizeH="0" baseline="0" noProof="0">
              <a:ln>
                <a:noFill/>
              </a:ln>
              <a:solidFill>
                <a:prstClr val="black"/>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0" name="TextBox 19">
            <a:extLst>
              <a:ext uri="{FF2B5EF4-FFF2-40B4-BE49-F238E27FC236}">
                <a16:creationId xmlns:a16="http://schemas.microsoft.com/office/drawing/2014/main" id="{B1A72727-AE35-EC37-1286-5F85E1008DC1}"/>
              </a:ext>
            </a:extLst>
          </p:cNvPr>
          <p:cNvSpPr txBox="1"/>
          <p:nvPr/>
        </p:nvSpPr>
        <p:spPr>
          <a:xfrm>
            <a:off x="414899" y="6267351"/>
            <a:ext cx="165622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63360"/>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rPr>
              <a:t>Technical proposal for DGE</a:t>
            </a:r>
            <a:endParaRPr kumimoji="0" lang="en-AE" sz="900" b="0" i="0" u="none" strike="noStrike" kern="1200" cap="none" spc="0" normalizeH="0" baseline="0" noProof="0">
              <a:ln>
                <a:noFill/>
              </a:ln>
              <a:solidFill>
                <a:srgbClr val="063360"/>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cxnSp>
        <p:nvCxnSpPr>
          <p:cNvPr id="2" name="Straight Connector 1">
            <a:extLst>
              <a:ext uri="{FF2B5EF4-FFF2-40B4-BE49-F238E27FC236}">
                <a16:creationId xmlns:a16="http://schemas.microsoft.com/office/drawing/2014/main" id="{C66C618B-6B28-3F0A-25F6-929EE477D156}"/>
              </a:ext>
            </a:extLst>
          </p:cNvPr>
          <p:cNvCxnSpPr>
            <a:cxnSpLocks/>
          </p:cNvCxnSpPr>
          <p:nvPr/>
        </p:nvCxnSpPr>
        <p:spPr>
          <a:xfrm>
            <a:off x="0" y="1850410"/>
            <a:ext cx="12192000"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4" name="Oval 3">
            <a:extLst>
              <a:ext uri="{FF2B5EF4-FFF2-40B4-BE49-F238E27FC236}">
                <a16:creationId xmlns:a16="http://schemas.microsoft.com/office/drawing/2014/main" id="{8AD62692-5704-9AEC-CB18-4D3230368AEB}"/>
              </a:ext>
            </a:extLst>
          </p:cNvPr>
          <p:cNvSpPr/>
          <p:nvPr/>
        </p:nvSpPr>
        <p:spPr>
          <a:xfrm>
            <a:off x="489195"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80CC24AF-93A2-A22F-0111-D8C020E51E25}"/>
              </a:ext>
            </a:extLst>
          </p:cNvPr>
          <p:cNvSpPr/>
          <p:nvPr/>
        </p:nvSpPr>
        <p:spPr>
          <a:xfrm>
            <a:off x="3428645" y="1757734"/>
            <a:ext cx="185351" cy="185351"/>
          </a:xfrm>
          <a:prstGeom prst="ellipse">
            <a:avLst/>
          </a:prstGeom>
          <a:solidFill>
            <a:srgbClr val="215A9E"/>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42ABB4D6-9E45-A29A-D775-CEEB76D23ACD}"/>
              </a:ext>
            </a:extLst>
          </p:cNvPr>
          <p:cNvSpPr/>
          <p:nvPr/>
        </p:nvSpPr>
        <p:spPr>
          <a:xfrm>
            <a:off x="6368095"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Oval 20">
            <a:extLst>
              <a:ext uri="{FF2B5EF4-FFF2-40B4-BE49-F238E27FC236}">
                <a16:creationId xmlns:a16="http://schemas.microsoft.com/office/drawing/2014/main" id="{0413EB2E-B77B-0B08-AF11-8704016E4C8E}"/>
              </a:ext>
            </a:extLst>
          </p:cNvPr>
          <p:cNvSpPr/>
          <p:nvPr/>
        </p:nvSpPr>
        <p:spPr>
          <a:xfrm>
            <a:off x="9307544" y="1757734"/>
            <a:ext cx="185351" cy="185351"/>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7" name="Group 26">
            <a:extLst>
              <a:ext uri="{FF2B5EF4-FFF2-40B4-BE49-F238E27FC236}">
                <a16:creationId xmlns:a16="http://schemas.microsoft.com/office/drawing/2014/main" id="{C7603482-29D8-0930-4F59-CB615EFD6E4D}"/>
              </a:ext>
            </a:extLst>
          </p:cNvPr>
          <p:cNvGrpSpPr/>
          <p:nvPr/>
        </p:nvGrpSpPr>
        <p:grpSpPr>
          <a:xfrm>
            <a:off x="485775" y="2335086"/>
            <a:ext cx="2352675" cy="3447589"/>
            <a:chOff x="485775" y="2335086"/>
            <a:chExt cx="2352675" cy="3447589"/>
          </a:xfrm>
        </p:grpSpPr>
        <p:sp>
          <p:nvSpPr>
            <p:cNvPr id="11" name="TextBox 7">
              <a:extLst>
                <a:ext uri="{FF2B5EF4-FFF2-40B4-BE49-F238E27FC236}">
                  <a16:creationId xmlns:a16="http://schemas.microsoft.com/office/drawing/2014/main" id="{76B07E97-543C-F51D-F398-CEE40087B980}"/>
                </a:ext>
              </a:extLst>
            </p:cNvPr>
            <p:cNvSpPr txBox="1"/>
            <p:nvPr/>
          </p:nvSpPr>
          <p:spPr>
            <a:xfrm>
              <a:off x="587763" y="3632242"/>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XX</a:t>
              </a: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22" name="Rounded Rectangle 21">
              <a:extLst>
                <a:ext uri="{FF2B5EF4-FFF2-40B4-BE49-F238E27FC236}">
                  <a16:creationId xmlns:a16="http://schemas.microsoft.com/office/drawing/2014/main" id="{BAC9E311-85C3-8A99-E835-AC41760EF669}"/>
                </a:ext>
              </a:extLst>
            </p:cNvPr>
            <p:cNvSpPr/>
            <p:nvPr/>
          </p:nvSpPr>
          <p:spPr>
            <a:xfrm>
              <a:off x="485775"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3" name="TextBox 22">
              <a:extLst>
                <a:ext uri="{FF2B5EF4-FFF2-40B4-BE49-F238E27FC236}">
                  <a16:creationId xmlns:a16="http://schemas.microsoft.com/office/drawing/2014/main" id="{2B4E9FB5-6F2D-9461-5C78-2E4375D93F7F}"/>
                </a:ext>
              </a:extLst>
            </p:cNvPr>
            <p:cNvSpPr txBox="1"/>
            <p:nvPr/>
          </p:nvSpPr>
          <p:spPr>
            <a:xfrm>
              <a:off x="581870" y="3145662"/>
              <a:ext cx="222689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User Acquisition</a:t>
              </a:r>
              <a:endParaRPr kumimoji="0" lang="en-AE"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cxnSp>
          <p:nvCxnSpPr>
            <p:cNvPr id="24" name="Straight Connector 23">
              <a:extLst>
                <a:ext uri="{FF2B5EF4-FFF2-40B4-BE49-F238E27FC236}">
                  <a16:creationId xmlns:a16="http://schemas.microsoft.com/office/drawing/2014/main" id="{CA408714-8628-6358-06DE-EACE0D2090D8}"/>
                </a:ext>
              </a:extLst>
            </p:cNvPr>
            <p:cNvCxnSpPr>
              <a:cxnSpLocks/>
            </p:cNvCxnSpPr>
            <p:nvPr/>
          </p:nvCxnSpPr>
          <p:spPr>
            <a:xfrm>
              <a:off x="674546"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26" name="TextBox 25">
              <a:extLst>
                <a:ext uri="{FF2B5EF4-FFF2-40B4-BE49-F238E27FC236}">
                  <a16:creationId xmlns:a16="http://schemas.microsoft.com/office/drawing/2014/main" id="{3C0B076F-F753-BD3F-AF64-95A0B6DE93A8}"/>
                </a:ext>
              </a:extLst>
            </p:cNvPr>
            <p:cNvSpPr txBox="1"/>
            <p:nvPr/>
          </p:nvSpPr>
          <p:spPr>
            <a:xfrm>
              <a:off x="581870" y="2525840"/>
              <a:ext cx="8835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Q1 2024</a:t>
              </a:r>
              <a:endParaRPr kumimoji="0" lang="en-AE"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grpSp>
      <p:grpSp>
        <p:nvGrpSpPr>
          <p:cNvPr id="28" name="Group 27">
            <a:extLst>
              <a:ext uri="{FF2B5EF4-FFF2-40B4-BE49-F238E27FC236}">
                <a16:creationId xmlns:a16="http://schemas.microsoft.com/office/drawing/2014/main" id="{1C293053-0697-896E-5587-2FCE572B54BE}"/>
              </a:ext>
            </a:extLst>
          </p:cNvPr>
          <p:cNvGrpSpPr/>
          <p:nvPr/>
        </p:nvGrpSpPr>
        <p:grpSpPr>
          <a:xfrm>
            <a:off x="3352800" y="2335086"/>
            <a:ext cx="2353444" cy="3447589"/>
            <a:chOff x="485775" y="2335086"/>
            <a:chExt cx="2353444" cy="3447589"/>
          </a:xfrm>
        </p:grpSpPr>
        <p:sp>
          <p:nvSpPr>
            <p:cNvPr id="30" name="Rounded Rectangle 29">
              <a:extLst>
                <a:ext uri="{FF2B5EF4-FFF2-40B4-BE49-F238E27FC236}">
                  <a16:creationId xmlns:a16="http://schemas.microsoft.com/office/drawing/2014/main" id="{83BFF555-265A-2CC0-9637-C44FC76DF74E}"/>
                </a:ext>
              </a:extLst>
            </p:cNvPr>
            <p:cNvSpPr/>
            <p:nvPr/>
          </p:nvSpPr>
          <p:spPr>
            <a:xfrm>
              <a:off x="485775" y="2335086"/>
              <a:ext cx="2352675" cy="3447589"/>
            </a:xfrm>
            <a:prstGeom prst="roundRect">
              <a:avLst>
                <a:gd name="adj" fmla="val 4926"/>
              </a:avLst>
            </a:prstGeom>
            <a:solidFill>
              <a:schemeClr val="bg1"/>
            </a:solidFill>
            <a:ln>
              <a:solidFill>
                <a:srgbClr val="7DA1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29" name="TextBox 7">
              <a:extLst>
                <a:ext uri="{FF2B5EF4-FFF2-40B4-BE49-F238E27FC236}">
                  <a16:creationId xmlns:a16="http://schemas.microsoft.com/office/drawing/2014/main" id="{EF5F1AC1-AFF2-B648-79AD-8D6F2DB91FEE}"/>
                </a:ext>
              </a:extLst>
            </p:cNvPr>
            <p:cNvSpPr txBox="1"/>
            <p:nvPr/>
          </p:nvSpPr>
          <p:spPr>
            <a:xfrm>
              <a:off x="587763" y="3632242"/>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XX</a:t>
              </a: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31" name="TextBox 30">
              <a:extLst>
                <a:ext uri="{FF2B5EF4-FFF2-40B4-BE49-F238E27FC236}">
                  <a16:creationId xmlns:a16="http://schemas.microsoft.com/office/drawing/2014/main" id="{7586CA79-0972-C304-C7A6-5D0E39EDC2BF}"/>
                </a:ext>
              </a:extLst>
            </p:cNvPr>
            <p:cNvSpPr txBox="1"/>
            <p:nvPr/>
          </p:nvSpPr>
          <p:spPr>
            <a:xfrm>
              <a:off x="581870" y="3145662"/>
              <a:ext cx="22573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15A9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Revenue Growth</a:t>
              </a:r>
              <a:endParaRPr kumimoji="0" lang="en-AE" sz="2000" b="0" i="0" u="none" strike="noStrike" kern="1200" cap="none" spc="0" normalizeH="0" baseline="0" noProof="0">
                <a:ln>
                  <a:noFill/>
                </a:ln>
                <a:solidFill>
                  <a:srgbClr val="215A9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cxnSp>
          <p:nvCxnSpPr>
            <p:cNvPr id="32" name="Straight Connector 31">
              <a:extLst>
                <a:ext uri="{FF2B5EF4-FFF2-40B4-BE49-F238E27FC236}">
                  <a16:creationId xmlns:a16="http://schemas.microsoft.com/office/drawing/2014/main" id="{0705ED0F-B1EE-BD1A-2C86-0EF56D44F3FD}"/>
                </a:ext>
              </a:extLst>
            </p:cNvPr>
            <p:cNvCxnSpPr>
              <a:cxnSpLocks/>
            </p:cNvCxnSpPr>
            <p:nvPr/>
          </p:nvCxnSpPr>
          <p:spPr>
            <a:xfrm>
              <a:off x="674546" y="2898160"/>
              <a:ext cx="1963879" cy="0"/>
            </a:xfrm>
            <a:prstGeom prst="line">
              <a:avLst/>
            </a:prstGeom>
            <a:ln>
              <a:solidFill>
                <a:srgbClr val="7DA1C4"/>
              </a:solidFill>
            </a:ln>
          </p:spPr>
          <p:style>
            <a:lnRef idx="1">
              <a:schemeClr val="accent6"/>
            </a:lnRef>
            <a:fillRef idx="0">
              <a:schemeClr val="accent6"/>
            </a:fillRef>
            <a:effectRef idx="0">
              <a:schemeClr val="accent6"/>
            </a:effectRef>
            <a:fontRef idx="minor">
              <a:schemeClr val="tx1"/>
            </a:fontRef>
          </p:style>
        </p:cxnSp>
        <p:sp>
          <p:nvSpPr>
            <p:cNvPr id="33" name="TextBox 32">
              <a:extLst>
                <a:ext uri="{FF2B5EF4-FFF2-40B4-BE49-F238E27FC236}">
                  <a16:creationId xmlns:a16="http://schemas.microsoft.com/office/drawing/2014/main" id="{73DD352C-599B-1673-5517-C8038F2203D7}"/>
                </a:ext>
              </a:extLst>
            </p:cNvPr>
            <p:cNvSpPr txBox="1"/>
            <p:nvPr/>
          </p:nvSpPr>
          <p:spPr>
            <a:xfrm>
              <a:off x="581870" y="2525840"/>
              <a:ext cx="8835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15A9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Q2 2024</a:t>
              </a:r>
              <a:endParaRPr kumimoji="0" lang="en-AE" sz="1400" b="0" i="0" u="none" strike="noStrike" kern="1200" cap="none" spc="0" normalizeH="0" baseline="0" noProof="0">
                <a:ln>
                  <a:noFill/>
                </a:ln>
                <a:solidFill>
                  <a:srgbClr val="215A9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grpSp>
      <p:grpSp>
        <p:nvGrpSpPr>
          <p:cNvPr id="34" name="Group 33">
            <a:extLst>
              <a:ext uri="{FF2B5EF4-FFF2-40B4-BE49-F238E27FC236}">
                <a16:creationId xmlns:a16="http://schemas.microsoft.com/office/drawing/2014/main" id="{571C2197-9E14-9002-7D63-BB4494EA258C}"/>
              </a:ext>
            </a:extLst>
          </p:cNvPr>
          <p:cNvGrpSpPr/>
          <p:nvPr/>
        </p:nvGrpSpPr>
        <p:grpSpPr>
          <a:xfrm>
            <a:off x="6362700" y="2335086"/>
            <a:ext cx="2352675" cy="3447589"/>
            <a:chOff x="485775" y="2335086"/>
            <a:chExt cx="2352675" cy="3447589"/>
          </a:xfrm>
        </p:grpSpPr>
        <p:sp>
          <p:nvSpPr>
            <p:cNvPr id="35" name="TextBox 7">
              <a:extLst>
                <a:ext uri="{FF2B5EF4-FFF2-40B4-BE49-F238E27FC236}">
                  <a16:creationId xmlns:a16="http://schemas.microsoft.com/office/drawing/2014/main" id="{27715559-3A43-EBA5-EC5D-FC6DC3864A26}"/>
                </a:ext>
              </a:extLst>
            </p:cNvPr>
            <p:cNvSpPr txBox="1"/>
            <p:nvPr/>
          </p:nvSpPr>
          <p:spPr>
            <a:xfrm>
              <a:off x="587763" y="3971284"/>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XX</a:t>
              </a: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36" name="Rounded Rectangle 35">
              <a:extLst>
                <a:ext uri="{FF2B5EF4-FFF2-40B4-BE49-F238E27FC236}">
                  <a16:creationId xmlns:a16="http://schemas.microsoft.com/office/drawing/2014/main" id="{AA6AB9A9-F0F6-4796-3B56-BAC7AB22C9AA}"/>
                </a:ext>
              </a:extLst>
            </p:cNvPr>
            <p:cNvSpPr/>
            <p:nvPr/>
          </p:nvSpPr>
          <p:spPr>
            <a:xfrm>
              <a:off x="485775"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37" name="TextBox 36">
              <a:extLst>
                <a:ext uri="{FF2B5EF4-FFF2-40B4-BE49-F238E27FC236}">
                  <a16:creationId xmlns:a16="http://schemas.microsoft.com/office/drawing/2014/main" id="{2188407B-3C96-D731-ADC5-03B7E7839506}"/>
                </a:ext>
              </a:extLst>
            </p:cNvPr>
            <p:cNvSpPr txBox="1"/>
            <p:nvPr/>
          </p:nvSpPr>
          <p:spPr>
            <a:xfrm>
              <a:off x="581870" y="3145662"/>
              <a:ext cx="2206053"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User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and Retention</a:t>
              </a:r>
              <a:endParaRPr kumimoji="0" lang="en-AE"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cxnSp>
          <p:nvCxnSpPr>
            <p:cNvPr id="38" name="Straight Connector 37">
              <a:extLst>
                <a:ext uri="{FF2B5EF4-FFF2-40B4-BE49-F238E27FC236}">
                  <a16:creationId xmlns:a16="http://schemas.microsoft.com/office/drawing/2014/main" id="{902FF1BE-3D08-FCD8-706C-BB43F1A0765E}"/>
                </a:ext>
              </a:extLst>
            </p:cNvPr>
            <p:cNvCxnSpPr>
              <a:cxnSpLocks/>
            </p:cNvCxnSpPr>
            <p:nvPr/>
          </p:nvCxnSpPr>
          <p:spPr>
            <a:xfrm>
              <a:off x="674546"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39" name="TextBox 38">
              <a:extLst>
                <a:ext uri="{FF2B5EF4-FFF2-40B4-BE49-F238E27FC236}">
                  <a16:creationId xmlns:a16="http://schemas.microsoft.com/office/drawing/2014/main" id="{F9236063-464C-6728-F86E-8B708AB13C20}"/>
                </a:ext>
              </a:extLst>
            </p:cNvPr>
            <p:cNvSpPr txBox="1"/>
            <p:nvPr/>
          </p:nvSpPr>
          <p:spPr>
            <a:xfrm>
              <a:off x="581870" y="2525840"/>
              <a:ext cx="8835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Q3 2024</a:t>
              </a:r>
              <a:endParaRPr kumimoji="0" lang="en-AE"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grpSp>
      <p:grpSp>
        <p:nvGrpSpPr>
          <p:cNvPr id="40" name="Group 39">
            <a:extLst>
              <a:ext uri="{FF2B5EF4-FFF2-40B4-BE49-F238E27FC236}">
                <a16:creationId xmlns:a16="http://schemas.microsoft.com/office/drawing/2014/main" id="{B2845106-888E-1E5A-3EFF-3962E572D4A0}"/>
              </a:ext>
            </a:extLst>
          </p:cNvPr>
          <p:cNvGrpSpPr/>
          <p:nvPr/>
        </p:nvGrpSpPr>
        <p:grpSpPr>
          <a:xfrm>
            <a:off x="9305925" y="2335086"/>
            <a:ext cx="2352675" cy="3447589"/>
            <a:chOff x="485775" y="2335086"/>
            <a:chExt cx="2352675" cy="3447589"/>
          </a:xfrm>
        </p:grpSpPr>
        <p:sp>
          <p:nvSpPr>
            <p:cNvPr id="41" name="TextBox 7">
              <a:extLst>
                <a:ext uri="{FF2B5EF4-FFF2-40B4-BE49-F238E27FC236}">
                  <a16:creationId xmlns:a16="http://schemas.microsoft.com/office/drawing/2014/main" id="{46A743D4-0D9F-1A0B-15EA-5FFEF3D5805F}"/>
                </a:ext>
              </a:extLst>
            </p:cNvPr>
            <p:cNvSpPr txBox="1"/>
            <p:nvPr/>
          </p:nvSpPr>
          <p:spPr>
            <a:xfrm>
              <a:off x="587763" y="3959840"/>
              <a:ext cx="1918726" cy="261610"/>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XX</a:t>
              </a:r>
              <a:endParaRPr kumimoji="0" lang="en-AE" sz="1100" b="0" i="0" u="none" strike="noStrike" kern="1200" cap="none" spc="0" normalizeH="0" baseline="0" noProof="0" dirty="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sp>
          <p:nvSpPr>
            <p:cNvPr id="42" name="Rounded Rectangle 41">
              <a:extLst>
                <a:ext uri="{FF2B5EF4-FFF2-40B4-BE49-F238E27FC236}">
                  <a16:creationId xmlns:a16="http://schemas.microsoft.com/office/drawing/2014/main" id="{388E5E93-C47F-C536-A741-C8E7D4C7DB3D}"/>
                </a:ext>
              </a:extLst>
            </p:cNvPr>
            <p:cNvSpPr/>
            <p:nvPr/>
          </p:nvSpPr>
          <p:spPr>
            <a:xfrm>
              <a:off x="485775" y="2335086"/>
              <a:ext cx="2352675" cy="3447589"/>
            </a:xfrm>
            <a:prstGeom prst="roundRect">
              <a:avLst>
                <a:gd name="adj" fmla="val 4926"/>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Noto Sans Medium" panose="020B0502040504020204" pitchFamily="34" charset="0"/>
                <a:ea typeface="Noto Sans Medium" panose="020B0502040504020204" pitchFamily="34" charset="0"/>
                <a:cs typeface="Noto Sans Medium" panose="020B0502040504020204" pitchFamily="34" charset="0"/>
              </a:endParaRPr>
            </a:p>
          </p:txBody>
        </p:sp>
        <p:sp>
          <p:nvSpPr>
            <p:cNvPr id="43" name="TextBox 42">
              <a:extLst>
                <a:ext uri="{FF2B5EF4-FFF2-40B4-BE49-F238E27FC236}">
                  <a16:creationId xmlns:a16="http://schemas.microsoft.com/office/drawing/2014/main" id="{D2EB1550-7F3D-1992-2C82-178F6F647624}"/>
                </a:ext>
              </a:extLst>
            </p:cNvPr>
            <p:cNvSpPr txBox="1"/>
            <p:nvPr/>
          </p:nvSpPr>
          <p:spPr>
            <a:xfrm>
              <a:off x="581870" y="3145662"/>
              <a:ext cx="2008883"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Expansion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Innovation</a:t>
              </a:r>
              <a:endParaRPr kumimoji="0" lang="en-AE" sz="2000" b="0" i="0" u="none" strike="noStrike" kern="1200" cap="none" spc="0" normalizeH="0" baseline="0" noProof="0">
                <a:ln>
                  <a:noFill/>
                </a:ln>
                <a:solidFill>
                  <a:prstClr val="black"/>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cxnSp>
          <p:nvCxnSpPr>
            <p:cNvPr id="44" name="Straight Connector 43">
              <a:extLst>
                <a:ext uri="{FF2B5EF4-FFF2-40B4-BE49-F238E27FC236}">
                  <a16:creationId xmlns:a16="http://schemas.microsoft.com/office/drawing/2014/main" id="{A303C5B8-A1EE-43A5-E145-B27CC5081122}"/>
                </a:ext>
              </a:extLst>
            </p:cNvPr>
            <p:cNvCxnSpPr>
              <a:cxnSpLocks/>
            </p:cNvCxnSpPr>
            <p:nvPr/>
          </p:nvCxnSpPr>
          <p:spPr>
            <a:xfrm>
              <a:off x="674546" y="2898160"/>
              <a:ext cx="1963879" cy="0"/>
            </a:xfrm>
            <a:prstGeom prst="line">
              <a:avLst/>
            </a:prstGeom>
            <a:ln>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45" name="TextBox 44">
              <a:extLst>
                <a:ext uri="{FF2B5EF4-FFF2-40B4-BE49-F238E27FC236}">
                  <a16:creationId xmlns:a16="http://schemas.microsoft.com/office/drawing/2014/main" id="{EBFAFAD9-4599-D1F2-BFDD-6A279891B305}"/>
                </a:ext>
              </a:extLst>
            </p:cNvPr>
            <p:cNvSpPr txBox="1"/>
            <p:nvPr/>
          </p:nvSpPr>
          <p:spPr>
            <a:xfrm>
              <a:off x="581870" y="2525840"/>
              <a:ext cx="8835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Q4 2024</a:t>
              </a:r>
              <a:endParaRPr kumimoji="0" lang="en-AE" sz="1400" b="0" i="0" u="none" strike="noStrike" kern="1200" cap="none" spc="0" normalizeH="0" baseline="0" noProof="0">
                <a:ln>
                  <a:noFill/>
                </a:ln>
                <a:solidFill>
                  <a:prstClr val="black"/>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grpSp>
      <p:pic>
        <p:nvPicPr>
          <p:cNvPr id="10" name="Picture 9">
            <a:extLst>
              <a:ext uri="{FF2B5EF4-FFF2-40B4-BE49-F238E27FC236}">
                <a16:creationId xmlns:a16="http://schemas.microsoft.com/office/drawing/2014/main" id="{8FBA3E70-99E4-EC35-659F-FE6C7CF81AFB}"/>
              </a:ext>
            </a:extLst>
          </p:cNvPr>
          <p:cNvPicPr>
            <a:picLocks noChangeAspect="1"/>
          </p:cNvPicPr>
          <p:nvPr/>
        </p:nvPicPr>
        <p:blipFill>
          <a:blip r:embed="rId2"/>
          <a:stretch>
            <a:fillRect/>
          </a:stretch>
        </p:blipFill>
        <p:spPr>
          <a:xfrm>
            <a:off x="3060" y="6679961"/>
            <a:ext cx="12188940" cy="178040"/>
          </a:xfrm>
          <a:prstGeom prst="rect">
            <a:avLst/>
          </a:prstGeom>
        </p:spPr>
      </p:pic>
      <p:pic>
        <p:nvPicPr>
          <p:cNvPr id="5" name="Picture 4">
            <a:extLst>
              <a:ext uri="{FF2B5EF4-FFF2-40B4-BE49-F238E27FC236}">
                <a16:creationId xmlns:a16="http://schemas.microsoft.com/office/drawing/2014/main" id="{18C43B5B-7FE9-FAC9-26E6-6B6611C3A3CF}"/>
              </a:ext>
            </a:extLst>
          </p:cNvPr>
          <p:cNvPicPr>
            <a:picLocks noChangeAspect="1"/>
          </p:cNvPicPr>
          <p:nvPr/>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416115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ity with many tall buildings and fog&#10;&#10;AI-generated content may be incorrect.">
            <a:extLst>
              <a:ext uri="{FF2B5EF4-FFF2-40B4-BE49-F238E27FC236}">
                <a16:creationId xmlns:a16="http://schemas.microsoft.com/office/drawing/2014/main" id="{5D564199-A6FF-1415-A80F-14C2437914A1}"/>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504" y="0"/>
            <a:ext cx="12191980" cy="6856718"/>
          </a:xfrm>
          <a:prstGeom prst="rect">
            <a:avLst/>
          </a:prstGeom>
        </p:spPr>
      </p:pic>
      <p:sp>
        <p:nvSpPr>
          <p:cNvPr id="7" name="Rectangle 6">
            <a:extLst>
              <a:ext uri="{FF2B5EF4-FFF2-40B4-BE49-F238E27FC236}">
                <a16:creationId xmlns:a16="http://schemas.microsoft.com/office/drawing/2014/main" id="{418005C0-3CE9-BBB2-00F3-339D1C95AF4C}"/>
              </a:ext>
            </a:extLst>
          </p:cNvPr>
          <p:cNvSpPr/>
          <p:nvPr/>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EFE84142-B2D8-D860-2343-45B01549DF0D}"/>
              </a:ext>
            </a:extLst>
          </p:cNvPr>
          <p:cNvSpPr/>
          <p:nvPr/>
        </p:nvSpPr>
        <p:spPr>
          <a:xfrm>
            <a:off x="6650383" y="1354930"/>
            <a:ext cx="5126718" cy="4148138"/>
          </a:xfrm>
          <a:prstGeom prst="rect">
            <a:avLst/>
          </a:prstGeom>
          <a:solidFill>
            <a:srgbClr val="0633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AFE20887-4888-D7FE-5B6A-436F58366D78}"/>
              </a:ext>
            </a:extLst>
          </p:cNvPr>
          <p:cNvSpPr txBox="1"/>
          <p:nvPr/>
        </p:nvSpPr>
        <p:spPr>
          <a:xfrm>
            <a:off x="7037708" y="2139777"/>
            <a:ext cx="2947712"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whit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Who we are</a:t>
            </a:r>
            <a:endParaRPr kumimoji="0" lang="en-AE" sz="3000" b="0" i="0" u="none" strike="noStrike" kern="1200" cap="none" spc="0" normalizeH="0" baseline="0" noProof="0">
              <a:ln>
                <a:noFill/>
              </a:ln>
              <a:solidFill>
                <a:prstClr val="whit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5" name="TextBox 7">
            <a:extLst>
              <a:ext uri="{FF2B5EF4-FFF2-40B4-BE49-F238E27FC236}">
                <a16:creationId xmlns:a16="http://schemas.microsoft.com/office/drawing/2014/main" id="{36B566BB-E142-B909-3A70-A6EFED968F33}"/>
              </a:ext>
            </a:extLst>
          </p:cNvPr>
          <p:cNvSpPr txBox="1"/>
          <p:nvPr/>
        </p:nvSpPr>
        <p:spPr>
          <a:xfrm>
            <a:off x="7012332" y="2956480"/>
            <a:ext cx="4269380" cy="2376805"/>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The Department of Government Enablement (DGE) is a </a:t>
            </a:r>
            <a:r>
              <a:rPr kumimoji="0" lang="en-US" sz="1000" b="0" i="0" u="none" strike="noStrike" kern="1200" cap="none" spc="0" normalizeH="0" baseline="0" noProof="0" err="1">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centralised</a:t>
            </a: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government entity aligned with Abu Dhabi’s growth strategy and committed to providing enabling services to government entities, citizens, and residents of the Emirate of Abu Dhabi.</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DGE was established in 2023, bringing multiple government entities under one </a:t>
            </a:r>
            <a:r>
              <a:rPr kumimoji="0" lang="en-US" sz="1000" b="0" i="0" u="none" strike="noStrike" kern="1200" cap="none" spc="0" normalizeH="0" baseline="0" noProof="0" err="1">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organisation</a:t>
            </a: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the Department of Government Support, Abu Dhabi Digital Authority, Human Resources Authority, Abu Dhabi School of Government, TAMM, and </a:t>
            </a:r>
            <a:r>
              <a:rPr kumimoji="0" lang="en-US" sz="1000" b="0" i="0" u="none" strike="noStrike" kern="1200" cap="none" spc="0" normalizeH="0" baseline="0" noProof="0" err="1">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Mawaheb</a:t>
            </a: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 with the Statistics Centre Abu Dhabi as an affiliate entity. DGE leads the digital transformation for the Abu Dhabi Government.</a:t>
            </a:r>
            <a:endParaRPr kumimoji="0" lang="en-AE"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cxnSp>
        <p:nvCxnSpPr>
          <p:cNvPr id="16" name="Straight Connector 15">
            <a:extLst>
              <a:ext uri="{FF2B5EF4-FFF2-40B4-BE49-F238E27FC236}">
                <a16:creationId xmlns:a16="http://schemas.microsoft.com/office/drawing/2014/main" id="{445A86D7-1FC5-3DFB-C93E-216A052A69F5}"/>
              </a:ext>
            </a:extLst>
          </p:cNvPr>
          <p:cNvCxnSpPr>
            <a:cxnSpLocks/>
          </p:cNvCxnSpPr>
          <p:nvPr/>
        </p:nvCxnSpPr>
        <p:spPr>
          <a:xfrm>
            <a:off x="7109645" y="2821464"/>
            <a:ext cx="1616043" cy="1"/>
          </a:xfrm>
          <a:prstGeom prst="line">
            <a:avLst/>
          </a:prstGeom>
          <a:ln>
            <a:solidFill>
              <a:srgbClr val="7DA1C4"/>
            </a:solidFill>
          </a:ln>
        </p:spPr>
        <p:style>
          <a:lnRef idx="1">
            <a:schemeClr val="accent6"/>
          </a:lnRef>
          <a:fillRef idx="0">
            <a:schemeClr val="accent6"/>
          </a:fillRef>
          <a:effectRef idx="0">
            <a:schemeClr val="accent6"/>
          </a:effectRef>
          <a:fontRef idx="minor">
            <a:schemeClr val="tx1"/>
          </a:fontRef>
        </p:style>
      </p:cxnSp>
      <p:pic>
        <p:nvPicPr>
          <p:cNvPr id="2" name="Picture 1">
            <a:extLst>
              <a:ext uri="{FF2B5EF4-FFF2-40B4-BE49-F238E27FC236}">
                <a16:creationId xmlns:a16="http://schemas.microsoft.com/office/drawing/2014/main" id="{D8310255-F21E-5DD0-7998-DCDDEC05D473}"/>
              </a:ext>
            </a:extLst>
          </p:cNvPr>
          <p:cNvPicPr>
            <a:picLocks noChangeAspect="1"/>
          </p:cNvPicPr>
          <p:nvPr/>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206843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ity with many tall buildings and fog&#10;&#10;AI-generated content may be incorrect.">
            <a:extLst>
              <a:ext uri="{FF2B5EF4-FFF2-40B4-BE49-F238E27FC236}">
                <a16:creationId xmlns:a16="http://schemas.microsoft.com/office/drawing/2014/main" id="{18DF3305-EC3E-CBA7-5CEA-9DEA30DCF9B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504" y="0"/>
            <a:ext cx="12191980" cy="6856718"/>
          </a:xfrm>
          <a:prstGeom prst="rect">
            <a:avLst/>
          </a:prstGeom>
        </p:spPr>
      </p:pic>
      <p:sp>
        <p:nvSpPr>
          <p:cNvPr id="7" name="Rectangle 6">
            <a:extLst>
              <a:ext uri="{FF2B5EF4-FFF2-40B4-BE49-F238E27FC236}">
                <a16:creationId xmlns:a16="http://schemas.microsoft.com/office/drawing/2014/main" id="{418005C0-3CE9-BBB2-00F3-339D1C95AF4C}"/>
              </a:ext>
            </a:extLst>
          </p:cNvPr>
          <p:cNvSpPr/>
          <p:nvPr/>
        </p:nvSpPr>
        <p:spPr>
          <a:xfrm>
            <a:off x="9305365" y="261586"/>
            <a:ext cx="2886634" cy="742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EFE84142-B2D8-D860-2343-45B01549DF0D}"/>
              </a:ext>
            </a:extLst>
          </p:cNvPr>
          <p:cNvSpPr/>
          <p:nvPr/>
        </p:nvSpPr>
        <p:spPr>
          <a:xfrm>
            <a:off x="6650383" y="1354930"/>
            <a:ext cx="5126718" cy="4148138"/>
          </a:xfrm>
          <a:prstGeom prst="rect">
            <a:avLst/>
          </a:prstGeom>
          <a:solidFill>
            <a:srgbClr val="7DA1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AFE20887-4888-D7FE-5B6A-436F58366D78}"/>
              </a:ext>
            </a:extLst>
          </p:cNvPr>
          <p:cNvSpPr txBox="1"/>
          <p:nvPr/>
        </p:nvSpPr>
        <p:spPr>
          <a:xfrm>
            <a:off x="7037707" y="2139777"/>
            <a:ext cx="50598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rPr>
              <a:t>Towards a government of the future</a:t>
            </a:r>
            <a:endParaRPr kumimoji="0" lang="en-AE" sz="2400" b="0" i="0" u="none" strike="noStrike" kern="1200" cap="none" spc="0" normalizeH="0" baseline="0" noProof="0">
              <a:ln>
                <a:noFill/>
              </a:ln>
              <a:solidFill>
                <a:prstClr val="white"/>
              </a:solidFill>
              <a:effectLst/>
              <a:uLnTx/>
              <a:uFillTx/>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15" name="TextBox 7">
            <a:extLst>
              <a:ext uri="{FF2B5EF4-FFF2-40B4-BE49-F238E27FC236}">
                <a16:creationId xmlns:a16="http://schemas.microsoft.com/office/drawing/2014/main" id="{36B566BB-E142-B909-3A70-A6EFED968F33}"/>
              </a:ext>
            </a:extLst>
          </p:cNvPr>
          <p:cNvSpPr txBox="1"/>
          <p:nvPr/>
        </p:nvSpPr>
        <p:spPr>
          <a:xfrm>
            <a:off x="7012332" y="2956480"/>
            <a:ext cx="4269380" cy="1684307"/>
          </a:xfrm>
          <a:prstGeom prst="rect">
            <a:avLst/>
          </a:prstGeom>
          <a:noFill/>
        </p:spPr>
        <p:txBody>
          <a:bodyPr wrap="square" rtlCol="0">
            <a:spAutoFit/>
          </a:bodyPr>
          <a:lstStyle>
            <a:defPPr>
              <a:defRPr lang="en-AE"/>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The mission that drives us every day</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To enable exceptional experiences through innovative services and solutions.</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The vision that guides where we’re headed</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rPr>
              <a:t>Towards a government of the future</a:t>
            </a:r>
            <a:endParaRPr kumimoji="0" lang="en-AE" sz="1000" b="0" i="0" u="none" strike="noStrike" kern="1200" cap="none" spc="0" normalizeH="0" baseline="0" noProof="0">
              <a:ln>
                <a:noFill/>
              </a:ln>
              <a:solidFill>
                <a:prstClr val="white"/>
              </a:solidFill>
              <a:effectLst/>
              <a:uLnTx/>
              <a:uFillTx/>
              <a:latin typeface="Noto Sans Light" panose="020B0502040504020204" pitchFamily="34" charset="0"/>
              <a:ea typeface="Noto Sans Light" panose="020B0502040504020204" pitchFamily="34" charset="0"/>
              <a:cs typeface="Noto Sans Light" panose="020B0502040504020204" pitchFamily="34" charset="0"/>
            </a:endParaRPr>
          </a:p>
        </p:txBody>
      </p:sp>
      <p:cxnSp>
        <p:nvCxnSpPr>
          <p:cNvPr id="16" name="Straight Connector 15">
            <a:extLst>
              <a:ext uri="{FF2B5EF4-FFF2-40B4-BE49-F238E27FC236}">
                <a16:creationId xmlns:a16="http://schemas.microsoft.com/office/drawing/2014/main" id="{445A86D7-1FC5-3DFB-C93E-216A052A69F5}"/>
              </a:ext>
            </a:extLst>
          </p:cNvPr>
          <p:cNvCxnSpPr>
            <a:cxnSpLocks/>
          </p:cNvCxnSpPr>
          <p:nvPr/>
        </p:nvCxnSpPr>
        <p:spPr>
          <a:xfrm>
            <a:off x="7109645" y="2821464"/>
            <a:ext cx="1616043" cy="1"/>
          </a:xfrm>
          <a:prstGeom prst="line">
            <a:avLst/>
          </a:prstGeom>
          <a:ln>
            <a:solidFill>
              <a:schemeClr val="bg1">
                <a:lumMod val="85000"/>
              </a:schemeClr>
            </a:solidFill>
          </a:ln>
        </p:spPr>
        <p:style>
          <a:lnRef idx="1">
            <a:schemeClr val="accent6"/>
          </a:lnRef>
          <a:fillRef idx="0">
            <a:schemeClr val="accent6"/>
          </a:fillRef>
          <a:effectRef idx="0">
            <a:schemeClr val="accent6"/>
          </a:effectRef>
          <a:fontRef idx="minor">
            <a:schemeClr val="tx1"/>
          </a:fontRef>
        </p:style>
      </p:cxnSp>
      <p:pic>
        <p:nvPicPr>
          <p:cNvPr id="3" name="Picture 2">
            <a:extLst>
              <a:ext uri="{FF2B5EF4-FFF2-40B4-BE49-F238E27FC236}">
                <a16:creationId xmlns:a16="http://schemas.microsoft.com/office/drawing/2014/main" id="{2D776CF6-7500-DD22-0300-6ADBA0F7B7DF}"/>
              </a:ext>
            </a:extLst>
          </p:cNvPr>
          <p:cNvPicPr>
            <a:picLocks noChangeAspect="1"/>
          </p:cNvPicPr>
          <p:nvPr/>
        </p:nvPicPr>
        <p:blipFill>
          <a:blip r:embed="rId3"/>
          <a:srcRect/>
          <a:stretch/>
        </p:blipFill>
        <p:spPr>
          <a:xfrm>
            <a:off x="9694624" y="389537"/>
            <a:ext cx="2077465" cy="486127"/>
          </a:xfrm>
          <a:prstGeom prst="rect">
            <a:avLst/>
          </a:prstGeom>
        </p:spPr>
      </p:pic>
    </p:spTree>
    <p:extLst>
      <p:ext uri="{BB962C8B-B14F-4D97-AF65-F5344CB8AC3E}">
        <p14:creationId xmlns:p14="http://schemas.microsoft.com/office/powerpoint/2010/main" val="1541911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9E54A-F640-6545-C49E-A09129854356}"/>
            </a:ext>
          </a:extLst>
        </p:cNvPr>
        <p:cNvGrpSpPr/>
        <p:nvPr/>
      </p:nvGrpSpPr>
      <p:grpSpPr>
        <a:xfrm>
          <a:off x="0" y="0"/>
          <a:ext cx="0" cy="0"/>
          <a:chOff x="0" y="0"/>
          <a:chExt cx="0" cy="0"/>
        </a:xfrm>
      </p:grpSpPr>
      <p:pic>
        <p:nvPicPr>
          <p:cNvPr id="15" name="Picture 14" descr="A blue light in a tunnel&#10;&#10;AI-generated content may be incorrect.">
            <a:extLst>
              <a:ext uri="{FF2B5EF4-FFF2-40B4-BE49-F238E27FC236}">
                <a16:creationId xmlns:a16="http://schemas.microsoft.com/office/drawing/2014/main" id="{C8497556-CD94-899C-AB0B-DE7736EA5863}"/>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0" y="1282"/>
            <a:ext cx="12191980" cy="4123043"/>
          </a:xfrm>
          <a:prstGeom prst="rect">
            <a:avLst/>
          </a:prstGeom>
        </p:spPr>
      </p:pic>
      <p:pic>
        <p:nvPicPr>
          <p:cNvPr id="16" name="Picture 15">
            <a:extLst>
              <a:ext uri="{FF2B5EF4-FFF2-40B4-BE49-F238E27FC236}">
                <a16:creationId xmlns:a16="http://schemas.microsoft.com/office/drawing/2014/main" id="{7EE56F4B-B75E-BE8B-132B-EBF84923C2D9}"/>
              </a:ext>
            </a:extLst>
          </p:cNvPr>
          <p:cNvPicPr>
            <a:picLocks noChangeAspect="1"/>
          </p:cNvPicPr>
          <p:nvPr/>
        </p:nvPicPr>
        <p:blipFill>
          <a:blip r:embed="rId3"/>
          <a:stretch>
            <a:fillRect/>
          </a:stretch>
        </p:blipFill>
        <p:spPr>
          <a:xfrm>
            <a:off x="3060" y="6679961"/>
            <a:ext cx="12188940" cy="178040"/>
          </a:xfrm>
          <a:prstGeom prst="rect">
            <a:avLst/>
          </a:prstGeom>
        </p:spPr>
      </p:pic>
      <p:pic>
        <p:nvPicPr>
          <p:cNvPr id="18" name="Picture 17">
            <a:extLst>
              <a:ext uri="{FF2B5EF4-FFF2-40B4-BE49-F238E27FC236}">
                <a16:creationId xmlns:a16="http://schemas.microsoft.com/office/drawing/2014/main" id="{F7849221-0356-FD6A-4E48-CEE60E4A36C8}"/>
              </a:ext>
            </a:extLst>
          </p:cNvPr>
          <p:cNvPicPr>
            <a:picLocks noChangeAspect="1"/>
          </p:cNvPicPr>
          <p:nvPr/>
        </p:nvPicPr>
        <p:blipFill>
          <a:blip r:embed="rId4"/>
          <a:srcRect/>
          <a:stretch/>
        </p:blipFill>
        <p:spPr>
          <a:xfrm>
            <a:off x="9005200" y="5715001"/>
            <a:ext cx="2765230" cy="647064"/>
          </a:xfrm>
          <a:prstGeom prst="rect">
            <a:avLst/>
          </a:prstGeom>
        </p:spPr>
      </p:pic>
      <p:sp>
        <p:nvSpPr>
          <p:cNvPr id="19" name="TextBox 18">
            <a:extLst>
              <a:ext uri="{FF2B5EF4-FFF2-40B4-BE49-F238E27FC236}">
                <a16:creationId xmlns:a16="http://schemas.microsoft.com/office/drawing/2014/main" id="{06AE77C3-0C86-3BFC-5E00-F3EA7C77DC7B}"/>
              </a:ext>
            </a:extLst>
          </p:cNvPr>
          <p:cNvSpPr txBox="1"/>
          <p:nvPr/>
        </p:nvSpPr>
        <p:spPr>
          <a:xfrm>
            <a:off x="414899" y="4379699"/>
            <a:ext cx="4249881" cy="1015663"/>
          </a:xfrm>
          <a:prstGeom prst="rect">
            <a:avLst/>
          </a:prstGeom>
          <a:noFill/>
        </p:spPr>
        <p:txBody>
          <a:bodyPr wrap="none" rtlCol="0">
            <a:spAutoFit/>
          </a:bodyPr>
          <a:lstStyle/>
          <a:p>
            <a:r>
              <a:rPr lang="en-US" sz="3000" b="1">
                <a:latin typeface="Noto Sans SemiBold" panose="020B0502040504020204" pitchFamily="34" charset="0"/>
                <a:ea typeface="Noto Sans SemiBold" panose="020B0502040504020204" pitchFamily="34" charset="0"/>
                <a:cs typeface="Noto Sans SemiBold" panose="020B0502040504020204" pitchFamily="34" charset="0"/>
              </a:rPr>
              <a:t>Smarter services</a:t>
            </a:r>
          </a:p>
          <a:p>
            <a:r>
              <a:rPr lang="en-US" sz="3000" b="1">
                <a:latin typeface="Noto Sans SemiBold" panose="020B0502040504020204" pitchFamily="34" charset="0"/>
                <a:ea typeface="Noto Sans SemiBold" panose="020B0502040504020204" pitchFamily="34" charset="0"/>
                <a:cs typeface="Noto Sans SemiBold" panose="020B0502040504020204" pitchFamily="34" charset="0"/>
              </a:rPr>
              <a:t>for a seamless future.</a:t>
            </a:r>
            <a:endParaRPr lang="en-AE" sz="3000" b="1">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29" name="TextBox 28">
            <a:extLst>
              <a:ext uri="{FF2B5EF4-FFF2-40B4-BE49-F238E27FC236}">
                <a16:creationId xmlns:a16="http://schemas.microsoft.com/office/drawing/2014/main" id="{68E8E846-73DA-483A-77FF-5F7DFA84146F}"/>
              </a:ext>
            </a:extLst>
          </p:cNvPr>
          <p:cNvSpPr txBox="1"/>
          <p:nvPr/>
        </p:nvSpPr>
        <p:spPr>
          <a:xfrm>
            <a:off x="414899" y="6267351"/>
            <a:ext cx="1399742" cy="230832"/>
          </a:xfrm>
          <a:prstGeom prst="rect">
            <a:avLst/>
          </a:prstGeom>
          <a:noFill/>
        </p:spPr>
        <p:txBody>
          <a:bodyPr wrap="none" rtlCol="0">
            <a:spAutoFit/>
          </a:bodyPr>
          <a:lstStyle/>
          <a:p>
            <a:r>
              <a:rPr lang="en-US" sz="900">
                <a:latin typeface="Noto Sans Light" panose="020B0502040504020204" pitchFamily="34" charset="0"/>
                <a:ea typeface="Noto Sans Light" panose="020B0502040504020204" pitchFamily="34" charset="0"/>
                <a:cs typeface="Noto Sans Light" panose="020B0502040504020204" pitchFamily="34" charset="0"/>
              </a:rPr>
              <a:t>Presenter - 12/18/2026</a:t>
            </a:r>
            <a:endParaRPr lang="en-AE" sz="900">
              <a:latin typeface="Noto Sans Light" panose="020B0502040504020204" pitchFamily="34" charset="0"/>
              <a:ea typeface="Noto Sans Light" panose="020B0502040504020204" pitchFamily="34" charset="0"/>
              <a:cs typeface="Noto Sans Light" panose="020B0502040504020204" pitchFamily="34" charset="0"/>
            </a:endParaRPr>
          </a:p>
        </p:txBody>
      </p:sp>
      <p:pic>
        <p:nvPicPr>
          <p:cNvPr id="3" name="Picture 2" descr="A city with tall buildings&#10;&#10;AI-generated content may be incorrect.">
            <a:extLst>
              <a:ext uri="{FF2B5EF4-FFF2-40B4-BE49-F238E27FC236}">
                <a16:creationId xmlns:a16="http://schemas.microsoft.com/office/drawing/2014/main" id="{32CA7CD1-9C84-F59B-7A4F-2186E8541421}"/>
              </a:ext>
            </a:extLst>
          </p:cNvPr>
          <p:cNvPicPr>
            <a:picLocks noChangeAspect="1"/>
          </p:cNvPicPr>
          <p:nvPr/>
        </p:nvPicPr>
        <p:blipFill>
          <a:blip r:embed="rId5"/>
          <a:stretch>
            <a:fillRect/>
          </a:stretch>
        </p:blipFill>
        <p:spPr>
          <a:xfrm>
            <a:off x="-20" y="-33147"/>
            <a:ext cx="12192000" cy="4157472"/>
          </a:xfrm>
          <a:prstGeom prst="rect">
            <a:avLst/>
          </a:prstGeom>
        </p:spPr>
      </p:pic>
    </p:spTree>
    <p:extLst>
      <p:ext uri="{BB962C8B-B14F-4D97-AF65-F5344CB8AC3E}">
        <p14:creationId xmlns:p14="http://schemas.microsoft.com/office/powerpoint/2010/main" val="232399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B9FE-62ED-B42A-D439-E5346D6556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A33B31-BAC4-F761-5CD3-112342D7C31D}"/>
              </a:ext>
            </a:extLst>
          </p:cNvPr>
          <p:cNvPicPr>
            <a:picLocks noChangeAspect="1"/>
          </p:cNvPicPr>
          <p:nvPr/>
        </p:nvPicPr>
        <p:blipFill>
          <a:blip r:embed="rId2"/>
          <a:srcRect t="6395" b="6518"/>
          <a:stretch/>
        </p:blipFill>
        <p:spPr>
          <a:xfrm>
            <a:off x="0" y="-4815"/>
            <a:ext cx="12188952" cy="6858000"/>
          </a:xfrm>
          <a:prstGeom prst="rect">
            <a:avLst/>
          </a:prstGeom>
        </p:spPr>
      </p:pic>
      <p:sp>
        <p:nvSpPr>
          <p:cNvPr id="19" name="TextBox 18">
            <a:extLst>
              <a:ext uri="{FF2B5EF4-FFF2-40B4-BE49-F238E27FC236}">
                <a16:creationId xmlns:a16="http://schemas.microsoft.com/office/drawing/2014/main" id="{DD90C80A-2B95-CCF4-889F-ECA0AA18BFD5}"/>
              </a:ext>
            </a:extLst>
          </p:cNvPr>
          <p:cNvSpPr txBox="1"/>
          <p:nvPr/>
        </p:nvSpPr>
        <p:spPr>
          <a:xfrm>
            <a:off x="843524" y="3136613"/>
            <a:ext cx="2273379" cy="584775"/>
          </a:xfrm>
          <a:prstGeom prst="rect">
            <a:avLst/>
          </a:prstGeom>
          <a:noFill/>
        </p:spPr>
        <p:txBody>
          <a:bodyPr wrap="none" rtlCol="0">
            <a:spAutoFit/>
          </a:bodyPr>
          <a:lstStyle/>
          <a:p>
            <a:r>
              <a:rPr lang="en-US" sz="32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rPr>
              <a:t>Thank You</a:t>
            </a:r>
            <a:endParaRPr lang="en-AE" sz="3200" b="1">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endParaRPr>
          </a:p>
        </p:txBody>
      </p:sp>
      <p:sp>
        <p:nvSpPr>
          <p:cNvPr id="5" name="Rectangle 4">
            <a:extLst>
              <a:ext uri="{FF2B5EF4-FFF2-40B4-BE49-F238E27FC236}">
                <a16:creationId xmlns:a16="http://schemas.microsoft.com/office/drawing/2014/main" id="{469B76C1-25E2-5E0C-2FA5-BA0D7E834FA6}"/>
              </a:ext>
            </a:extLst>
          </p:cNvPr>
          <p:cNvSpPr/>
          <p:nvPr/>
        </p:nvSpPr>
        <p:spPr>
          <a:xfrm>
            <a:off x="8467724" y="2828925"/>
            <a:ext cx="3724275" cy="1200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6" name="Picture 5">
            <a:extLst>
              <a:ext uri="{FF2B5EF4-FFF2-40B4-BE49-F238E27FC236}">
                <a16:creationId xmlns:a16="http://schemas.microsoft.com/office/drawing/2014/main" id="{1DB91645-6369-8139-A1B1-A854A17AC056}"/>
              </a:ext>
            </a:extLst>
          </p:cNvPr>
          <p:cNvPicPr>
            <a:picLocks noChangeAspect="1"/>
          </p:cNvPicPr>
          <p:nvPr/>
        </p:nvPicPr>
        <p:blipFill>
          <a:blip r:embed="rId3"/>
          <a:srcRect/>
          <a:stretch/>
        </p:blipFill>
        <p:spPr>
          <a:xfrm>
            <a:off x="8947246" y="3105468"/>
            <a:ext cx="2765230" cy="647064"/>
          </a:xfrm>
          <a:prstGeom prst="rect">
            <a:avLst/>
          </a:prstGeom>
        </p:spPr>
      </p:pic>
    </p:spTree>
    <p:extLst>
      <p:ext uri="{BB962C8B-B14F-4D97-AF65-F5344CB8AC3E}">
        <p14:creationId xmlns:p14="http://schemas.microsoft.com/office/powerpoint/2010/main" val="230359946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3000" dirty="0">
            <a:solidFill>
              <a:srgbClr val="063360"/>
            </a:solidFill>
            <a:latin typeface="Noto Sans SemiBold" panose="020B0502040504020204" pitchFamily="34" charset="0"/>
            <a:ea typeface="Noto Sans SemiBold" panose="020B0502040504020204" pitchFamily="34" charset="0"/>
            <a:cs typeface="Noto Sans SemiBold" panose="020B0502040504020204" pitchFamily="34"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551</Words>
  <Application>Microsoft Office PowerPoint</Application>
  <PresentationFormat>Widescreen</PresentationFormat>
  <Paragraphs>98</Paragraphs>
  <Slides>11</Slides>
  <Notes>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11</vt:i4>
      </vt:variant>
    </vt:vector>
  </HeadingPairs>
  <TitlesOfParts>
    <vt:vector size="27" baseType="lpstr">
      <vt:lpstr>Aptos</vt:lpstr>
      <vt:lpstr>Aptos Display</vt:lpstr>
      <vt:lpstr>Arial</vt:lpstr>
      <vt:lpstr>Cairo ExtraLight</vt:lpstr>
      <vt:lpstr>Cairo SemiBold</vt:lpstr>
      <vt:lpstr>Calibri</vt:lpstr>
      <vt:lpstr>DIN Next LT Arabic</vt:lpstr>
      <vt:lpstr>Noto Kufi Arabic</vt:lpstr>
      <vt:lpstr>Noto Kufi Arabic Light</vt:lpstr>
      <vt:lpstr>Noto Sans</vt:lpstr>
      <vt:lpstr>Noto Sans Black</vt:lpstr>
      <vt:lpstr>Noto Sans Light</vt:lpstr>
      <vt:lpstr>Noto Sans Medium</vt:lpstr>
      <vt:lpstr>Noto Sans SemiBold</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Anamaya Jha (MiddleEast)</dc:creator>
  <cp:lastModifiedBy>Anamaya Jha (MiddleEast)</cp:lastModifiedBy>
  <cp:revision>1</cp:revision>
  <dcterms:created xsi:type="dcterms:W3CDTF">2026-05-12T06:40:35Z</dcterms:created>
  <dcterms:modified xsi:type="dcterms:W3CDTF">2026-05-12T06:43:28Z</dcterms:modified>
</cp:coreProperties>
</file>