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ppt/tags/tag66.xml" ContentType="application/vnd.openxmlformats-officedocument.presentationml.tags+xml"/>
  <Override PartName="/ppt/notesSlides/notesSlide3.xml" ContentType="application/vnd.openxmlformats-officedocument.presentationml.notesSlide+xml"/>
  <Override PartName="/ppt/tags/tag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01" r:id="rId2"/>
  </p:sldMasterIdLst>
  <p:notesMasterIdLst>
    <p:notesMasterId r:id="rId8"/>
  </p:notesMasterIdLst>
  <p:sldIdLst>
    <p:sldId id="257" r:id="rId3"/>
    <p:sldId id="360" r:id="rId4"/>
    <p:sldId id="2147483625" r:id="rId5"/>
    <p:sldId id="2147483627" r:id="rId6"/>
    <p:sldId id="214748362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470" autoAdjust="0"/>
  </p:normalViewPr>
  <p:slideViewPr>
    <p:cSldViewPr snapToGrid="0">
      <p:cViewPr varScale="1">
        <p:scale>
          <a:sx n="65" d="100"/>
          <a:sy n="65" d="100"/>
        </p:scale>
        <p:origin x="7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75B5D-2CD6-4FAF-9ABC-BC801DA5AF8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ACD3B-FD41-4AAB-BF22-CFC4E1895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2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A3D483-B832-45BD-8A24-78522A3624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32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67F9DD-A4B3-431A-B2B8-1FF5C533D6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082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A3D483-B832-45BD-8A24-78522A3624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313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4.sv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Master" Target="../slideMasters/slideMaster1.xml"/><Relationship Id="rId7" Type="http://schemas.openxmlformats.org/officeDocument/2006/relationships/oleObject" Target="../embeddings/oleObject6.bin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9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jpe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4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8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16.png"/><Relationship Id="rId4" Type="http://schemas.openxmlformats.org/officeDocument/2006/relationships/image" Target="../media/image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17.png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5" Type="http://schemas.openxmlformats.org/officeDocument/2006/relationships/image" Target="../media/image17.png"/><Relationship Id="rId4" Type="http://schemas.openxmlformats.org/officeDocument/2006/relationships/image" Target="../media/image8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16.png"/><Relationship Id="rId4" Type="http://schemas.openxmlformats.org/officeDocument/2006/relationships/image" Target="../media/image8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20.png"/><Relationship Id="rId4" Type="http://schemas.openxmlformats.org/officeDocument/2006/relationships/image" Target="../media/image8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16.png"/><Relationship Id="rId4" Type="http://schemas.openxmlformats.org/officeDocument/2006/relationships/image" Target="../media/image8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20.png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21.png"/><Relationship Id="rId4" Type="http://schemas.openxmlformats.org/officeDocument/2006/relationships/image" Target="../media/image18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8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6" Type="http://schemas.openxmlformats.org/officeDocument/2006/relationships/image" Target="../media/image7.png"/><Relationship Id="rId5" Type="http://schemas.openxmlformats.org/officeDocument/2006/relationships/image" Target="../media/image22.jpeg"/><Relationship Id="rId4" Type="http://schemas.openxmlformats.org/officeDocument/2006/relationships/image" Target="../media/image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6" Type="http://schemas.openxmlformats.org/officeDocument/2006/relationships/image" Target="../media/image7.png"/><Relationship Id="rId5" Type="http://schemas.openxmlformats.org/officeDocument/2006/relationships/image" Target="../media/image22.jpeg"/><Relationship Id="rId4" Type="http://schemas.openxmlformats.org/officeDocument/2006/relationships/image" Target="../media/image5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23.emf"/><Relationship Id="rId4" Type="http://schemas.openxmlformats.org/officeDocument/2006/relationships/tags" Target="../tags/tag50.xml"/><Relationship Id="rId9" Type="http://schemas.openxmlformats.org/officeDocument/2006/relationships/oleObject" Target="../embeddings/oleObject37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6" Type="http://schemas.openxmlformats.org/officeDocument/2006/relationships/image" Target="../media/image7.png"/><Relationship Id="rId5" Type="http://schemas.openxmlformats.org/officeDocument/2006/relationships/image" Target="../media/image22.jpeg"/><Relationship Id="rId4" Type="http://schemas.openxmlformats.org/officeDocument/2006/relationships/image" Target="../media/image5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2.xml"/><Relationship Id="rId4" Type="http://schemas.openxmlformats.org/officeDocument/2006/relationships/image" Target="../media/image24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3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55597BD-A027-48FB-B672-A14F5B289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803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55597BD-A027-48FB-B672-A14F5B289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/Filepath" hidden="1"/>
          <p:cNvSpPr txBox="1"/>
          <p:nvPr userDrawn="1">
            <p:custDataLst>
              <p:tags r:id="rId2"/>
            </p:custDataLst>
          </p:nvPr>
        </p:nvSpPr>
        <p:spPr>
          <a:xfrm>
            <a:off x="3999358" y="267302"/>
            <a:ext cx="7536873" cy="1223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 rtl="0"/>
            <a:r>
              <a:rPr lang="en-US" sz="795" noProof="1"/>
              <a:t>7/24/2019 C:\Users\osalaun001\Desktop\NEW 16x9.potx</a:t>
            </a:r>
          </a:p>
        </p:txBody>
      </p:sp>
      <p:sp>
        <p:nvSpPr>
          <p:cNvPr id="5" name="Slide Tags" hidden="1"/>
          <p:cNvSpPr txBox="1"/>
          <p:nvPr userDrawn="1">
            <p:custDataLst>
              <p:tags r:id="rId3"/>
            </p:custDataLst>
          </p:nvPr>
        </p:nvSpPr>
        <p:spPr>
          <a:xfrm>
            <a:off x="0" y="201713"/>
            <a:ext cx="1939637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971" noProof="1"/>
              <a:t>Slide Tags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13C7403-DA56-4ADF-B8A2-F50FA32C2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384048"/>
            <a:ext cx="11306175" cy="841248"/>
          </a:xfrm>
        </p:spPr>
        <p:txBody>
          <a:bodyPr vert="horz" anchor="b">
            <a:noAutofit/>
          </a:bodyPr>
          <a:lstStyle>
            <a:lvl1pPr rtl="0">
              <a:defRPr sz="2800">
                <a:latin typeface="Sakkal Majalla" panose="02000000000000000000" pitchFamily="2" charset="-78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A2405AF9-958A-4126-AF15-88210706CFE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Sakkal Majalla" panose="02000000000000000000" pitchFamily="2" charset="-78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79423B53-4028-5ACE-66E6-C09740C0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4296" y="6492240"/>
            <a:ext cx="1764792" cy="137160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algn="r" rtl="0">
              <a:defRPr lang="en-US" sz="750" b="0" i="0" u="none" strike="noStrike" cap="none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Clr>
                <a:schemeClr val="lt1"/>
              </a:buClr>
              <a:buSzPts val="700"/>
            </a:pPr>
            <a:fld id="{7870704B-CE94-48CC-AF30-84932A1262A7}" type="slidenum">
              <a:rPr lang="en-US" smtClean="0"/>
              <a:pPr>
                <a:buClr>
                  <a:schemeClr val="lt1"/>
                </a:buClr>
                <a:buSzPts val="700"/>
              </a:pPr>
              <a:t>‹#›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0B2704-480C-578C-40F3-FCCCCEC05474}"/>
              </a:ext>
            </a:extLst>
          </p:cNvPr>
          <p:cNvSpPr txBox="1">
            <a:spLocks/>
          </p:cNvSpPr>
          <p:nvPr userDrawn="1"/>
        </p:nvSpPr>
        <p:spPr>
          <a:xfrm>
            <a:off x="442912" y="6355080"/>
            <a:ext cx="2001584" cy="13716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914400" rtl="0" eaLnBrk="1" latinLnBrk="0" hangingPunct="1">
              <a:defRPr kumimoji="0" lang="en-GB" sz="75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Performance Management Activation</a:t>
            </a:r>
          </a:p>
        </p:txBody>
      </p:sp>
      <p:sp>
        <p:nvSpPr>
          <p:cNvPr id="3" name="Strategy&amp;">
            <a:extLst>
              <a:ext uri="{FF2B5EF4-FFF2-40B4-BE49-F238E27FC236}">
                <a16:creationId xmlns:a16="http://schemas.microsoft.com/office/drawing/2014/main" id="{533C8FA2-EA1F-B498-F6E6-CE508AE707D1}"/>
              </a:ext>
            </a:extLst>
          </p:cNvPr>
          <p:cNvSpPr txBox="1"/>
          <p:nvPr userDrawn="1"/>
        </p:nvSpPr>
        <p:spPr>
          <a:xfrm>
            <a:off x="442913" y="6492240"/>
            <a:ext cx="1764792" cy="137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 rtl="0"/>
            <a:r>
              <a:rPr lang="en-US" sz="750" b="0">
                <a:solidFill>
                  <a:schemeClr val="tx1"/>
                </a:solidFill>
                <a:latin typeface="Sakkal Majalla" panose="02000000000000000000" pitchFamily="2" charset="-78"/>
              </a:rPr>
              <a:t>Strategy&amp;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6FC328-8448-CFA9-6D3C-45E1CEE8B6E6}"/>
              </a:ext>
            </a:extLst>
          </p:cNvPr>
          <p:cNvSpPr/>
          <p:nvPr userDrawn="1"/>
        </p:nvSpPr>
        <p:spPr bwMode="gray">
          <a:xfrm flipH="1">
            <a:off x="0" y="6391275"/>
            <a:ext cx="12192000" cy="466725"/>
          </a:xfrm>
          <a:prstGeom prst="rect">
            <a:avLst/>
          </a:prstGeom>
          <a:solidFill>
            <a:schemeClr val="tx2"/>
          </a:solidFill>
          <a:ln w="12700" cap="rnd" cmpd="sng" algn="ctr">
            <a:solidFill>
              <a:srgbClr val="0E4D3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9" tIns="45715" rIns="91429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290" rtl="1"/>
            <a:endParaRPr lang="en-US" sz="1200" kern="0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3D90EB-659A-D894-67BF-2DC35A840898}"/>
              </a:ext>
            </a:extLst>
          </p:cNvPr>
          <p:cNvGrpSpPr/>
          <p:nvPr userDrawn="1"/>
        </p:nvGrpSpPr>
        <p:grpSpPr>
          <a:xfrm>
            <a:off x="202131" y="6435390"/>
            <a:ext cx="1319214" cy="378495"/>
            <a:chOff x="10567986" y="6435390"/>
            <a:chExt cx="1319214" cy="378495"/>
          </a:xfrm>
        </p:grpSpPr>
        <p:pic>
          <p:nvPicPr>
            <p:cNvPr id="19" name="Graphic 6">
              <a:extLst>
                <a:ext uri="{FF2B5EF4-FFF2-40B4-BE49-F238E27FC236}">
                  <a16:creationId xmlns:a16="http://schemas.microsoft.com/office/drawing/2014/main" id="{B3AD4EAD-B19E-B8E0-3CCD-7ACEB6FB05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9633" t="59883" r="11465" b="4424"/>
            <a:stretch/>
          </p:blipFill>
          <p:spPr>
            <a:xfrm>
              <a:off x="11029950" y="6466402"/>
              <a:ext cx="857250" cy="316470"/>
            </a:xfrm>
            <a:prstGeom prst="rect">
              <a:avLst/>
            </a:prstGeom>
          </p:spPr>
        </p:pic>
        <p:pic>
          <p:nvPicPr>
            <p:cNvPr id="20" name="Graphic 6">
              <a:extLst>
                <a:ext uri="{FF2B5EF4-FFF2-40B4-BE49-F238E27FC236}">
                  <a16:creationId xmlns:a16="http://schemas.microsoft.com/office/drawing/2014/main" id="{B289FC6F-6502-1CB5-96F1-4C2307CB02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27268" t="4862" r="27102" b="38887"/>
            <a:stretch/>
          </p:blipFill>
          <p:spPr>
            <a:xfrm>
              <a:off x="10567986" y="6435390"/>
              <a:ext cx="376238" cy="378495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73A4D2-6B71-742C-33F4-B9298A4C45C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987087" y="6486014"/>
              <a:ext cx="0" cy="277246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92868750-A2F1-DF96-5052-A6738C906A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1617864" y="6503987"/>
            <a:ext cx="9602014" cy="254000"/>
          </a:xfrm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000" kern="1200" dirty="0">
                <a:solidFill>
                  <a:schemeClr val="bg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defRPr>
            </a:lvl1pPr>
          </a:lstStyle>
          <a:p>
            <a:r>
              <a:rPr lang="en-US" sz="1600">
                <a:solidFill>
                  <a:schemeClr val="bg1"/>
                </a:solidFill>
              </a:rPr>
              <a:t>Sources: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0871E81E-5406-C82C-EA7D-7C2D26E70BE4}"/>
              </a:ext>
            </a:extLst>
          </p:cNvPr>
          <p:cNvSpPr txBox="1">
            <a:spLocks/>
          </p:cNvSpPr>
          <p:nvPr userDrawn="1"/>
        </p:nvSpPr>
        <p:spPr>
          <a:xfrm flipH="1">
            <a:off x="11675650" y="6531768"/>
            <a:ext cx="419100" cy="1619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kumimoji="0" lang="en-US" sz="14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06CDCD8-4C25-6F44-9FDD-A8D60E8654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6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768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E4BB5BC-EB5C-4044-84F6-D0AF947297A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99A5D0B-5745-45F3-AE58-E3D614FCD4C3}"/>
              </a:ext>
            </a:extLst>
          </p:cNvPr>
          <p:cNvSpPr/>
          <p:nvPr/>
        </p:nvSpPr>
        <p:spPr>
          <a:xfrm>
            <a:off x="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Google Shape;18;p2">
            <a:extLst>
              <a:ext uri="{FF2B5EF4-FFF2-40B4-BE49-F238E27FC236}">
                <a16:creationId xmlns:a16="http://schemas.microsoft.com/office/drawing/2014/main" id="{72B77C5A-B06D-48D1-B252-9DB45465FC0D}"/>
              </a:ext>
            </a:extLst>
          </p:cNvPr>
          <p:cNvSpPr/>
          <p:nvPr/>
        </p:nvSpPr>
        <p:spPr>
          <a:xfrm rot="10800000">
            <a:off x="1222532" y="912470"/>
            <a:ext cx="5889467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9" name="Google Shape;20;p2">
            <a:extLst>
              <a:ext uri="{FF2B5EF4-FFF2-40B4-BE49-F238E27FC236}">
                <a16:creationId xmlns:a16="http://schemas.microsoft.com/office/drawing/2014/main" id="{72B690AA-0573-43EF-ADFD-DEA395E5D065}"/>
              </a:ext>
            </a:extLst>
          </p:cNvPr>
          <p:cNvSpPr/>
          <p:nvPr/>
        </p:nvSpPr>
        <p:spPr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4" name="Google Shape;19;p2">
            <a:extLst>
              <a:ext uri="{FF2B5EF4-FFF2-40B4-BE49-F238E27FC236}">
                <a16:creationId xmlns:a16="http://schemas.microsoft.com/office/drawing/2014/main" id="{40B6A344-54EF-4C95-B959-BB4DADC293BF}"/>
              </a:ext>
            </a:extLst>
          </p:cNvPr>
          <p:cNvSpPr/>
          <p:nvPr/>
        </p:nvSpPr>
        <p:spPr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28" name="Google Shape;21;p2">
            <a:extLst>
              <a:ext uri="{FF2B5EF4-FFF2-40B4-BE49-F238E27FC236}">
                <a16:creationId xmlns:a16="http://schemas.microsoft.com/office/drawing/2014/main" id="{C8CA0C36-BA4F-4336-B6F4-39E5D7C690CF}"/>
              </a:ext>
            </a:extLst>
          </p:cNvPr>
          <p:cNvGrpSpPr/>
          <p:nvPr/>
        </p:nvGrpSpPr>
        <p:grpSpPr>
          <a:xfrm>
            <a:off x="6197756" y="4435155"/>
            <a:ext cx="914243" cy="870801"/>
            <a:chOff x="4234180" y="3657600"/>
            <a:chExt cx="795008" cy="760807"/>
          </a:xfrm>
        </p:grpSpPr>
        <p:sp>
          <p:nvSpPr>
            <p:cNvPr id="29" name="Google Shape;22;p2">
              <a:extLst>
                <a:ext uri="{FF2B5EF4-FFF2-40B4-BE49-F238E27FC236}">
                  <a16:creationId xmlns:a16="http://schemas.microsoft.com/office/drawing/2014/main" id="{F4CF94FB-C1FA-4CBC-B3E5-16D12DC298A8}"/>
                </a:ext>
              </a:extLst>
            </p:cNvPr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30" name="Google Shape;23;p2">
              <a:extLst>
                <a:ext uri="{FF2B5EF4-FFF2-40B4-BE49-F238E27FC236}">
                  <a16:creationId xmlns:a16="http://schemas.microsoft.com/office/drawing/2014/main" id="{1CB3BC3A-086B-4551-A074-14F3AD51BB75}"/>
                </a:ext>
              </a:extLst>
            </p:cNvPr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2" name="Picture 1" descr="A picture containing logo&#10;&#10;Description automatically generated">
            <a:extLst>
              <a:ext uri="{FF2B5EF4-FFF2-40B4-BE49-F238E27FC236}">
                <a16:creationId xmlns:a16="http://schemas.microsoft.com/office/drawing/2014/main" id="{89A9C7CA-521C-BDBA-A00D-E079993C54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 bwMode="ltGray">
          <a:xfrm>
            <a:off x="2415128" y="1488607"/>
            <a:ext cx="4328796" cy="1722809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C61F138-BDFD-D8B0-9113-ADAAFC8F90BD}"/>
              </a:ext>
            </a:extLst>
          </p:cNvPr>
          <p:cNvSpPr txBox="1">
            <a:spLocks/>
          </p:cNvSpPr>
          <p:nvPr userDrawn="1"/>
        </p:nvSpPr>
        <p:spPr>
          <a:xfrm>
            <a:off x="2414352" y="2473025"/>
            <a:ext cx="4327213" cy="1506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endParaRPr lang="en-GB" sz="4000" b="0">
              <a:solidFill>
                <a:schemeClr val="tx1"/>
              </a:solidFill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78BE62D5-4D88-7E7E-5A5C-CF73A10A28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14354" y="4488516"/>
            <a:ext cx="3521570" cy="6854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by]</a:t>
            </a:r>
            <a:br>
              <a:rPr lang="en-US"/>
            </a:br>
            <a:r>
              <a:rPr lang="en-US"/>
              <a:t>[Month Year]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565994F2-5725-E9E0-3B3F-029806B815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15128" y="3386989"/>
            <a:ext cx="4327212" cy="877887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GB" sz="3000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GB" sz="1800" dirty="0"/>
            </a:lvl5pPr>
          </a:lstStyle>
          <a:p>
            <a:r>
              <a:rPr lang="en-US"/>
              <a:t>[Sub-title]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76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03C307B-82E9-426D-AEF9-75A80295D4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0263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03C307B-82E9-426D-AEF9-75A80295D4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40722" y="317139"/>
            <a:ext cx="11311127" cy="626325"/>
          </a:xfrm>
          <a:prstGeom prst="rect">
            <a:avLst/>
          </a:prstGeom>
        </p:spPr>
        <p:txBody>
          <a:bodyPr vert="horz" wrap="square" lIns="0" tIns="0" rIns="0" b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624A89-A66C-4B3F-B266-A09E501737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722" y="6403476"/>
            <a:ext cx="6762751" cy="155448"/>
          </a:xfrm>
        </p:spPr>
        <p:txBody>
          <a:bodyPr anchor="b"/>
          <a:lstStyle>
            <a:lvl1pPr>
              <a:buFontTx/>
              <a:buNone/>
              <a:defRPr sz="1000"/>
            </a:lvl1pPr>
            <a:lvl2pPr marL="111600" indent="0">
              <a:buFontTx/>
              <a:buNone/>
              <a:defRPr/>
            </a:lvl2pPr>
            <a:lvl3pPr marL="345600" indent="0"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Footers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6659961-CACF-487E-99C4-BBD50899F9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721" y="1066800"/>
            <a:ext cx="11311128" cy="431800"/>
          </a:xfrm>
        </p:spPr>
        <p:txBody>
          <a:bodyPr anchor="t"/>
          <a:lstStyle>
            <a:lvl1pPr>
              <a:buFontTx/>
              <a:buNone/>
              <a:defRPr sz="2000"/>
            </a:lvl1pPr>
            <a:lvl2pPr marL="111600" indent="0">
              <a:buFontTx/>
              <a:buNone/>
              <a:defRPr/>
            </a:lvl2pPr>
            <a:lvl3pPr marL="345600" indent="0"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6" name="Google Shape;1892;p149">
            <a:extLst>
              <a:ext uri="{FF2B5EF4-FFF2-40B4-BE49-F238E27FC236}">
                <a16:creationId xmlns:a16="http://schemas.microsoft.com/office/drawing/2014/main" id="{8D1EA16E-A05A-9A9E-F1F8-CF84B610506D}"/>
              </a:ext>
            </a:extLst>
          </p:cNvPr>
          <p:cNvGrpSpPr/>
          <p:nvPr userDrawn="1"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8" name="Google Shape;1893;p149">
              <a:extLst>
                <a:ext uri="{FF2B5EF4-FFF2-40B4-BE49-F238E27FC236}">
                  <a16:creationId xmlns:a16="http://schemas.microsoft.com/office/drawing/2014/main" id="{18D8EC5E-70F9-BEC7-26AE-E5F20E8A9427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9" name="Google Shape;1894;p149">
              <a:extLst>
                <a:ext uri="{FF2B5EF4-FFF2-40B4-BE49-F238E27FC236}">
                  <a16:creationId xmlns:a16="http://schemas.microsoft.com/office/drawing/2014/main" id="{014D344C-7774-0704-EFC4-B87B47D75A05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5;p149">
              <a:extLst>
                <a:ext uri="{FF2B5EF4-FFF2-40B4-BE49-F238E27FC236}">
                  <a16:creationId xmlns:a16="http://schemas.microsoft.com/office/drawing/2014/main" id="{AB826050-CF5F-076F-7204-F0EE809A88E9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6;p149">
              <a:extLst>
                <a:ext uri="{FF2B5EF4-FFF2-40B4-BE49-F238E27FC236}">
                  <a16:creationId xmlns:a16="http://schemas.microsoft.com/office/drawing/2014/main" id="{BD1140A5-A1B9-79F4-1500-39E67B5ED15B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7;p149">
              <a:extLst>
                <a:ext uri="{FF2B5EF4-FFF2-40B4-BE49-F238E27FC236}">
                  <a16:creationId xmlns:a16="http://schemas.microsoft.com/office/drawing/2014/main" id="{133FDB1F-AC7F-69FA-F8D8-964E8C4B8C7C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8;p149">
              <a:extLst>
                <a:ext uri="{FF2B5EF4-FFF2-40B4-BE49-F238E27FC236}">
                  <a16:creationId xmlns:a16="http://schemas.microsoft.com/office/drawing/2014/main" id="{96EEE2F8-C70B-A7F1-0B0F-91FFC3EE91FF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9;p149">
              <a:extLst>
                <a:ext uri="{FF2B5EF4-FFF2-40B4-BE49-F238E27FC236}">
                  <a16:creationId xmlns:a16="http://schemas.microsoft.com/office/drawing/2014/main" id="{8929826C-7E4D-8727-0D53-A95F88113F0C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900;p149">
              <a:extLst>
                <a:ext uri="{FF2B5EF4-FFF2-40B4-BE49-F238E27FC236}">
                  <a16:creationId xmlns:a16="http://schemas.microsoft.com/office/drawing/2014/main" id="{6816DDCA-0176-EC0E-90D9-D7C7797FBEC4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901;p149">
              <a:extLst>
                <a:ext uri="{FF2B5EF4-FFF2-40B4-BE49-F238E27FC236}">
                  <a16:creationId xmlns:a16="http://schemas.microsoft.com/office/drawing/2014/main" id="{56A40963-15FE-C248-07F2-C131868352AD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902;p149">
              <a:extLst>
                <a:ext uri="{FF2B5EF4-FFF2-40B4-BE49-F238E27FC236}">
                  <a16:creationId xmlns:a16="http://schemas.microsoft.com/office/drawing/2014/main" id="{6954DD1E-756D-271D-FA82-33B360CF1772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903;p149">
              <a:extLst>
                <a:ext uri="{FF2B5EF4-FFF2-40B4-BE49-F238E27FC236}">
                  <a16:creationId xmlns:a16="http://schemas.microsoft.com/office/drawing/2014/main" id="{51E4FBE3-4F6E-A7EC-F91C-92FDA1C0545E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4;p149">
              <a:extLst>
                <a:ext uri="{FF2B5EF4-FFF2-40B4-BE49-F238E27FC236}">
                  <a16:creationId xmlns:a16="http://schemas.microsoft.com/office/drawing/2014/main" id="{456F23FA-941D-882F-27F6-F1FD1C5B3A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5;p149">
              <a:extLst>
                <a:ext uri="{FF2B5EF4-FFF2-40B4-BE49-F238E27FC236}">
                  <a16:creationId xmlns:a16="http://schemas.microsoft.com/office/drawing/2014/main" id="{EF04EA97-64E8-4531-8B28-1282FFB40998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09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4BB5BC-EB5C-4044-84F6-D0AF947297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12" b="781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99A5D0B-5745-45F3-AE58-E3D614FCD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83000">
                <a:schemeClr val="tx2">
                  <a:alpha val="72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33B64FB9-415F-881F-8BC8-3519917CF8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tx2">
                <a:tint val="45000"/>
                <a:satMod val="400000"/>
              </a:schemeClr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7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7634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84" imgH="384" progId="TCLayout.ActiveDocument.1">
                  <p:embed/>
                </p:oleObj>
              </mc:Choice>
              <mc:Fallback>
                <p:oleObj name="think-cell Slide" r:id="rId7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3" name="Picture 22" descr="A picture containing logo&#10;&#10;Description automatically generated">
            <a:extLst>
              <a:ext uri="{FF2B5EF4-FFF2-40B4-BE49-F238E27FC236}">
                <a16:creationId xmlns:a16="http://schemas.microsoft.com/office/drawing/2014/main" id="{A0AC701A-50A7-4A3F-92AC-3CBA1347D47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A8500C0C-2FC3-4455-83E9-73EAF060228C}"/>
              </a:ext>
            </a:extLst>
          </p:cNvPr>
          <p:cNvSpPr txBox="1">
            <a:spLocks/>
          </p:cNvSpPr>
          <p:nvPr userDrawn="1"/>
        </p:nvSpPr>
        <p:spPr>
          <a:xfrm>
            <a:off x="442912" y="2769870"/>
            <a:ext cx="5473701" cy="1506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endParaRPr lang="en-GB" sz="4000" b="0">
              <a:solidFill>
                <a:schemeClr val="tx1"/>
              </a:solidFill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672F304-66DB-3B2E-8E5B-C1E2F4406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4785361"/>
            <a:ext cx="5473701" cy="6854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by]</a:t>
            </a:r>
            <a:br>
              <a:rPr lang="en-US"/>
            </a:br>
            <a:r>
              <a:rPr lang="en-US"/>
              <a:t>[Month Year]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2F0B57B-2F77-CBA4-9E8D-19A9E6FB27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1341373"/>
            <a:ext cx="5473701" cy="1209304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44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GB" sz="1800" dirty="0"/>
            </a:lvl5pPr>
          </a:lstStyle>
          <a:p>
            <a:r>
              <a:rPr lang="en-US"/>
              <a:t>TITLE IN TITLE CASE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3699FD-C199-37C8-6425-094D6B21C6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769434"/>
            <a:ext cx="5473700" cy="877887"/>
          </a:xfrm>
        </p:spPr>
        <p:txBody>
          <a:bodyPr/>
          <a:lstStyle>
            <a:lvl5pPr>
              <a:defRPr sz="4000" b="0">
                <a:solidFill>
                  <a:schemeClr val="bg1"/>
                </a:solidFill>
              </a:defRPr>
            </a:lvl5pPr>
          </a:lstStyle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145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4BB5BC-EB5C-4044-84F6-D0AF94729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12" b="7812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99A5D0B-5745-45F3-AE58-E3D614FCD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83000">
                <a:schemeClr val="tx2">
                  <a:alpha val="72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7634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3" name="Picture 22" descr="A picture containing logo&#10;&#10;Description automatically generated">
            <a:extLst>
              <a:ext uri="{FF2B5EF4-FFF2-40B4-BE49-F238E27FC236}">
                <a16:creationId xmlns:a16="http://schemas.microsoft.com/office/drawing/2014/main" id="{A0AC701A-50A7-4A3F-92AC-3CBA1347D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A8500C0C-2FC3-4455-83E9-73EAF060228C}"/>
              </a:ext>
            </a:extLst>
          </p:cNvPr>
          <p:cNvSpPr txBox="1">
            <a:spLocks/>
          </p:cNvSpPr>
          <p:nvPr userDrawn="1"/>
        </p:nvSpPr>
        <p:spPr>
          <a:xfrm>
            <a:off x="442912" y="2769870"/>
            <a:ext cx="5473701" cy="1506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endParaRPr lang="en-GB" sz="4000" b="0">
              <a:solidFill>
                <a:schemeClr val="tx1"/>
              </a:solidFill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672F304-66DB-3B2E-8E5B-C1E2F4406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4785361"/>
            <a:ext cx="5473701" cy="6854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by]</a:t>
            </a:r>
            <a:br>
              <a:rPr lang="en-US"/>
            </a:br>
            <a:r>
              <a:rPr lang="en-US"/>
              <a:t>[Month Year]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2F0B57B-2F77-CBA4-9E8D-19A9E6FB27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1341373"/>
            <a:ext cx="5473701" cy="1209304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44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GB" sz="1800" dirty="0"/>
            </a:lvl5pPr>
          </a:lstStyle>
          <a:p>
            <a:r>
              <a:rPr lang="en-US"/>
              <a:t>TITLE IN TITLE CASE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3699FD-C199-37C8-6425-094D6B21C6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769434"/>
            <a:ext cx="5473700" cy="877887"/>
          </a:xfrm>
        </p:spPr>
        <p:txBody>
          <a:bodyPr/>
          <a:lstStyle>
            <a:lvl5pPr>
              <a:defRPr sz="4000" b="0">
                <a:solidFill>
                  <a:schemeClr val="bg1"/>
                </a:solidFill>
              </a:defRPr>
            </a:lvl5pPr>
          </a:lstStyle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106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4BB5BC-EB5C-4044-84F6-D0AF947297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69" b="78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99A5D0B-5745-45F3-AE58-E3D614FCD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83000">
                <a:schemeClr val="tx2">
                  <a:alpha val="72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7634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23" name="Picture 22" descr="A picture containing logo&#10;&#10;Description automatically generated">
            <a:extLst>
              <a:ext uri="{FF2B5EF4-FFF2-40B4-BE49-F238E27FC236}">
                <a16:creationId xmlns:a16="http://schemas.microsoft.com/office/drawing/2014/main" id="{A0AC701A-50A7-4A3F-92AC-3CBA1347D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A8500C0C-2FC3-4455-83E9-73EAF060228C}"/>
              </a:ext>
            </a:extLst>
          </p:cNvPr>
          <p:cNvSpPr txBox="1">
            <a:spLocks/>
          </p:cNvSpPr>
          <p:nvPr userDrawn="1"/>
        </p:nvSpPr>
        <p:spPr>
          <a:xfrm>
            <a:off x="442912" y="2769870"/>
            <a:ext cx="5473701" cy="1506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endParaRPr lang="en-GB" sz="4000" b="0">
              <a:solidFill>
                <a:schemeClr val="tx1"/>
              </a:solidFill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672F304-66DB-3B2E-8E5B-C1E2F4406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4785361"/>
            <a:ext cx="5473701" cy="68546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by]</a:t>
            </a:r>
            <a:br>
              <a:rPr lang="en-US"/>
            </a:br>
            <a:r>
              <a:rPr lang="en-US"/>
              <a:t>[Month Year]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2F0B57B-2F77-CBA4-9E8D-19A9E6FB27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1341373"/>
            <a:ext cx="5473701" cy="1209304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44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GB" sz="1800" dirty="0"/>
            </a:lvl5pPr>
          </a:lstStyle>
          <a:p>
            <a:r>
              <a:rPr lang="en-US"/>
              <a:t>TITLE IN TITLE CASE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3699FD-C199-37C8-6425-094D6B21C6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769434"/>
            <a:ext cx="5473700" cy="877887"/>
          </a:xfrm>
        </p:spPr>
        <p:txBody>
          <a:bodyPr/>
          <a:lstStyle>
            <a:lvl5pPr>
              <a:defRPr sz="4000" b="0">
                <a:solidFill>
                  <a:schemeClr val="bg1"/>
                </a:solidFill>
              </a:defRPr>
            </a:lvl5pPr>
          </a:lstStyle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013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4BB5BC-EB5C-4044-84F6-D0AF947297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69" b="78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99A5D0B-5745-45F3-AE58-E3D614FCD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7634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500C0C-2FC3-4455-83E9-73EAF060228C}"/>
              </a:ext>
            </a:extLst>
          </p:cNvPr>
          <p:cNvSpPr txBox="1">
            <a:spLocks/>
          </p:cNvSpPr>
          <p:nvPr userDrawn="1"/>
        </p:nvSpPr>
        <p:spPr>
          <a:xfrm>
            <a:off x="442912" y="2942590"/>
            <a:ext cx="5473701" cy="1506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endParaRPr lang="en-GB" sz="4000" b="0">
              <a:solidFill>
                <a:schemeClr val="tx2"/>
              </a:solidFill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672F304-66DB-3B2E-8E5B-C1E2F4406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5672853"/>
            <a:ext cx="5473701" cy="483439"/>
          </a:xfr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r>
              <a:rPr lang="en-US"/>
              <a:t>[Prepared by]</a:t>
            </a:r>
            <a:br>
              <a:rPr lang="en-US"/>
            </a:br>
            <a:r>
              <a:rPr lang="en-US"/>
              <a:t>[Month Year]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1A024B7-BF47-9688-9CF9-7E74108BE53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7367" t="42974" r="36882" b="2250"/>
          <a:stretch/>
        </p:blipFill>
        <p:spPr>
          <a:xfrm>
            <a:off x="1188720" y="0"/>
            <a:ext cx="11003280" cy="67817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3FC2F3-E3F2-A0ED-2D06-E84AC9EAB1F6}"/>
              </a:ext>
            </a:extLst>
          </p:cNvPr>
          <p:cNvCxnSpPr>
            <a:cxnSpLocks/>
          </p:cNvCxnSpPr>
          <p:nvPr userDrawn="1"/>
        </p:nvCxnSpPr>
        <p:spPr>
          <a:xfrm>
            <a:off x="9149080" y="1117600"/>
            <a:ext cx="624840" cy="1089660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FCC2EC-4F4A-CF04-CE89-1870B202F5D8}"/>
              </a:ext>
            </a:extLst>
          </p:cNvPr>
          <p:cNvCxnSpPr>
            <a:cxnSpLocks/>
          </p:cNvCxnSpPr>
          <p:nvPr userDrawn="1"/>
        </p:nvCxnSpPr>
        <p:spPr>
          <a:xfrm>
            <a:off x="6899226" y="450353"/>
            <a:ext cx="1012908" cy="1756907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D2CC6B-ED10-9CC1-6F1C-87EF1303D310}"/>
              </a:ext>
            </a:extLst>
          </p:cNvPr>
          <p:cNvCxnSpPr>
            <a:cxnSpLocks/>
          </p:cNvCxnSpPr>
          <p:nvPr userDrawn="1"/>
        </p:nvCxnSpPr>
        <p:spPr>
          <a:xfrm>
            <a:off x="10107930" y="599520"/>
            <a:ext cx="2145030" cy="0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F0DFE2-61BB-DEDF-6298-087507B4E58E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81260" y="2074959"/>
            <a:ext cx="1013811" cy="1729025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713836-873C-0714-4313-6D17BF66C1E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14710" y="2526339"/>
            <a:ext cx="1067502" cy="1831738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8B1D32-35B8-1859-2E25-3AD9906792E6}"/>
              </a:ext>
            </a:extLst>
          </p:cNvPr>
          <p:cNvCxnSpPr>
            <a:cxnSpLocks/>
          </p:cNvCxnSpPr>
          <p:nvPr userDrawn="1"/>
        </p:nvCxnSpPr>
        <p:spPr>
          <a:xfrm>
            <a:off x="11014710" y="4364809"/>
            <a:ext cx="331470" cy="573706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D99187-45FE-DBA6-4B76-EC4B948E6C67}"/>
              </a:ext>
            </a:extLst>
          </p:cNvPr>
          <p:cNvCxnSpPr>
            <a:cxnSpLocks/>
          </p:cNvCxnSpPr>
          <p:nvPr userDrawn="1"/>
        </p:nvCxnSpPr>
        <p:spPr>
          <a:xfrm>
            <a:off x="5124133" y="599520"/>
            <a:ext cx="1241107" cy="0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6EE69C2-95DC-6C00-882B-82AE83ACA1FC}"/>
              </a:ext>
            </a:extLst>
          </p:cNvPr>
          <p:cNvCxnSpPr>
            <a:cxnSpLocks/>
          </p:cNvCxnSpPr>
          <p:nvPr userDrawn="1"/>
        </p:nvCxnSpPr>
        <p:spPr>
          <a:xfrm>
            <a:off x="8840946" y="2754274"/>
            <a:ext cx="1241107" cy="0"/>
          </a:xfrm>
          <a:prstGeom prst="line">
            <a:avLst/>
          </a:prstGeom>
          <a:ln w="12700" cap="rnd">
            <a:solidFill>
              <a:schemeClr val="accent1">
                <a:lumMod val="10000"/>
                <a:lumOff val="90000"/>
              </a:schemeClr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35CB51-9BBC-764B-15F7-753DCA2FDE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3918031"/>
            <a:ext cx="5473701" cy="1209304"/>
          </a:xfrm>
        </p:spPr>
        <p:txBody>
          <a:bodyPr vert="horz" lIns="0" tIns="0" rIns="0" bIns="0" rtlCol="0" anchor="b" anchorCtr="0">
            <a:noAutofit/>
          </a:bodyPr>
          <a:lstStyle>
            <a:lvl1pPr marL="0" indent="0">
              <a:lnSpc>
                <a:spcPct val="80000"/>
              </a:lnSpc>
              <a:buFont typeface="Arial" panose="020B0604020202020204" pitchFamily="34" charset="0"/>
              <a:buNone/>
              <a:defRPr lang="en-US" sz="44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GB" sz="1800" dirty="0"/>
            </a:lvl5pPr>
          </a:lstStyle>
          <a:p>
            <a:r>
              <a:rPr lang="en-US"/>
              <a:t>TITLE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15D08F-0590-DCEE-EF95-573C308904A6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912" y="5151120"/>
            <a:ext cx="1453231" cy="0"/>
          </a:xfrm>
          <a:prstGeom prst="line">
            <a:avLst/>
          </a:prstGeom>
          <a:ln w="9525" cap="rnd">
            <a:solidFill>
              <a:schemeClr val="tx2"/>
            </a:solidFill>
            <a:prstDash val="solid"/>
            <a:rou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67503EA-143B-5A35-9228-D5F7361BEA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13" y="5246021"/>
            <a:ext cx="5486400" cy="341980"/>
          </a:xfrm>
        </p:spPr>
        <p:txBody>
          <a:bodyPr/>
          <a:lstStyle>
            <a:lvl1pPr>
              <a:lnSpc>
                <a:spcPct val="80000"/>
              </a:lnSpc>
              <a:defRPr sz="2800">
                <a:solidFill>
                  <a:schemeClr val="accent3">
                    <a:lumMod val="75000"/>
                  </a:schemeClr>
                </a:solidFill>
              </a:defRPr>
            </a:lvl1pPr>
            <a:lvl2pPr>
              <a:defRPr sz="2800">
                <a:solidFill>
                  <a:schemeClr val="accent3">
                    <a:lumMod val="75000"/>
                  </a:schemeClr>
                </a:solidFill>
              </a:defRPr>
            </a:lvl2pPr>
            <a:lvl3pPr>
              <a:defRPr sz="2800">
                <a:solidFill>
                  <a:schemeClr val="accent3">
                    <a:lumMod val="75000"/>
                  </a:schemeClr>
                </a:solidFill>
              </a:defRPr>
            </a:lvl3pPr>
            <a:lvl4pPr>
              <a:defRPr sz="2800">
                <a:solidFill>
                  <a:schemeClr val="accent3">
                    <a:lumMod val="75000"/>
                  </a:schemeClr>
                </a:solidFill>
              </a:defRPr>
            </a:lvl4pPr>
            <a:lvl5pPr>
              <a:defRPr sz="280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DB0DFE9-273D-C5D0-5025-2C193FD42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4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775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542F8C29-9C7C-4347-97E4-41A062E7C2A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259EBB3-C273-4213-B13B-65E3445523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Google Shape;1863;p148">
            <a:extLst>
              <a:ext uri="{FF2B5EF4-FFF2-40B4-BE49-F238E27FC236}">
                <a16:creationId xmlns:a16="http://schemas.microsoft.com/office/drawing/2014/main" id="{3C607D14-95C1-444E-B406-6A73AAED5B54}"/>
              </a:ext>
            </a:extLst>
          </p:cNvPr>
          <p:cNvSpPr/>
          <p:nvPr/>
        </p:nvSpPr>
        <p:spPr>
          <a:xfrm>
            <a:off x="1326041" y="965191"/>
            <a:ext cx="2479800" cy="3421200"/>
          </a:xfrm>
          <a:prstGeom prst="rect">
            <a:avLst/>
          </a:pr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cxnSp>
        <p:nvCxnSpPr>
          <p:cNvPr id="20" name="Google Shape;1864;p148">
            <a:extLst>
              <a:ext uri="{FF2B5EF4-FFF2-40B4-BE49-F238E27FC236}">
                <a16:creationId xmlns:a16="http://schemas.microsoft.com/office/drawing/2014/main" id="{616EF23B-CDAB-4562-B655-09EB3A94F1D2}"/>
              </a:ext>
            </a:extLst>
          </p:cNvPr>
          <p:cNvCxnSpPr/>
          <p:nvPr/>
        </p:nvCxnSpPr>
        <p:spPr>
          <a:xfrm>
            <a:off x="9306719" y="1260477"/>
            <a:ext cx="0" cy="40449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" name="Google Shape;1865;p148">
            <a:extLst>
              <a:ext uri="{FF2B5EF4-FFF2-40B4-BE49-F238E27FC236}">
                <a16:creationId xmlns:a16="http://schemas.microsoft.com/office/drawing/2014/main" id="{836554E9-D82B-4D3E-8762-E2DE9F368EAB}"/>
              </a:ext>
            </a:extLst>
          </p:cNvPr>
          <p:cNvCxnSpPr/>
          <p:nvPr/>
        </p:nvCxnSpPr>
        <p:spPr>
          <a:xfrm rot="10800000">
            <a:off x="119" y="5305425"/>
            <a:ext cx="93066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" name="Google Shape;1866;p148">
            <a:extLst>
              <a:ext uri="{FF2B5EF4-FFF2-40B4-BE49-F238E27FC236}">
                <a16:creationId xmlns:a16="http://schemas.microsoft.com/office/drawing/2014/main" id="{64BDDC8D-EDBF-463C-AFAA-9379A2043FE7}"/>
              </a:ext>
            </a:extLst>
          </p:cNvPr>
          <p:cNvCxnSpPr/>
          <p:nvPr/>
        </p:nvCxnSpPr>
        <p:spPr>
          <a:xfrm rot="10800000">
            <a:off x="3805619" y="1260474"/>
            <a:ext cx="5501100" cy="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65882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5" name="Google Shape;1867;p148">
            <a:extLst>
              <a:ext uri="{FF2B5EF4-FFF2-40B4-BE49-F238E27FC236}">
                <a16:creationId xmlns:a16="http://schemas.microsoft.com/office/drawing/2014/main" id="{E533D8BF-8E29-4173-95B5-00CA0CE4D682}"/>
              </a:ext>
            </a:extLst>
          </p:cNvPr>
          <p:cNvGrpSpPr/>
          <p:nvPr/>
        </p:nvGrpSpPr>
        <p:grpSpPr>
          <a:xfrm>
            <a:off x="1874956" y="965190"/>
            <a:ext cx="1917737" cy="1172369"/>
            <a:chOff x="7006838" y="-1"/>
            <a:chExt cx="2901266" cy="1725848"/>
          </a:xfrm>
        </p:grpSpPr>
        <p:sp>
          <p:nvSpPr>
            <p:cNvPr id="26" name="Google Shape;1868;p148">
              <a:extLst>
                <a:ext uri="{FF2B5EF4-FFF2-40B4-BE49-F238E27FC236}">
                  <a16:creationId xmlns:a16="http://schemas.microsoft.com/office/drawing/2014/main" id="{5E8C3291-28E2-4163-AB05-44C8EFD7442A}"/>
                </a:ext>
              </a:extLst>
            </p:cNvPr>
            <p:cNvSpPr/>
            <p:nvPr/>
          </p:nvSpPr>
          <p:spPr>
            <a:xfrm>
              <a:off x="8307648" y="-1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1" name="Google Shape;1869;p148">
              <a:extLst>
                <a:ext uri="{FF2B5EF4-FFF2-40B4-BE49-F238E27FC236}">
                  <a16:creationId xmlns:a16="http://schemas.microsoft.com/office/drawing/2014/main" id="{773C34EE-39A6-4CD1-950F-F74516A288FE}"/>
                </a:ext>
              </a:extLst>
            </p:cNvPr>
            <p:cNvSpPr/>
            <p:nvPr/>
          </p:nvSpPr>
          <p:spPr>
            <a:xfrm>
              <a:off x="8307648" y="4482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2" name="Google Shape;1870;p148">
              <a:extLst>
                <a:ext uri="{FF2B5EF4-FFF2-40B4-BE49-F238E27FC236}">
                  <a16:creationId xmlns:a16="http://schemas.microsoft.com/office/drawing/2014/main" id="{B205580E-AF99-4E41-A086-7112A8827C97}"/>
                </a:ext>
              </a:extLst>
            </p:cNvPr>
            <p:cNvSpPr/>
            <p:nvPr/>
          </p:nvSpPr>
          <p:spPr>
            <a:xfrm>
              <a:off x="8916537" y="4482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3" name="Google Shape;1871;p148">
              <a:extLst>
                <a:ext uri="{FF2B5EF4-FFF2-40B4-BE49-F238E27FC236}">
                  <a16:creationId xmlns:a16="http://schemas.microsoft.com/office/drawing/2014/main" id="{32B8650E-7B18-45C7-8902-412E0A35D702}"/>
                </a:ext>
              </a:extLst>
            </p:cNvPr>
            <p:cNvSpPr/>
            <p:nvPr/>
          </p:nvSpPr>
          <p:spPr>
            <a:xfrm>
              <a:off x="7009231" y="-1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4" name="Google Shape;1872;p148">
              <a:extLst>
                <a:ext uri="{FF2B5EF4-FFF2-40B4-BE49-F238E27FC236}">
                  <a16:creationId xmlns:a16="http://schemas.microsoft.com/office/drawing/2014/main" id="{708C6ABA-D44D-45B9-A1B8-B1074BB170B7}"/>
                </a:ext>
              </a:extLst>
            </p:cNvPr>
            <p:cNvSpPr/>
            <p:nvPr/>
          </p:nvSpPr>
          <p:spPr>
            <a:xfrm>
              <a:off x="7006838" y="0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5" name="Google Shape;1873;p148">
              <a:extLst>
                <a:ext uri="{FF2B5EF4-FFF2-40B4-BE49-F238E27FC236}">
                  <a16:creationId xmlns:a16="http://schemas.microsoft.com/office/drawing/2014/main" id="{1B364D68-45BB-40F9-B9A4-ABA2ACD7D020}"/>
                </a:ext>
              </a:extLst>
            </p:cNvPr>
            <p:cNvSpPr/>
            <p:nvPr/>
          </p:nvSpPr>
          <p:spPr>
            <a:xfrm>
              <a:off x="7634180" y="0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6" name="Google Shape;1874;p148">
              <a:extLst>
                <a:ext uri="{FF2B5EF4-FFF2-40B4-BE49-F238E27FC236}">
                  <a16:creationId xmlns:a16="http://schemas.microsoft.com/office/drawing/2014/main" id="{6A435AE6-182A-48CB-8B17-119D3F6A24A0}"/>
                </a:ext>
              </a:extLst>
            </p:cNvPr>
            <p:cNvSpPr/>
            <p:nvPr/>
          </p:nvSpPr>
          <p:spPr>
            <a:xfrm>
              <a:off x="8270747" y="865092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7" name="Google Shape;1875;p148">
              <a:extLst>
                <a:ext uri="{FF2B5EF4-FFF2-40B4-BE49-F238E27FC236}">
                  <a16:creationId xmlns:a16="http://schemas.microsoft.com/office/drawing/2014/main" id="{21BD8F1F-02A9-47B4-865E-268E5812C70D}"/>
                </a:ext>
              </a:extLst>
            </p:cNvPr>
            <p:cNvSpPr/>
            <p:nvPr/>
          </p:nvSpPr>
          <p:spPr>
            <a:xfrm>
              <a:off x="7643403" y="434786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8" name="Google Shape;1876;p148">
              <a:extLst>
                <a:ext uri="{FF2B5EF4-FFF2-40B4-BE49-F238E27FC236}">
                  <a16:creationId xmlns:a16="http://schemas.microsoft.com/office/drawing/2014/main" id="{AA20D089-0524-47C9-B6DE-3065BF6701C7}"/>
                </a:ext>
              </a:extLst>
            </p:cNvPr>
            <p:cNvSpPr/>
            <p:nvPr/>
          </p:nvSpPr>
          <p:spPr>
            <a:xfrm>
              <a:off x="7643405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39" name="Google Shape;1877;p148">
              <a:extLst>
                <a:ext uri="{FF2B5EF4-FFF2-40B4-BE49-F238E27FC236}">
                  <a16:creationId xmlns:a16="http://schemas.microsoft.com/office/drawing/2014/main" id="{511730EA-F303-4026-A920-B485B5EA98A3}"/>
                </a:ext>
              </a:extLst>
            </p:cNvPr>
            <p:cNvSpPr/>
            <p:nvPr/>
          </p:nvSpPr>
          <p:spPr>
            <a:xfrm>
              <a:off x="8953441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40" name="Google Shape;1878;p148">
              <a:extLst>
                <a:ext uri="{FF2B5EF4-FFF2-40B4-BE49-F238E27FC236}">
                  <a16:creationId xmlns:a16="http://schemas.microsoft.com/office/drawing/2014/main" id="{32C8AFEC-5B77-421D-8198-C8D54414812F}"/>
                </a:ext>
              </a:extLst>
            </p:cNvPr>
            <p:cNvSpPr/>
            <p:nvPr/>
          </p:nvSpPr>
          <p:spPr>
            <a:xfrm>
              <a:off x="8953441" y="452717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41" name="Google Shape;1879;p148">
              <a:extLst>
                <a:ext uri="{FF2B5EF4-FFF2-40B4-BE49-F238E27FC236}">
                  <a16:creationId xmlns:a16="http://schemas.microsoft.com/office/drawing/2014/main" id="{AFF2E75C-349F-4F07-8B2F-6B628877D52C}"/>
                </a:ext>
              </a:extLst>
            </p:cNvPr>
            <p:cNvSpPr/>
            <p:nvPr/>
          </p:nvSpPr>
          <p:spPr>
            <a:xfrm>
              <a:off x="8944218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42" name="Google Shape;1880;p148">
              <a:extLst>
                <a:ext uri="{FF2B5EF4-FFF2-40B4-BE49-F238E27FC236}">
                  <a16:creationId xmlns:a16="http://schemas.microsoft.com/office/drawing/2014/main" id="{5396B7FB-AC73-4BA0-B326-17CC03A0F214}"/>
                </a:ext>
              </a:extLst>
            </p:cNvPr>
            <p:cNvSpPr/>
            <p:nvPr/>
          </p:nvSpPr>
          <p:spPr>
            <a:xfrm>
              <a:off x="9562347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61E076-4997-4D8F-BE54-68DEEE84D8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5186" y="2167443"/>
            <a:ext cx="1916400" cy="1826685"/>
          </a:xfr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kumimoji="0" lang="en-US" sz="9600" b="1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solidFill>
                  <a:schemeClr val="tx1"/>
                </a:solidFill>
              </a:defRPr>
            </a:lvl4pPr>
            <a:lvl5pPr>
              <a:defRPr lang="en-US" sz="1800"/>
            </a:lvl5pPr>
          </a:lstStyle>
          <a:p>
            <a: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  <a:tabLst/>
            </a:pPr>
            <a:r>
              <a:rPr lang="en-US"/>
              <a:t>1</a:t>
            </a:r>
          </a:p>
        </p:txBody>
      </p: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 bwMode="ltGray">
          <a:xfrm>
            <a:off x="3913786" y="2179508"/>
            <a:ext cx="4921123" cy="199738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>
              <a:lnSpc>
                <a:spcPct val="93000"/>
              </a:lnSpc>
              <a:defRPr sz="6000" b="1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Appendix</a:t>
            </a:r>
          </a:p>
        </p:txBody>
      </p:sp>
      <p:pic>
        <p:nvPicPr>
          <p:cNvPr id="2" name="Picture 1" descr="A picture containing logo&#10;&#10;Description automatically generated">
            <a:extLst>
              <a:ext uri="{FF2B5EF4-FFF2-40B4-BE49-F238E27FC236}">
                <a16:creationId xmlns:a16="http://schemas.microsoft.com/office/drawing/2014/main" id="{B082DBAC-FC0A-8A5B-CAD8-1BBEA06B5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3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46FC97E-2416-4D2C-9C35-DD0E1A5F67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3134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46FC97E-2416-4D2C-9C35-DD0E1A5F67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756745" y="2158987"/>
            <a:ext cx="3617255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756745" y="1227048"/>
            <a:ext cx="3617255" cy="664797"/>
          </a:xfrm>
        </p:spPr>
        <p:txBody>
          <a:bodyPr vert="horz" anchor="t">
            <a:noAutofit/>
          </a:bodyPr>
          <a:lstStyle>
            <a:lvl1pPr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1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43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9B50B77-E49A-4E15-BB2E-9787045488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7903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9B50B77-E49A-4E15-BB2E-978704548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72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9" name="Rectangle 58"/>
          <p:cNvSpPr/>
          <p:nvPr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ne">
    <p:bg bwMode="blackWhite"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E2D5259-4000-4364-BEFE-D404121EE4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2448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E2D5259-4000-4364-BEFE-D404121EE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35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statement green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C299BF-E88D-409D-8607-BAA67A527C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982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C299BF-E88D-409D-8607-BAA67A52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4238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4E9B3D3-8446-4EFF-8D16-2FB84EFAD0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0063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4E9B3D3-8446-4EFF-8D16-2FB84EFAD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670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one third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915FEBB-C7DB-4EFA-B600-D9777667EE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80841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915FEBB-C7DB-4EFA-B600-D9777667E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756745" y="2681103"/>
            <a:ext cx="29994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4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highlight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EC50DF-05E8-4DC4-8925-FE1827B315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6373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EC50DF-05E8-4DC4-8925-FE1827B31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469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Four column green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7F9F6AE-BD8C-485B-8E73-1905015E49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25383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7F9F6AE-BD8C-485B-8E73-1905015E4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7974839" cy="569387"/>
          </a:xfrm>
          <a:prstGeom prst="rect">
            <a:avLst/>
          </a:prstGeom>
        </p:spPr>
        <p:txBody>
          <a:bodyPr vert="horz"/>
          <a:lstStyle>
            <a:lvl1pPr>
              <a:defRPr sz="4000"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1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2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5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one third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5B68738-C44E-4728-9391-4020CA5C49A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0067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5B68738-C44E-4728-9391-4020CA5C4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756745" y="2681103"/>
            <a:ext cx="3001136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44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half">
    <p:bg bwMode="grayWhite"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DD3ACB9-FA44-4CB0-91D8-40C8C01E5D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2201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DD3ACB9-FA44-4CB0-91D8-40C8C01E5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756745" y="1785600"/>
            <a:ext cx="4261655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grpSp>
        <p:nvGrpSpPr>
          <p:cNvPr id="9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743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two third">
    <p:bg bwMode="grayWhite"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B01ABCD-71D8-4D2D-9137-102692DECD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811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B01ABCD-71D8-4D2D-9137-102692DEC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756745" y="1804650"/>
            <a:ext cx="6120807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grpSp>
        <p:nvGrpSpPr>
          <p:cNvPr id="15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6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7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8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89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ft arrow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0EF0EE-6E79-48B7-BC38-8031A39097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1790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0EF0EE-6E79-48B7-BC38-8031A3909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CA723A-059F-4468-B6E4-419A79EC4E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6745" y="2764203"/>
            <a:ext cx="2351893" cy="1314311"/>
          </a:xfrm>
        </p:spPr>
        <p:txBody>
          <a:bodyPr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79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CF50CA-4F49-4FCB-9E5A-12CD64BDD3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357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CF50CA-4F49-4FCB-9E5A-12CD64BDD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2764203"/>
            <a:ext cx="2351893" cy="1314311"/>
          </a:xfrm>
        </p:spPr>
        <p:txBody>
          <a:bodyPr vert="horz" anchor="ctr" anchorCtr="0">
            <a:noAutofit/>
          </a:bodyPr>
          <a:lstStyle>
            <a:lvl1pPr>
              <a:defRPr sz="4400" b="1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95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one third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07271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3" name="Pentagon 3"/>
          <p:cNvSpPr/>
          <p:nvPr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6745" y="1785600"/>
            <a:ext cx="3935490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84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B373AC1-7A49-43C0-9F0E-094508DD1B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220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B373AC1-7A49-43C0-9F0E-094508DD1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56745" y="1785600"/>
            <a:ext cx="3935490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5400" b="1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845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half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11976EC-3FA0-401F-8CFA-66B99EE26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2260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11976EC-3FA0-401F-8CFA-66B99EE26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4546901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1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2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757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256323A-BFCB-4D2B-8446-176197BC03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256323A-BFCB-4D2B-8446-176197BC0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4546901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9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two third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F9B779F-4072-4938-936D-FD869CC281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2974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F9B779F-4072-4938-936D-FD869CC28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9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0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7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554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1498336-B684-4D03-8633-D6567A8DD0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8001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1498336-B684-4D03-8633-D6567A8DD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accent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6130055" cy="56938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000" b="1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grpSp>
        <p:nvGrpSpPr>
          <p:cNvPr id="8" name="Google Shape;1892;p149">
            <a:extLst>
              <a:ext uri="{FF2B5EF4-FFF2-40B4-BE49-F238E27FC236}">
                <a16:creationId xmlns:a16="http://schemas.microsoft.com/office/drawing/2014/main" id="{FF5D0B8D-6363-4E55-8331-3C5738D24A69}"/>
              </a:ext>
            </a:extLst>
          </p:cNvPr>
          <p:cNvGrpSpPr/>
          <p:nvPr/>
        </p:nvGrpSpPr>
        <p:grpSpPr>
          <a:xfrm>
            <a:off x="10019832" y="-28841"/>
            <a:ext cx="2172168" cy="1289899"/>
            <a:chOff x="7006851" y="0"/>
            <a:chExt cx="2901252" cy="1725848"/>
          </a:xfrm>
        </p:grpSpPr>
        <p:sp>
          <p:nvSpPr>
            <p:cNvPr id="10" name="Google Shape;1893;p149">
              <a:extLst>
                <a:ext uri="{FF2B5EF4-FFF2-40B4-BE49-F238E27FC236}">
                  <a16:creationId xmlns:a16="http://schemas.microsoft.com/office/drawing/2014/main" id="{42D93CCD-F2C5-4401-9A48-DBB5F4BA0D12}"/>
                </a:ext>
              </a:extLst>
            </p:cNvPr>
            <p:cNvSpPr/>
            <p:nvPr/>
          </p:nvSpPr>
          <p:spPr>
            <a:xfrm>
              <a:off x="8307663" y="0"/>
              <a:ext cx="1226286" cy="416928"/>
            </a:xfrm>
            <a:custGeom>
              <a:avLst/>
              <a:gdLst/>
              <a:ahLst/>
              <a:cxnLst/>
              <a:rect l="l" t="t" r="r" b="b"/>
              <a:pathLst>
                <a:path w="1351279" h="472440" extrusionOk="0">
                  <a:moveTo>
                    <a:pt x="0" y="1904"/>
                  </a:moveTo>
                  <a:lnTo>
                    <a:pt x="675640" y="472440"/>
                  </a:lnTo>
                  <a:lnTo>
                    <a:pt x="1351279" y="1904"/>
                  </a:lnTo>
                  <a:lnTo>
                    <a:pt x="1348623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" name="Google Shape;1894;p149">
              <a:extLst>
                <a:ext uri="{FF2B5EF4-FFF2-40B4-BE49-F238E27FC236}">
                  <a16:creationId xmlns:a16="http://schemas.microsoft.com/office/drawing/2014/main" id="{63030B95-6704-452D-A3DE-198831B03D94}"/>
                </a:ext>
              </a:extLst>
            </p:cNvPr>
            <p:cNvSpPr/>
            <p:nvPr/>
          </p:nvSpPr>
          <p:spPr>
            <a:xfrm>
              <a:off x="8307663" y="4483"/>
              <a:ext cx="608532" cy="824890"/>
            </a:xfrm>
            <a:custGeom>
              <a:avLst/>
              <a:gdLst/>
              <a:ahLst/>
              <a:cxnLst/>
              <a:rect l="l" t="t" r="r" b="b"/>
              <a:pathLst>
                <a:path w="670559" h="934719" extrusionOk="0">
                  <a:moveTo>
                    <a:pt x="0" y="0"/>
                  </a:moveTo>
                  <a:lnTo>
                    <a:pt x="0" y="473710"/>
                  </a:lnTo>
                  <a:lnTo>
                    <a:pt x="670560" y="934720"/>
                  </a:lnTo>
                  <a:lnTo>
                    <a:pt x="670560" y="47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4" name="Google Shape;1895;p149">
              <a:extLst>
                <a:ext uri="{FF2B5EF4-FFF2-40B4-BE49-F238E27FC236}">
                  <a16:creationId xmlns:a16="http://schemas.microsoft.com/office/drawing/2014/main" id="{A737F445-D9FD-4562-BFB7-59805DAF6707}"/>
                </a:ext>
              </a:extLst>
            </p:cNvPr>
            <p:cNvSpPr/>
            <p:nvPr/>
          </p:nvSpPr>
          <p:spPr>
            <a:xfrm>
              <a:off x="8916554" y="4483"/>
              <a:ext cx="617753" cy="824890"/>
            </a:xfrm>
            <a:custGeom>
              <a:avLst/>
              <a:gdLst/>
              <a:ahLst/>
              <a:cxnLst/>
              <a:rect l="l" t="t" r="r" b="b"/>
              <a:pathLst>
                <a:path w="680720" h="934719" extrusionOk="0">
                  <a:moveTo>
                    <a:pt x="680719" y="0"/>
                  </a:moveTo>
                  <a:lnTo>
                    <a:pt x="0" y="473710"/>
                  </a:lnTo>
                  <a:lnTo>
                    <a:pt x="0" y="934720"/>
                  </a:lnTo>
                  <a:lnTo>
                    <a:pt x="680719" y="473710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" name="Google Shape;1896;p149">
              <a:extLst>
                <a:ext uri="{FF2B5EF4-FFF2-40B4-BE49-F238E27FC236}">
                  <a16:creationId xmlns:a16="http://schemas.microsoft.com/office/drawing/2014/main" id="{539B9B30-E99A-4549-9737-A2038B9DC5AF}"/>
                </a:ext>
              </a:extLst>
            </p:cNvPr>
            <p:cNvSpPr/>
            <p:nvPr/>
          </p:nvSpPr>
          <p:spPr>
            <a:xfrm>
              <a:off x="7009244" y="0"/>
              <a:ext cx="1240117" cy="407962"/>
            </a:xfrm>
            <a:custGeom>
              <a:avLst/>
              <a:gdLst/>
              <a:ahLst/>
              <a:cxnLst/>
              <a:rect l="l" t="t" r="r" b="b"/>
              <a:pathLst>
                <a:path w="1366520" h="462280" extrusionOk="0">
                  <a:moveTo>
                    <a:pt x="0" y="0"/>
                  </a:moveTo>
                  <a:lnTo>
                    <a:pt x="685070" y="462279"/>
                  </a:lnTo>
                  <a:lnTo>
                    <a:pt x="1366344" y="0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" name="Google Shape;1897;p149">
              <a:extLst>
                <a:ext uri="{FF2B5EF4-FFF2-40B4-BE49-F238E27FC236}">
                  <a16:creationId xmlns:a16="http://schemas.microsoft.com/office/drawing/2014/main" id="{5C994CCB-2A70-4496-97F8-4759BDC83588}"/>
                </a:ext>
              </a:extLst>
            </p:cNvPr>
            <p:cNvSpPr/>
            <p:nvPr/>
          </p:nvSpPr>
          <p:spPr>
            <a:xfrm>
              <a:off x="7006851" y="1"/>
              <a:ext cx="626973" cy="802474"/>
            </a:xfrm>
            <a:custGeom>
              <a:avLst/>
              <a:gdLst/>
              <a:ahLst/>
              <a:cxnLst/>
              <a:rect l="l" t="t" r="r" b="b"/>
              <a:pathLst>
                <a:path w="690879" h="909319" extrusionOk="0">
                  <a:moveTo>
                    <a:pt x="0" y="0"/>
                  </a:moveTo>
                  <a:lnTo>
                    <a:pt x="0" y="456565"/>
                  </a:lnTo>
                  <a:lnTo>
                    <a:pt x="690879" y="909320"/>
                  </a:lnTo>
                  <a:lnTo>
                    <a:pt x="690879" y="456565"/>
                  </a:lnTo>
                  <a:lnTo>
                    <a:pt x="7602" y="0"/>
                  </a:lnTo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9" name="Google Shape;1898;p149">
              <a:extLst>
                <a:ext uri="{FF2B5EF4-FFF2-40B4-BE49-F238E27FC236}">
                  <a16:creationId xmlns:a16="http://schemas.microsoft.com/office/drawing/2014/main" id="{4B7C9373-19C5-4A18-B9AE-91295B24B315}"/>
                </a:ext>
              </a:extLst>
            </p:cNvPr>
            <p:cNvSpPr/>
            <p:nvPr/>
          </p:nvSpPr>
          <p:spPr>
            <a:xfrm>
              <a:off x="7634193" y="1"/>
              <a:ext cx="617753" cy="802474"/>
            </a:xfrm>
            <a:custGeom>
              <a:avLst/>
              <a:gdLst/>
              <a:ahLst/>
              <a:cxnLst/>
              <a:rect l="l" t="t" r="r" b="b"/>
              <a:pathLst>
                <a:path w="680720" h="909319" extrusionOk="0">
                  <a:moveTo>
                    <a:pt x="673229" y="0"/>
                  </a:moveTo>
                  <a:lnTo>
                    <a:pt x="0" y="456565"/>
                  </a:lnTo>
                  <a:lnTo>
                    <a:pt x="0" y="909320"/>
                  </a:lnTo>
                  <a:lnTo>
                    <a:pt x="680720" y="456565"/>
                  </a:lnTo>
                  <a:lnTo>
                    <a:pt x="680720" y="0"/>
                  </a:lnTo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" name="Google Shape;1899;p149">
              <a:extLst>
                <a:ext uri="{FF2B5EF4-FFF2-40B4-BE49-F238E27FC236}">
                  <a16:creationId xmlns:a16="http://schemas.microsoft.com/office/drawing/2014/main" id="{C73C8A9D-D0D9-4E46-B012-BE91E59C141E}"/>
                </a:ext>
              </a:extLst>
            </p:cNvPr>
            <p:cNvSpPr/>
            <p:nvPr/>
          </p:nvSpPr>
          <p:spPr>
            <a:xfrm>
              <a:off x="8270760" y="865093"/>
              <a:ext cx="617753" cy="860755"/>
            </a:xfrm>
            <a:custGeom>
              <a:avLst/>
              <a:gdLst/>
              <a:ahLst/>
              <a:cxnLst/>
              <a:rect l="l" t="t" r="r" b="b"/>
              <a:pathLst>
                <a:path w="680720" h="975360" extrusionOk="0">
                  <a:moveTo>
                    <a:pt x="680719" y="0"/>
                  </a:moveTo>
                  <a:lnTo>
                    <a:pt x="0" y="474852"/>
                  </a:lnTo>
                  <a:lnTo>
                    <a:pt x="0" y="975359"/>
                  </a:lnTo>
                  <a:lnTo>
                    <a:pt x="680719" y="474852"/>
                  </a:lnTo>
                  <a:lnTo>
                    <a:pt x="680719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1" name="Google Shape;1900;p149">
              <a:extLst>
                <a:ext uri="{FF2B5EF4-FFF2-40B4-BE49-F238E27FC236}">
                  <a16:creationId xmlns:a16="http://schemas.microsoft.com/office/drawing/2014/main" id="{0FC64199-3478-4940-9D52-AA2F9338C13E}"/>
                </a:ext>
              </a:extLst>
            </p:cNvPr>
            <p:cNvSpPr/>
            <p:nvPr/>
          </p:nvSpPr>
          <p:spPr>
            <a:xfrm>
              <a:off x="7643418" y="434787"/>
              <a:ext cx="1244727" cy="851789"/>
            </a:xfrm>
            <a:custGeom>
              <a:avLst/>
              <a:gdLst/>
              <a:ahLst/>
              <a:cxnLst/>
              <a:rect l="l" t="t" r="r" b="b"/>
              <a:pathLst>
                <a:path w="1371600" h="965200" extrusionOk="0">
                  <a:moveTo>
                    <a:pt x="0" y="471678"/>
                  </a:moveTo>
                  <a:lnTo>
                    <a:pt x="694690" y="965200"/>
                  </a:lnTo>
                  <a:lnTo>
                    <a:pt x="1371600" y="490982"/>
                  </a:lnTo>
                  <a:lnTo>
                    <a:pt x="694690" y="0"/>
                  </a:lnTo>
                  <a:lnTo>
                    <a:pt x="0" y="471678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2" name="Google Shape;1901;p149">
              <a:extLst>
                <a:ext uri="{FF2B5EF4-FFF2-40B4-BE49-F238E27FC236}">
                  <a16:creationId xmlns:a16="http://schemas.microsoft.com/office/drawing/2014/main" id="{95F3E51F-DD19-40ED-A297-D56AF55188B3}"/>
                </a:ext>
              </a:extLst>
            </p:cNvPr>
            <p:cNvSpPr/>
            <p:nvPr/>
          </p:nvSpPr>
          <p:spPr>
            <a:xfrm>
              <a:off x="7643418" y="847164"/>
              <a:ext cx="626973" cy="869721"/>
            </a:xfrm>
            <a:custGeom>
              <a:avLst/>
              <a:gdLst/>
              <a:ahLst/>
              <a:cxnLst/>
              <a:rect l="l" t="t" r="r" b="b"/>
              <a:pathLst>
                <a:path w="690879" h="985519" extrusionOk="0">
                  <a:moveTo>
                    <a:pt x="2540" y="0"/>
                  </a:moveTo>
                  <a:lnTo>
                    <a:pt x="0" y="492759"/>
                  </a:lnTo>
                  <a:lnTo>
                    <a:pt x="690880" y="985519"/>
                  </a:lnTo>
                  <a:lnTo>
                    <a:pt x="690880" y="49275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3" name="Google Shape;1902;p149">
              <a:extLst>
                <a:ext uri="{FF2B5EF4-FFF2-40B4-BE49-F238E27FC236}">
                  <a16:creationId xmlns:a16="http://schemas.microsoft.com/office/drawing/2014/main" id="{BD642DE4-99B9-4857-8868-E5568E0F77AC}"/>
                </a:ext>
              </a:extLst>
            </p:cNvPr>
            <p:cNvSpPr/>
            <p:nvPr/>
          </p:nvSpPr>
          <p:spPr>
            <a:xfrm>
              <a:off x="8953456" y="875740"/>
              <a:ext cx="954290" cy="419730"/>
            </a:xfrm>
            <a:custGeom>
              <a:avLst/>
              <a:gdLst/>
              <a:ahLst/>
              <a:cxnLst/>
              <a:rect l="l" t="t" r="r" b="b"/>
              <a:pathLst>
                <a:path w="1051559" h="475615" extrusionOk="0">
                  <a:moveTo>
                    <a:pt x="0" y="0"/>
                  </a:moveTo>
                  <a:lnTo>
                    <a:pt x="671829" y="475615"/>
                  </a:lnTo>
                  <a:lnTo>
                    <a:pt x="1051560" y="216191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4" name="Google Shape;1903;p149">
              <a:extLst>
                <a:ext uri="{FF2B5EF4-FFF2-40B4-BE49-F238E27FC236}">
                  <a16:creationId xmlns:a16="http://schemas.microsoft.com/office/drawing/2014/main" id="{D33259B6-5562-4366-90EB-F4D6757544B1}"/>
                </a:ext>
              </a:extLst>
            </p:cNvPr>
            <p:cNvSpPr/>
            <p:nvPr/>
          </p:nvSpPr>
          <p:spPr>
            <a:xfrm>
              <a:off x="8953456" y="452718"/>
              <a:ext cx="954290" cy="423093"/>
            </a:xfrm>
            <a:custGeom>
              <a:avLst/>
              <a:gdLst/>
              <a:ahLst/>
              <a:cxnLst/>
              <a:rect l="l" t="t" r="r" b="b"/>
              <a:pathLst>
                <a:path w="1051559" h="479425" extrusionOk="0">
                  <a:moveTo>
                    <a:pt x="1051560" y="272285"/>
                  </a:moveTo>
                  <a:lnTo>
                    <a:pt x="678179" y="0"/>
                  </a:lnTo>
                  <a:lnTo>
                    <a:pt x="0" y="479425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Google Shape;1904;p149">
              <a:extLst>
                <a:ext uri="{FF2B5EF4-FFF2-40B4-BE49-F238E27FC236}">
                  <a16:creationId xmlns:a16="http://schemas.microsoft.com/office/drawing/2014/main" id="{95DBEB3A-AD3C-4104-B627-F2030C8A4B8A}"/>
                </a:ext>
              </a:extLst>
            </p:cNvPr>
            <p:cNvSpPr/>
            <p:nvPr/>
          </p:nvSpPr>
          <p:spPr>
            <a:xfrm>
              <a:off x="8944229" y="874059"/>
              <a:ext cx="617753" cy="833857"/>
            </a:xfrm>
            <a:custGeom>
              <a:avLst/>
              <a:gdLst/>
              <a:ahLst/>
              <a:cxnLst/>
              <a:rect l="l" t="t" r="r" b="b"/>
              <a:pathLst>
                <a:path w="680720" h="944880" extrusionOk="0">
                  <a:moveTo>
                    <a:pt x="2539" y="0"/>
                  </a:moveTo>
                  <a:lnTo>
                    <a:pt x="0" y="473710"/>
                  </a:lnTo>
                  <a:lnTo>
                    <a:pt x="675639" y="944879"/>
                  </a:lnTo>
                  <a:lnTo>
                    <a:pt x="680720" y="480187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6" name="Google Shape;1905;p149">
              <a:extLst>
                <a:ext uri="{FF2B5EF4-FFF2-40B4-BE49-F238E27FC236}">
                  <a16:creationId xmlns:a16="http://schemas.microsoft.com/office/drawing/2014/main" id="{B5C9D5C6-758A-4703-BE3E-3EB9DC1D20AB}"/>
                </a:ext>
              </a:extLst>
            </p:cNvPr>
            <p:cNvSpPr/>
            <p:nvPr/>
          </p:nvSpPr>
          <p:spPr>
            <a:xfrm>
              <a:off x="9562346" y="1066703"/>
              <a:ext cx="345757" cy="641644"/>
            </a:xfrm>
            <a:custGeom>
              <a:avLst/>
              <a:gdLst/>
              <a:ahLst/>
              <a:cxnLst/>
              <a:rect l="l" t="t" r="r" b="b"/>
              <a:pathLst>
                <a:path w="381000" h="727075" extrusionOk="0">
                  <a:moveTo>
                    <a:pt x="381000" y="0"/>
                  </a:moveTo>
                  <a:lnTo>
                    <a:pt x="5079" y="261094"/>
                  </a:lnTo>
                  <a:lnTo>
                    <a:pt x="0" y="726549"/>
                  </a:lnTo>
                  <a:lnTo>
                    <a:pt x="381000" y="468213"/>
                  </a:lnTo>
                </a:path>
              </a:pathLst>
            </a:cu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  <a:tabLst/>
                <a:defRPr/>
              </a:pPr>
              <a:endParaRPr kumimoji="0" sz="142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791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Section Header Overview">
    <p:bg>
      <p:bgPr>
        <a:gradFill>
          <a:gsLst>
            <a:gs pos="92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660573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white">
          <a:xfrm>
            <a:off x="11371795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0000" y="907199"/>
            <a:ext cx="3448800" cy="34015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295897" y="1115416"/>
            <a:ext cx="2116285" cy="981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b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9268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Full Width Overview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69065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white">
          <a:xfrm>
            <a:off x="11371795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30000" y="622800"/>
            <a:ext cx="7189998" cy="6263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4400" b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43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75445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630000" y="622800"/>
            <a:ext cx="7189998" cy="6263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4400" b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9" name="Straight Connector 8"/>
          <p:cNvCxnSpPr/>
          <p:nvPr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292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5990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12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4384B82-280F-45D4-ABA3-44602D1447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0136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4384B82-280F-45D4-ABA3-44602D1447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white">
          <a:xfrm>
            <a:off x="11371795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756745" y="317139"/>
            <a:ext cx="10806455" cy="626325"/>
          </a:xfrm>
        </p:spPr>
        <p:txBody>
          <a:bodyPr vert="horz">
            <a:noAutofit/>
          </a:bodyPr>
          <a:lstStyle>
            <a:lvl1pPr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409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green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E34BDBC-2682-4B6F-944B-934143B5C2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4626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63" progId="TCLayout.ActiveDocument.1">
                  <p:embed/>
                </p:oleObj>
              </mc:Choice>
              <mc:Fallback>
                <p:oleObj name="think-cell Slide" r:id="rId3" imgW="351" imgH="36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E34BDBC-2682-4B6F-944B-934143B5C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white">
          <a:xfrm>
            <a:off x="11371795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2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5406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9D1702F-5BB4-4A33-9AD2-0D725A00C2D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ED1E30-545F-406C-9375-66F190484B41}"/>
              </a:ext>
            </a:extLst>
          </p:cNvPr>
          <p:cNvSpPr/>
          <p:nvPr/>
        </p:nvSpPr>
        <p:spPr>
          <a:xfrm>
            <a:off x="-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Google Shape;18;p2">
            <a:extLst>
              <a:ext uri="{FF2B5EF4-FFF2-40B4-BE49-F238E27FC236}">
                <a16:creationId xmlns:a16="http://schemas.microsoft.com/office/drawing/2014/main" id="{552A769B-8F3B-4F65-825C-24D1E27BAB50}"/>
              </a:ext>
            </a:extLst>
          </p:cNvPr>
          <p:cNvSpPr/>
          <p:nvPr/>
        </p:nvSpPr>
        <p:spPr>
          <a:xfrm rot="10800000">
            <a:off x="1222533" y="912471"/>
            <a:ext cx="5759738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19;p2">
            <a:extLst>
              <a:ext uri="{FF2B5EF4-FFF2-40B4-BE49-F238E27FC236}">
                <a16:creationId xmlns:a16="http://schemas.microsoft.com/office/drawing/2014/main" id="{F755BD9B-C936-456E-AEA5-E5458E592C19}"/>
              </a:ext>
            </a:extLst>
          </p:cNvPr>
          <p:cNvSpPr/>
          <p:nvPr/>
        </p:nvSpPr>
        <p:spPr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Google Shape;20;p2">
            <a:extLst>
              <a:ext uri="{FF2B5EF4-FFF2-40B4-BE49-F238E27FC236}">
                <a16:creationId xmlns:a16="http://schemas.microsoft.com/office/drawing/2014/main" id="{572C1843-8554-408D-8582-1F6780DA380F}"/>
              </a:ext>
            </a:extLst>
          </p:cNvPr>
          <p:cNvSpPr/>
          <p:nvPr/>
        </p:nvSpPr>
        <p:spPr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6" name="Google Shape;21;p2">
            <a:extLst>
              <a:ext uri="{FF2B5EF4-FFF2-40B4-BE49-F238E27FC236}">
                <a16:creationId xmlns:a16="http://schemas.microsoft.com/office/drawing/2014/main" id="{F8C55517-4A24-4AD9-9368-F8B614592C1B}"/>
              </a:ext>
            </a:extLst>
          </p:cNvPr>
          <p:cNvGrpSpPr/>
          <p:nvPr/>
        </p:nvGrpSpPr>
        <p:grpSpPr>
          <a:xfrm>
            <a:off x="6068229" y="4435155"/>
            <a:ext cx="914243" cy="870801"/>
            <a:chOff x="4234180" y="3657600"/>
            <a:chExt cx="795008" cy="760807"/>
          </a:xfrm>
        </p:grpSpPr>
        <p:sp>
          <p:nvSpPr>
            <p:cNvPr id="17" name="Google Shape;22;p2">
              <a:extLst>
                <a:ext uri="{FF2B5EF4-FFF2-40B4-BE49-F238E27FC236}">
                  <a16:creationId xmlns:a16="http://schemas.microsoft.com/office/drawing/2014/main" id="{DB6F6B7E-859D-41A9-BB9E-2A6F4490B3AC}"/>
                </a:ext>
              </a:extLst>
            </p:cNvPr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Google Shape;23;p2">
              <a:extLst>
                <a:ext uri="{FF2B5EF4-FFF2-40B4-BE49-F238E27FC236}">
                  <a16:creationId xmlns:a16="http://schemas.microsoft.com/office/drawing/2014/main" id="{B69492E3-F02B-4171-87CF-F14E18290C5C}"/>
                </a:ext>
              </a:extLst>
            </p:cNvPr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C58F619-BA25-446B-8D25-5753D011CECC}"/>
              </a:ext>
            </a:extLst>
          </p:cNvPr>
          <p:cNvSpPr/>
          <p:nvPr/>
        </p:nvSpPr>
        <p:spPr>
          <a:xfrm>
            <a:off x="2415128" y="1490628"/>
            <a:ext cx="4325112" cy="294436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Thank you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BDDC2E98-E3DE-F175-143C-72A89E8816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1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5406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9D1702F-5BB4-4A33-9AD2-0D725A00C2D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ED1E30-545F-406C-9375-66F190484B41}"/>
              </a:ext>
            </a:extLst>
          </p:cNvPr>
          <p:cNvSpPr/>
          <p:nvPr/>
        </p:nvSpPr>
        <p:spPr>
          <a:xfrm>
            <a:off x="-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Google Shape;18;p2">
            <a:extLst>
              <a:ext uri="{FF2B5EF4-FFF2-40B4-BE49-F238E27FC236}">
                <a16:creationId xmlns:a16="http://schemas.microsoft.com/office/drawing/2014/main" id="{552A769B-8F3B-4F65-825C-24D1E27BAB50}"/>
              </a:ext>
            </a:extLst>
          </p:cNvPr>
          <p:cNvSpPr/>
          <p:nvPr/>
        </p:nvSpPr>
        <p:spPr>
          <a:xfrm rot="10800000">
            <a:off x="1222533" y="912471"/>
            <a:ext cx="5759738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19;p2">
            <a:extLst>
              <a:ext uri="{FF2B5EF4-FFF2-40B4-BE49-F238E27FC236}">
                <a16:creationId xmlns:a16="http://schemas.microsoft.com/office/drawing/2014/main" id="{F755BD9B-C936-456E-AEA5-E5458E592C19}"/>
              </a:ext>
            </a:extLst>
          </p:cNvPr>
          <p:cNvSpPr/>
          <p:nvPr/>
        </p:nvSpPr>
        <p:spPr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Google Shape;20;p2">
            <a:extLst>
              <a:ext uri="{FF2B5EF4-FFF2-40B4-BE49-F238E27FC236}">
                <a16:creationId xmlns:a16="http://schemas.microsoft.com/office/drawing/2014/main" id="{572C1843-8554-408D-8582-1F6780DA380F}"/>
              </a:ext>
            </a:extLst>
          </p:cNvPr>
          <p:cNvSpPr/>
          <p:nvPr/>
        </p:nvSpPr>
        <p:spPr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6" name="Google Shape;21;p2">
            <a:extLst>
              <a:ext uri="{FF2B5EF4-FFF2-40B4-BE49-F238E27FC236}">
                <a16:creationId xmlns:a16="http://schemas.microsoft.com/office/drawing/2014/main" id="{F8C55517-4A24-4AD9-9368-F8B614592C1B}"/>
              </a:ext>
            </a:extLst>
          </p:cNvPr>
          <p:cNvGrpSpPr/>
          <p:nvPr/>
        </p:nvGrpSpPr>
        <p:grpSpPr>
          <a:xfrm>
            <a:off x="6068229" y="4435155"/>
            <a:ext cx="914243" cy="870801"/>
            <a:chOff x="4234180" y="3657600"/>
            <a:chExt cx="795008" cy="760807"/>
          </a:xfrm>
        </p:grpSpPr>
        <p:sp>
          <p:nvSpPr>
            <p:cNvPr id="17" name="Google Shape;22;p2">
              <a:extLst>
                <a:ext uri="{FF2B5EF4-FFF2-40B4-BE49-F238E27FC236}">
                  <a16:creationId xmlns:a16="http://schemas.microsoft.com/office/drawing/2014/main" id="{DB6F6B7E-859D-41A9-BB9E-2A6F4490B3AC}"/>
                </a:ext>
              </a:extLst>
            </p:cNvPr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Google Shape;23;p2">
              <a:extLst>
                <a:ext uri="{FF2B5EF4-FFF2-40B4-BE49-F238E27FC236}">
                  <a16:creationId xmlns:a16="http://schemas.microsoft.com/office/drawing/2014/main" id="{B69492E3-F02B-4171-87CF-F14E18290C5C}"/>
                </a:ext>
              </a:extLst>
            </p:cNvPr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C58F619-BA25-446B-8D25-5753D011CECC}"/>
              </a:ext>
            </a:extLst>
          </p:cNvPr>
          <p:cNvSpPr/>
          <p:nvPr/>
        </p:nvSpPr>
        <p:spPr>
          <a:xfrm>
            <a:off x="2415128" y="1490628"/>
            <a:ext cx="4325112" cy="294436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Content Discussion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BDDC2E98-E3DE-F175-143C-72A89E8816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3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V Layout" preserve="1">
  <p:cSld name="1_CV Layout"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143"/>
          <p:cNvSpPr/>
          <p:nvPr/>
        </p:nvSpPr>
        <p:spPr>
          <a:xfrm>
            <a:off x="0" y="0"/>
            <a:ext cx="39719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43"/>
          <p:cNvSpPr txBox="1">
            <a:spLocks noGrp="1"/>
          </p:cNvSpPr>
          <p:nvPr>
            <p:ph type="body" idx="1"/>
          </p:nvPr>
        </p:nvSpPr>
        <p:spPr>
          <a:xfrm>
            <a:off x="652681" y="2891338"/>
            <a:ext cx="3168000" cy="331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−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6" name="Google Shape;2296;p143"/>
          <p:cNvSpPr txBox="1">
            <a:spLocks noGrp="1"/>
          </p:cNvSpPr>
          <p:nvPr>
            <p:ph type="body" idx="2"/>
          </p:nvPr>
        </p:nvSpPr>
        <p:spPr>
          <a:xfrm>
            <a:off x="4327526" y="6355077"/>
            <a:ext cx="5550122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297" name="Google Shape;2297;p143"/>
          <p:cNvSpPr/>
          <p:nvPr/>
        </p:nvSpPr>
        <p:spPr>
          <a:xfrm>
            <a:off x="1" y="2672475"/>
            <a:ext cx="3971924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43"/>
          <p:cNvSpPr>
            <a:spLocks noGrp="1"/>
          </p:cNvSpPr>
          <p:nvPr>
            <p:ph type="pic" idx="3"/>
          </p:nvPr>
        </p:nvSpPr>
        <p:spPr>
          <a:xfrm>
            <a:off x="652681" y="417407"/>
            <a:ext cx="1458000" cy="1458000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9" name="Google Shape;2299;p143"/>
          <p:cNvSpPr txBox="1">
            <a:spLocks noGrp="1"/>
          </p:cNvSpPr>
          <p:nvPr>
            <p:ph type="body" idx="4"/>
          </p:nvPr>
        </p:nvSpPr>
        <p:spPr>
          <a:xfrm>
            <a:off x="652681" y="2091910"/>
            <a:ext cx="316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0" name="Google Shape;2300;p143"/>
          <p:cNvSpPr txBox="1">
            <a:spLocks noGrp="1"/>
          </p:cNvSpPr>
          <p:nvPr>
            <p:ph type="body" idx="5"/>
          </p:nvPr>
        </p:nvSpPr>
        <p:spPr>
          <a:xfrm>
            <a:off x="652681" y="2299205"/>
            <a:ext cx="316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22;p3">
            <a:extLst>
              <a:ext uri="{FF2B5EF4-FFF2-40B4-BE49-F238E27FC236}">
                <a16:creationId xmlns:a16="http://schemas.microsoft.com/office/drawing/2014/main" id="{FA2F1B03-C295-43A8-B6B0-90FD02A7FEFD}"/>
              </a:ext>
            </a:extLst>
          </p:cNvPr>
          <p:cNvSpPr/>
          <p:nvPr/>
        </p:nvSpPr>
        <p:spPr>
          <a:xfrm>
            <a:off x="4336762" y="781229"/>
            <a:ext cx="7226588" cy="47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7897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9CEAFBC-499C-92F5-A6C2-DA52640562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2363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7" imgH="348" progId="TCLayout.ActiveDocument.1">
                  <p:embed/>
                </p:oleObj>
              </mc:Choice>
              <mc:Fallback>
                <p:oleObj name="think-cell Slide" r:id="rId9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CEAFBC-499C-92F5-A6C2-DA5264056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lide Tags" hidden="1"/>
          <p:cNvSpPr txBox="1"/>
          <p:nvPr userDrawn="1">
            <p:custDataLst>
              <p:tags r:id="rId2"/>
            </p:custDataLst>
          </p:nvPr>
        </p:nvSpPr>
        <p:spPr>
          <a:xfrm>
            <a:off x="0" y="201706"/>
            <a:ext cx="1939636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1" noProof="1"/>
              <a:t>Slide Tags</a:t>
            </a:r>
          </a:p>
        </p:txBody>
      </p:sp>
      <p:sp>
        <p:nvSpPr>
          <p:cNvPr id="21" name="Date/Filepath" hidden="1"/>
          <p:cNvSpPr txBox="1"/>
          <p:nvPr userDrawn="1">
            <p:custDataLst>
              <p:tags r:id="rId3"/>
            </p:custDataLst>
          </p:nvPr>
        </p:nvSpPr>
        <p:spPr>
          <a:xfrm>
            <a:off x="3999350" y="267427"/>
            <a:ext cx="7536873" cy="12221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US" sz="794" noProof="1"/>
              <a:t>1/7/2025 https://pwceur-my.sharepoint.com/personal/nadine_naboulsi_pwc_com/Documents/MEWA_ Env_Fund/20250107_Env Fund_Chief of Strategy Meeting_v1.pptx</a:t>
            </a:r>
            <a:endParaRPr lang="en-GB" sz="794" noProof="1"/>
          </a:p>
        </p:txBody>
      </p:sp>
      <p:sp>
        <p:nvSpPr>
          <p:cNvPr id="47" name="Banner Statement"/>
          <p:cNvSpPr>
            <a:spLocks noGrp="1"/>
          </p:cNvSpPr>
          <p:nvPr>
            <p:ph type="title" hasCustomPrompt="1"/>
          </p:nvPr>
        </p:nvSpPr>
        <p:spPr>
          <a:xfrm>
            <a:off x="442913" y="384048"/>
            <a:ext cx="11306173" cy="841248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dirty="0"/>
            </a:lvl1pPr>
          </a:lstStyle>
          <a:p>
            <a:pPr lvl="0">
              <a:lnSpc>
                <a:spcPct val="85000"/>
              </a:lnSpc>
            </a:pPr>
            <a:r>
              <a:rPr lang="en-GB"/>
              <a:t>[Slide title]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4F9E117-7163-4038-860F-5E50BAE51845}"/>
              </a:ext>
            </a:extLst>
          </p:cNvPr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438912" y="1733550"/>
            <a:ext cx="5477256" cy="4478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51124C-C186-4FCF-B885-26274C6D1C55}"/>
              </a:ext>
            </a:extLst>
          </p:cNvPr>
          <p:cNvSpPr>
            <a:spLocks noGrp="1"/>
          </p:cNvSpPr>
          <p:nvPr>
            <p:ph sz="quarter" idx="18"/>
            <p:custDataLst>
              <p:tags r:id="rId5"/>
            </p:custDataLst>
          </p:nvPr>
        </p:nvSpPr>
        <p:spPr>
          <a:xfrm>
            <a:off x="6278563" y="1733550"/>
            <a:ext cx="5477256" cy="4478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Section Footer">
            <a:extLst>
              <a:ext uri="{FF2B5EF4-FFF2-40B4-BE49-F238E27FC236}">
                <a16:creationId xmlns:a16="http://schemas.microsoft.com/office/drawing/2014/main" id="{7B2BD314-E21C-4F24-8E56-C9B61B742D07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442912" y="6373368"/>
            <a:ext cx="196246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endParaRPr lang="en-GB" sz="750" noProof="1">
              <a:solidFill>
                <a:schemeClr val="tx1"/>
              </a:solidFill>
            </a:endParaRPr>
          </a:p>
        </p:txBody>
      </p:sp>
      <p:sp>
        <p:nvSpPr>
          <p:cNvPr id="18" name="Strategy&amp;">
            <a:extLst>
              <a:ext uri="{FF2B5EF4-FFF2-40B4-BE49-F238E27FC236}">
                <a16:creationId xmlns:a16="http://schemas.microsoft.com/office/drawing/2014/main" id="{315F27B8-150F-4264-8179-61A38DB49282}"/>
              </a:ext>
            </a:extLst>
          </p:cNvPr>
          <p:cNvSpPr txBox="1"/>
          <p:nvPr userDrawn="1"/>
        </p:nvSpPr>
        <p:spPr>
          <a:xfrm>
            <a:off x="442912" y="6513984"/>
            <a:ext cx="421590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750" noProof="0">
                <a:solidFill>
                  <a:schemeClr val="tx1"/>
                </a:solidFill>
                <a:latin typeface="+mn-lt"/>
                <a:cs typeface="Arial" pitchFamily="34" charset="0"/>
              </a:rPr>
              <a:t>Strategy&amp;</a:t>
            </a:r>
          </a:p>
        </p:txBody>
      </p:sp>
      <p:sp>
        <p:nvSpPr>
          <p:cNvPr id="13" name="Footer Text">
            <a:extLst>
              <a:ext uri="{FF2B5EF4-FFF2-40B4-BE49-F238E27FC236}">
                <a16:creationId xmlns:a16="http://schemas.microsoft.com/office/drawing/2014/main" id="{57BE1E34-A9BE-491B-977D-F785C888B2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0800" y="6355080"/>
            <a:ext cx="6998208" cy="274320"/>
          </a:xfrm>
        </p:spPr>
        <p:txBody>
          <a:bodyPr anchor="b">
            <a:noAutofit/>
          </a:bodyPr>
          <a:lstStyle>
            <a:lvl1pPr marL="0" indent="0">
              <a:buNone/>
              <a:defRPr sz="750"/>
            </a:lvl1pPr>
          </a:lstStyle>
          <a:p>
            <a:pPr lvl="0"/>
            <a:r>
              <a:rPr lang="en-GB"/>
              <a:t>[Optional footnotes/references]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98E0F73B-B7B6-42E3-94B1-800C174954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[Optional slide subtitle]</a:t>
            </a:r>
          </a:p>
        </p:txBody>
      </p:sp>
      <p:sp>
        <p:nvSpPr>
          <p:cNvPr id="2" name="Slide Number Placeholder 33">
            <a:extLst>
              <a:ext uri="{FF2B5EF4-FFF2-40B4-BE49-F238E27FC236}">
                <a16:creationId xmlns:a16="http://schemas.microsoft.com/office/drawing/2014/main" id="{18DBE468-EC64-7693-56FC-2EFAD7A99B5D}"/>
              </a:ext>
            </a:extLst>
          </p:cNvPr>
          <p:cNvSpPr txBox="1">
            <a:spLocks/>
          </p:cNvSpPr>
          <p:nvPr userDrawn="1"/>
        </p:nvSpPr>
        <p:spPr>
          <a:xfrm>
            <a:off x="9701408" y="6483174"/>
            <a:ext cx="2028305" cy="137160"/>
          </a:xfrm>
          <a:prstGeom prst="rect">
            <a:avLst/>
          </a:prstGeom>
        </p:spPr>
        <p:txBody>
          <a:bodyPr vert="horz" lIns="0" tIns="50941" rIns="0" bIns="50941" rtlCol="0" anchor="ctr"/>
          <a:lstStyle>
            <a:defPPr>
              <a:defRPr lang="en-US"/>
            </a:defPPr>
            <a:lvl1pPr algn="r">
              <a:defRPr sz="800">
                <a:latin typeface="Arial" pitchFamily="34" charset="0"/>
                <a:cs typeface="Arial" pitchFamily="34" charset="0"/>
              </a:defRPr>
            </a:lvl1pPr>
            <a:lvl2pPr marL="509412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5A39AF-FEF5-47AB-AA80-4C0BD4A8B09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ection Footer">
            <a:extLst>
              <a:ext uri="{FF2B5EF4-FFF2-40B4-BE49-F238E27FC236}">
                <a16:creationId xmlns:a16="http://schemas.microsoft.com/office/drawing/2014/main" id="{4F6E0870-C7F2-D3C9-6995-10B38174707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42912" y="6261408"/>
            <a:ext cx="196246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Investment attraction in the Environment and Meteorology sectors</a:t>
            </a:r>
          </a:p>
        </p:txBody>
      </p:sp>
    </p:spTree>
    <p:extLst>
      <p:ext uri="{BB962C8B-B14F-4D97-AF65-F5344CB8AC3E}">
        <p14:creationId xmlns:p14="http://schemas.microsoft.com/office/powerpoint/2010/main" val="37515511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5406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9D1702F-5BB4-4A33-9AD2-0D725A00C2D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ED1E30-545F-406C-9375-66F190484B41}"/>
              </a:ext>
            </a:extLst>
          </p:cNvPr>
          <p:cNvSpPr/>
          <p:nvPr/>
        </p:nvSpPr>
        <p:spPr>
          <a:xfrm>
            <a:off x="-774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Google Shape;18;p2">
            <a:extLst>
              <a:ext uri="{FF2B5EF4-FFF2-40B4-BE49-F238E27FC236}">
                <a16:creationId xmlns:a16="http://schemas.microsoft.com/office/drawing/2014/main" id="{552A769B-8F3B-4F65-825C-24D1E27BAB50}"/>
              </a:ext>
            </a:extLst>
          </p:cNvPr>
          <p:cNvSpPr/>
          <p:nvPr/>
        </p:nvSpPr>
        <p:spPr>
          <a:xfrm rot="10800000">
            <a:off x="1222533" y="912471"/>
            <a:ext cx="5759738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19;p2">
            <a:extLst>
              <a:ext uri="{FF2B5EF4-FFF2-40B4-BE49-F238E27FC236}">
                <a16:creationId xmlns:a16="http://schemas.microsoft.com/office/drawing/2014/main" id="{F755BD9B-C936-456E-AEA5-E5458E592C19}"/>
              </a:ext>
            </a:extLst>
          </p:cNvPr>
          <p:cNvSpPr/>
          <p:nvPr/>
        </p:nvSpPr>
        <p:spPr>
          <a:xfrm>
            <a:off x="2379261" y="1407662"/>
            <a:ext cx="4327212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Google Shape;20;p2">
            <a:extLst>
              <a:ext uri="{FF2B5EF4-FFF2-40B4-BE49-F238E27FC236}">
                <a16:creationId xmlns:a16="http://schemas.microsoft.com/office/drawing/2014/main" id="{572C1843-8554-408D-8582-1F6780DA380F}"/>
              </a:ext>
            </a:extLst>
          </p:cNvPr>
          <p:cNvSpPr/>
          <p:nvPr/>
        </p:nvSpPr>
        <p:spPr>
          <a:xfrm>
            <a:off x="1730708" y="605061"/>
            <a:ext cx="4662341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6" name="Google Shape;21;p2">
            <a:extLst>
              <a:ext uri="{FF2B5EF4-FFF2-40B4-BE49-F238E27FC236}">
                <a16:creationId xmlns:a16="http://schemas.microsoft.com/office/drawing/2014/main" id="{F8C55517-4A24-4AD9-9368-F8B614592C1B}"/>
              </a:ext>
            </a:extLst>
          </p:cNvPr>
          <p:cNvGrpSpPr/>
          <p:nvPr/>
        </p:nvGrpSpPr>
        <p:grpSpPr>
          <a:xfrm>
            <a:off x="6068229" y="4435155"/>
            <a:ext cx="914243" cy="870801"/>
            <a:chOff x="4234180" y="3657600"/>
            <a:chExt cx="795008" cy="760807"/>
          </a:xfrm>
        </p:grpSpPr>
        <p:sp>
          <p:nvSpPr>
            <p:cNvPr id="17" name="Google Shape;22;p2">
              <a:extLst>
                <a:ext uri="{FF2B5EF4-FFF2-40B4-BE49-F238E27FC236}">
                  <a16:creationId xmlns:a16="http://schemas.microsoft.com/office/drawing/2014/main" id="{DB6F6B7E-859D-41A9-BB9E-2A6F4490B3AC}"/>
                </a:ext>
              </a:extLst>
            </p:cNvPr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Google Shape;23;p2">
              <a:extLst>
                <a:ext uri="{FF2B5EF4-FFF2-40B4-BE49-F238E27FC236}">
                  <a16:creationId xmlns:a16="http://schemas.microsoft.com/office/drawing/2014/main" id="{B69492E3-F02B-4171-87CF-F14E18290C5C}"/>
                </a:ext>
              </a:extLst>
            </p:cNvPr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C58F619-BA25-446B-8D25-5753D011CECC}"/>
              </a:ext>
            </a:extLst>
          </p:cNvPr>
          <p:cNvSpPr/>
          <p:nvPr/>
        </p:nvSpPr>
        <p:spPr>
          <a:xfrm>
            <a:off x="2415128" y="1490628"/>
            <a:ext cx="4325112" cy="294436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BDDC2E98-E3DE-F175-143C-72A89E8816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3" t="29916" r="16754" b="21802"/>
          <a:stretch/>
        </p:blipFill>
        <p:spPr>
          <a:xfrm>
            <a:off x="9628256" y="6050184"/>
            <a:ext cx="2227578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V Layout" preserve="1">
  <p:cSld name="2_CV Layout"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143"/>
          <p:cNvSpPr/>
          <p:nvPr/>
        </p:nvSpPr>
        <p:spPr>
          <a:xfrm>
            <a:off x="0" y="0"/>
            <a:ext cx="39719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43"/>
          <p:cNvSpPr txBox="1">
            <a:spLocks noGrp="1"/>
          </p:cNvSpPr>
          <p:nvPr>
            <p:ph type="body" idx="1"/>
          </p:nvPr>
        </p:nvSpPr>
        <p:spPr>
          <a:xfrm>
            <a:off x="652681" y="2891338"/>
            <a:ext cx="3168000" cy="331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−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Char char="–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6" name="Google Shape;2296;p143"/>
          <p:cNvSpPr txBox="1">
            <a:spLocks noGrp="1"/>
          </p:cNvSpPr>
          <p:nvPr>
            <p:ph type="body" idx="2"/>
          </p:nvPr>
        </p:nvSpPr>
        <p:spPr>
          <a:xfrm>
            <a:off x="4327526" y="6355077"/>
            <a:ext cx="5550122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2297" name="Google Shape;2297;p143"/>
          <p:cNvSpPr/>
          <p:nvPr/>
        </p:nvSpPr>
        <p:spPr>
          <a:xfrm>
            <a:off x="1" y="2672475"/>
            <a:ext cx="3971924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43"/>
          <p:cNvSpPr>
            <a:spLocks noGrp="1"/>
          </p:cNvSpPr>
          <p:nvPr>
            <p:ph type="pic" idx="3"/>
          </p:nvPr>
        </p:nvSpPr>
        <p:spPr>
          <a:xfrm>
            <a:off x="652681" y="417407"/>
            <a:ext cx="1458000" cy="1458000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9" name="Google Shape;2299;p143"/>
          <p:cNvSpPr txBox="1">
            <a:spLocks noGrp="1"/>
          </p:cNvSpPr>
          <p:nvPr>
            <p:ph type="body" idx="4"/>
          </p:nvPr>
        </p:nvSpPr>
        <p:spPr>
          <a:xfrm>
            <a:off x="652681" y="2091910"/>
            <a:ext cx="316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0" name="Google Shape;2300;p143"/>
          <p:cNvSpPr txBox="1">
            <a:spLocks noGrp="1"/>
          </p:cNvSpPr>
          <p:nvPr>
            <p:ph type="body" idx="5"/>
          </p:nvPr>
        </p:nvSpPr>
        <p:spPr>
          <a:xfrm>
            <a:off x="652681" y="2299205"/>
            <a:ext cx="316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22;p3">
            <a:extLst>
              <a:ext uri="{FF2B5EF4-FFF2-40B4-BE49-F238E27FC236}">
                <a16:creationId xmlns:a16="http://schemas.microsoft.com/office/drawing/2014/main" id="{FA2F1B03-C295-43A8-B6B0-90FD02A7FEFD}"/>
              </a:ext>
            </a:extLst>
          </p:cNvPr>
          <p:cNvSpPr/>
          <p:nvPr/>
        </p:nvSpPr>
        <p:spPr>
          <a:xfrm>
            <a:off x="4336762" y="781229"/>
            <a:ext cx="7226588" cy="47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35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Tags" hidden="1"/>
          <p:cNvSpPr txBox="1"/>
          <p:nvPr userDrawn="1">
            <p:custDataLst>
              <p:tags r:id="rId1"/>
            </p:custDataLst>
          </p:nvPr>
        </p:nvSpPr>
        <p:spPr>
          <a:xfrm>
            <a:off x="0" y="201706"/>
            <a:ext cx="1939636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1" noProof="1"/>
              <a:t>Slide Tags</a:t>
            </a:r>
          </a:p>
        </p:txBody>
      </p:sp>
      <p:sp>
        <p:nvSpPr>
          <p:cNvPr id="21" name="Date/Filepath" hidden="1"/>
          <p:cNvSpPr txBox="1"/>
          <p:nvPr userDrawn="1">
            <p:custDataLst>
              <p:tags r:id="rId2"/>
            </p:custDataLst>
          </p:nvPr>
        </p:nvSpPr>
        <p:spPr>
          <a:xfrm>
            <a:off x="3999350" y="145214"/>
            <a:ext cx="7536873" cy="2444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sz="794" noProof="1"/>
              <a:t>2/15/2024 https://uaepwc-my.sharepoint.com/personal/pavel_e_evteev_pwc_com/Documents/Documents/2_Proposals/2024-02_Env_Fund_Investment_Activation/02_Technical_proposal/Env_Fund_Technical_proposal_v01.pptx</a:t>
            </a:r>
          </a:p>
        </p:txBody>
      </p:sp>
      <p:sp>
        <p:nvSpPr>
          <p:cNvPr id="47" name="Banner Statement"/>
          <p:cNvSpPr>
            <a:spLocks noGrp="1"/>
          </p:cNvSpPr>
          <p:nvPr>
            <p:ph type="title" hasCustomPrompt="1"/>
          </p:nvPr>
        </p:nvSpPr>
        <p:spPr>
          <a:xfrm>
            <a:off x="442913" y="384048"/>
            <a:ext cx="11306173" cy="841248"/>
          </a:xfrm>
        </p:spPr>
        <p:txBody>
          <a:bodyPr vert="horz" lIns="0" tIns="0" rIns="0" bIns="0" rtlCol="0" anchor="b" anchorCtr="0">
            <a:noAutofit/>
          </a:bodyPr>
          <a:lstStyle>
            <a:lvl1pPr algn="l" defTabSz="89901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GB" sz="3200" b="0" i="0" kern="1200" baseline="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899010" rtl="0" eaLnBrk="1" latinLnBrk="0" hangingPunct="1">
              <a:spcBef>
                <a:spcPct val="0"/>
              </a:spcBef>
              <a:buNone/>
            </a:pPr>
            <a:r>
              <a:rPr lang="en-GB"/>
              <a:t>[Slide title]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4F9E117-7163-4038-860F-5E50BAE51845}"/>
              </a:ext>
            </a:extLst>
          </p:cNvPr>
          <p:cNvSpPr>
            <a:spLocks noGrp="1"/>
          </p:cNvSpPr>
          <p:nvPr>
            <p:ph sz="quarter" idx="14"/>
            <p:custDataLst>
              <p:tags r:id="rId3"/>
            </p:custDataLst>
          </p:nvPr>
        </p:nvSpPr>
        <p:spPr>
          <a:xfrm>
            <a:off x="438912" y="1733550"/>
            <a:ext cx="5477256" cy="4478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51124C-C186-4FCF-B885-26274C6D1C55}"/>
              </a:ext>
            </a:extLst>
          </p:cNvPr>
          <p:cNvSpPr>
            <a:spLocks noGrp="1"/>
          </p:cNvSpPr>
          <p:nvPr>
            <p:ph sz="quarter" idx="18"/>
            <p:custDataLst>
              <p:tags r:id="rId4"/>
            </p:custDataLst>
          </p:nvPr>
        </p:nvSpPr>
        <p:spPr>
          <a:xfrm>
            <a:off x="6278563" y="1733550"/>
            <a:ext cx="5477256" cy="4478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Section Footer">
            <a:extLst>
              <a:ext uri="{FF2B5EF4-FFF2-40B4-BE49-F238E27FC236}">
                <a16:creationId xmlns:a16="http://schemas.microsoft.com/office/drawing/2014/main" id="{7B2BD314-E21C-4F24-8E56-C9B61B742D07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442912" y="6373368"/>
            <a:ext cx="196246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endParaRPr lang="en-GB" sz="750" noProof="1">
              <a:solidFill>
                <a:schemeClr val="tx1"/>
              </a:solidFill>
            </a:endParaRPr>
          </a:p>
        </p:txBody>
      </p:sp>
      <p:sp>
        <p:nvSpPr>
          <p:cNvPr id="18" name="Strategy&amp;">
            <a:extLst>
              <a:ext uri="{FF2B5EF4-FFF2-40B4-BE49-F238E27FC236}">
                <a16:creationId xmlns:a16="http://schemas.microsoft.com/office/drawing/2014/main" id="{315F27B8-150F-4264-8179-61A38DB49282}"/>
              </a:ext>
            </a:extLst>
          </p:cNvPr>
          <p:cNvSpPr txBox="1"/>
          <p:nvPr userDrawn="1"/>
        </p:nvSpPr>
        <p:spPr>
          <a:xfrm>
            <a:off x="442912" y="6513984"/>
            <a:ext cx="421590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750" noProof="0">
                <a:solidFill>
                  <a:schemeClr val="tx1"/>
                </a:solidFill>
                <a:latin typeface="+mn-lt"/>
                <a:cs typeface="Arial" pitchFamily="34" charset="0"/>
              </a:rPr>
              <a:t>Strategy&amp;</a:t>
            </a:r>
          </a:p>
        </p:txBody>
      </p:sp>
      <p:sp>
        <p:nvSpPr>
          <p:cNvPr id="13" name="Footer Text">
            <a:extLst>
              <a:ext uri="{FF2B5EF4-FFF2-40B4-BE49-F238E27FC236}">
                <a16:creationId xmlns:a16="http://schemas.microsoft.com/office/drawing/2014/main" id="{57BE1E34-A9BE-491B-977D-F785C888B2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0800" y="6355080"/>
            <a:ext cx="6998208" cy="274320"/>
          </a:xfrm>
        </p:spPr>
        <p:txBody>
          <a:bodyPr anchor="b">
            <a:noAutofit/>
          </a:bodyPr>
          <a:lstStyle>
            <a:lvl1pPr marL="0" indent="0">
              <a:buNone/>
              <a:defRPr sz="750"/>
            </a:lvl1pPr>
          </a:lstStyle>
          <a:p>
            <a:pPr lvl="0"/>
            <a:r>
              <a:rPr lang="en-GB"/>
              <a:t>[Optional footnotes/references]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98E0F73B-B7B6-42E3-94B1-800C174954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[Optional slide subtitle]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E87B8-8A09-8120-46A4-FA2E70CF525E}"/>
              </a:ext>
            </a:extLst>
          </p:cNvPr>
          <p:cNvSpPr/>
          <p:nvPr/>
        </p:nvSpPr>
        <p:spPr>
          <a:xfrm>
            <a:off x="-594537" y="0"/>
            <a:ext cx="4572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D1E74-92A7-AB47-A4D8-345022C9EE8B}"/>
              </a:ext>
            </a:extLst>
          </p:cNvPr>
          <p:cNvSpPr/>
          <p:nvPr/>
        </p:nvSpPr>
        <p:spPr>
          <a:xfrm>
            <a:off x="-594537" y="558580"/>
            <a:ext cx="4572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C4A0B4-02FC-D97B-DC72-E2B69407C8B9}"/>
              </a:ext>
            </a:extLst>
          </p:cNvPr>
          <p:cNvSpPr/>
          <p:nvPr/>
        </p:nvSpPr>
        <p:spPr>
          <a:xfrm>
            <a:off x="-594537" y="1117160"/>
            <a:ext cx="4572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0B4C42-6C93-8C25-0C02-8F49B0F07F61}"/>
              </a:ext>
            </a:extLst>
          </p:cNvPr>
          <p:cNvSpPr/>
          <p:nvPr/>
        </p:nvSpPr>
        <p:spPr>
          <a:xfrm>
            <a:off x="-594537" y="1675740"/>
            <a:ext cx="4572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884B1-5425-567A-F63C-B649BFAA43CB}"/>
              </a:ext>
            </a:extLst>
          </p:cNvPr>
          <p:cNvSpPr/>
          <p:nvPr userDrawn="1"/>
        </p:nvSpPr>
        <p:spPr>
          <a:xfrm>
            <a:off x="-1113262" y="0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6AC985-8D31-5E2A-930E-F6B81DA48719}"/>
              </a:ext>
            </a:extLst>
          </p:cNvPr>
          <p:cNvSpPr/>
          <p:nvPr userDrawn="1"/>
        </p:nvSpPr>
        <p:spPr>
          <a:xfrm>
            <a:off x="-1113262" y="558580"/>
            <a:ext cx="45720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939536-4124-3242-B77B-069F9DDA10C8}"/>
              </a:ext>
            </a:extLst>
          </p:cNvPr>
          <p:cNvSpPr/>
          <p:nvPr userDrawn="1"/>
        </p:nvSpPr>
        <p:spPr>
          <a:xfrm>
            <a:off x="-1113262" y="1117160"/>
            <a:ext cx="45720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35AC31-22B4-AB58-7013-9E3D91D35D33}"/>
              </a:ext>
            </a:extLst>
          </p:cNvPr>
          <p:cNvSpPr/>
          <p:nvPr userDrawn="1"/>
        </p:nvSpPr>
        <p:spPr>
          <a:xfrm>
            <a:off x="-1113262" y="1675740"/>
            <a:ext cx="457200" cy="4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33">
            <a:extLst>
              <a:ext uri="{FF2B5EF4-FFF2-40B4-BE49-F238E27FC236}">
                <a16:creationId xmlns:a16="http://schemas.microsoft.com/office/drawing/2014/main" id="{AA4AF1C9-2E2F-F5AE-254B-8645D0087A91}"/>
              </a:ext>
            </a:extLst>
          </p:cNvPr>
          <p:cNvSpPr txBox="1">
            <a:spLocks/>
          </p:cNvSpPr>
          <p:nvPr userDrawn="1"/>
        </p:nvSpPr>
        <p:spPr>
          <a:xfrm>
            <a:off x="9701408" y="6483174"/>
            <a:ext cx="2028305" cy="137160"/>
          </a:xfrm>
          <a:prstGeom prst="rect">
            <a:avLst/>
          </a:prstGeom>
        </p:spPr>
        <p:txBody>
          <a:bodyPr vert="horz" lIns="0" tIns="50941" rIns="0" bIns="50941" rtlCol="0" anchor="ctr"/>
          <a:lstStyle>
            <a:defPPr>
              <a:defRPr lang="en-US"/>
            </a:defPPr>
            <a:lvl1pPr algn="r">
              <a:defRPr sz="800">
                <a:latin typeface="Arial" pitchFamily="34" charset="0"/>
                <a:cs typeface="Arial" pitchFamily="34" charset="0"/>
              </a:defRPr>
            </a:lvl1pPr>
            <a:lvl2pPr marL="509412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188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5A39AF-FEF5-47AB-AA80-4C0BD4A8B09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10188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9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150AC2-2AEF-825E-83DB-4B408E896E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2615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150AC2-2AEF-825E-83DB-4B408E896E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544096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rPr>
              <a:t>Copyright © 2020 by GSA.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83979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139E3C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Sakkal Majalla" panose="02000000000000000000" pitchFamily="2" charset="-78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564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61926F7-80CB-7B96-DF2F-76910FDEF1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539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1926F7-80CB-7B96-DF2F-76910FDEF1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accent1"/>
              </a:gs>
              <a:gs pos="100000">
                <a:schemeClr val="tx2">
                  <a:lumMod val="50000"/>
                </a:schemeClr>
              </a:gs>
            </a:gsLst>
            <a:lin ang="8100000" scaled="1"/>
          </a:gradFill>
          <a:ln w="1079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Sakkal Majalla" panose="02000000000000000000" pitchFamily="2" charset="-78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544097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rPr>
              <a:t>Copyright © 2020 by GSA.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262161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262161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131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1.xml"/><Relationship Id="rId47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2.bin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38.bin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13682625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0" imgH="270" progId="TCLayout.ActiveDocument.1">
                  <p:embed/>
                </p:oleObj>
              </mc:Choice>
              <mc:Fallback>
                <p:oleObj name="think-cell Slide" r:id="rId4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881323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fld id="{78D78108-40A4-444A-B0CD-906DCEA3E0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371795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756745" y="317139"/>
            <a:ext cx="9262811" cy="4839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56745" y="1825625"/>
            <a:ext cx="1080660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7567DAF2-EBBE-4588-954D-9F1407B741B8}"/>
              </a:ext>
            </a:extLst>
          </p:cNvPr>
          <p:cNvSpPr txBox="1">
            <a:spLocks/>
          </p:cNvSpPr>
          <p:nvPr/>
        </p:nvSpPr>
        <p:spPr>
          <a:xfrm>
            <a:off x="440722" y="1066800"/>
            <a:ext cx="11141677" cy="43180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1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Tx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345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Tx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Tx/>
              <a:buNone/>
              <a:def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Tx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6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32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endParaRPr lang="en-US"/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E5417BF-0340-4AA0-A1E9-024D66F816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094934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95" imgH="396" progId="TCLayout.ActiveDocument.1">
                  <p:embed/>
                </p:oleObj>
              </mc:Choice>
              <mc:Fallback>
                <p:oleObj name="think-cell Slide" r:id="rId46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E5417BF-0340-4AA0-A1E9-024D66F816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87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6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6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2000" kern="120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2000" b="1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6600" kern="1200" baseline="0" smtClean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3200" kern="1200" baseline="0" dirty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71">
          <p15:clr>
            <a:srgbClr val="F26B43"/>
          </p15:clr>
        </p15:guide>
        <p15:guide id="3" pos="7404">
          <p15:clr>
            <a:srgbClr val="F26B43"/>
          </p15:clr>
        </p15:guide>
        <p15:guide id="5" orient="horz" pos="947">
          <p15:clr>
            <a:srgbClr val="F26B43"/>
          </p15:clr>
        </p15:guide>
        <p15:guide id="6" orient="horz" pos="669">
          <p15:clr>
            <a:srgbClr val="F26B43"/>
          </p15:clr>
        </p15:guide>
        <p15:guide id="7" orient="horz" pos="596">
          <p15:clr>
            <a:srgbClr val="F26B43"/>
          </p15:clr>
        </p15:guide>
        <p15:guide id="8" orient="horz" pos="4131">
          <p15:clr>
            <a:srgbClr val="F26B43"/>
          </p15:clr>
        </p15:guide>
        <p15:guide id="9" orient="horz" pos="3900">
          <p15:clr>
            <a:srgbClr val="F26B43"/>
          </p15:clr>
        </p15:guide>
        <p15:guide id="10" orient="horz" pos="10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781328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139E3C"/>
          </a:solidFill>
          <a:ln w="9525" cap="rnd" cmpd="sng" algn="ctr">
            <a:solidFill>
              <a:srgbClr val="139E3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622800"/>
            <a:ext cx="10933350" cy="3416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1825625"/>
            <a:ext cx="1093335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262161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67872" y="6262161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9993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139E3C"/>
          </a:solidFill>
          <a:latin typeface="Sakkal Majalla" panose="02000000000000000000" pitchFamily="2" charset="-78"/>
          <a:ea typeface="+mj-ea"/>
          <a:cs typeface="Sakkal Majalla" panose="02000000000000000000" pitchFamily="2" charset="-78"/>
          <a:sym typeface="Sakkal Majalla" panose="02000000000000000000" pitchFamily="2" charset="-78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139E3C"/>
        </a:buClr>
        <a:buFont typeface="Arial" panose="020B0604020202020204" pitchFamily="34" charset="0"/>
        <a:buChar char="​"/>
        <a:defRPr lang="en-US" sz="1200" kern="120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39E3C"/>
        </a:buClr>
        <a:buFont typeface="Arial" panose="020B0604020202020204" pitchFamily="34" charset="0"/>
        <a:buChar char="•"/>
        <a:defRPr lang="en-US" sz="1200" kern="120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39E3C"/>
        </a:buClr>
        <a:buFont typeface="Trebuchet MS" panose="020B0603020202020204" pitchFamily="34" charset="0"/>
        <a:buChar char="–"/>
        <a:defRPr lang="en-US" sz="1200" kern="120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39E3C"/>
        </a:buClr>
        <a:buFont typeface="Arial" panose="020B0604020202020204" pitchFamily="34" charset="0"/>
        <a:buChar char="​"/>
        <a:defRPr lang="en-US" sz="1600" kern="1200">
          <a:solidFill>
            <a:srgbClr val="139E3C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139E3C"/>
        </a:buClr>
        <a:buFont typeface="Arial" panose="020B0604020202020204" pitchFamily="34" charset="0"/>
        <a:buChar char="​"/>
        <a:defRPr lang="en-US" sz="1600" b="1" kern="1200" smtClean="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139E3C"/>
        </a:buClr>
        <a:buFont typeface="Arial" panose="020B0604020202020204" pitchFamily="34" charset="0"/>
        <a:buChar char="•"/>
        <a:defRPr lang="en-US" sz="1600" kern="1200" smtClean="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139E3C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575757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139E3C"/>
        </a:buClr>
        <a:buFont typeface="Arial" panose="020B0604020202020204" pitchFamily="34" charset="0"/>
        <a:buChar char="​"/>
        <a:defRPr lang="en-US" sz="5400" kern="1200" baseline="0" smtClean="0">
          <a:solidFill>
            <a:srgbClr val="139E3C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139E3C"/>
        </a:buClr>
        <a:buFont typeface="Arial" panose="020B0604020202020204" pitchFamily="34" charset="0"/>
        <a:buChar char="​"/>
        <a:defRPr lang="en-US" sz="2400" kern="1200" baseline="0" dirty="0">
          <a:solidFill>
            <a:srgbClr val="139E3C"/>
          </a:solidFill>
          <a:latin typeface="Sakkal Majalla" panose="02000000000000000000" pitchFamily="2" charset="-78"/>
          <a:ea typeface="+mn-ea"/>
          <a:cs typeface="Sakkal Majalla" panose="02000000000000000000" pitchFamily="2" charset="-78"/>
          <a:sym typeface="Sakkal Majalla" panose="02000000000000000000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65.xml"/><Relationship Id="rId6" Type="http://schemas.openxmlformats.org/officeDocument/2006/relationships/image" Target="../media/image26.jpe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4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4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67.xml"/><Relationship Id="rId4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2DA6F1C-50F3-DCD5-3B7E-B97875E081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352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DA6F1C-50F3-DCD5-3B7E-B97875E08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76180B-72E5-CD35-4C8D-ABEA01E5A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168EFFF-96FD-8A58-5B2E-C5435EE80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GB" dirty="0"/>
              <a:t>Template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8B7AB15C-4F29-2AAA-7BCB-A5EB5A73AE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88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E6776D-5A1C-D7AF-8673-066B7BA915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E6776D-5A1C-D7AF-8673-066B7BA91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 flipH="1">
            <a:off x="283464" y="0"/>
            <a:ext cx="11908536" cy="6858000"/>
          </a:xfrm>
          <a:prstGeom prst="rect">
            <a:avLst/>
          </a:prstGeom>
          <a:solidFill>
            <a:schemeClr val="bg2">
              <a:lumMod val="10000"/>
              <a:alpha val="49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6" name="Google Shape;18;p2"/>
          <p:cNvSpPr/>
          <p:nvPr/>
        </p:nvSpPr>
        <p:spPr>
          <a:xfrm rot="10800000" flipH="1">
            <a:off x="5209728" y="912471"/>
            <a:ext cx="5759737" cy="4393325"/>
          </a:xfrm>
          <a:custGeom>
            <a:avLst/>
            <a:gdLst/>
            <a:ahLst/>
            <a:cxnLst/>
            <a:rect l="l" t="t" r="r" b="b"/>
            <a:pathLst>
              <a:path w="4783232" h="3657600" extrusionOk="0">
                <a:moveTo>
                  <a:pt x="760360" y="0"/>
                </a:moveTo>
                <a:lnTo>
                  <a:pt x="4783232" y="0"/>
                </a:lnTo>
                <a:lnTo>
                  <a:pt x="4783232" y="3657600"/>
                </a:lnTo>
                <a:lnTo>
                  <a:pt x="0" y="3657600"/>
                </a:lnTo>
                <a:lnTo>
                  <a:pt x="0" y="724468"/>
                </a:lnTo>
                <a:lnTo>
                  <a:pt x="760360" y="724468"/>
                </a:lnTo>
                <a:lnTo>
                  <a:pt x="760360" y="0"/>
                </a:lnTo>
                <a:close/>
              </a:path>
            </a:pathLst>
          </a:custGeom>
          <a:solidFill>
            <a:schemeClr val="tx2">
              <a:lumMod val="50000"/>
              <a:alpha val="7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Arial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7" name="Google Shape;19;p2"/>
          <p:cNvSpPr/>
          <p:nvPr/>
        </p:nvSpPr>
        <p:spPr>
          <a:xfrm flipH="1">
            <a:off x="5731189" y="1407662"/>
            <a:ext cx="4327211" cy="379288"/>
          </a:xfrm>
          <a:custGeom>
            <a:avLst/>
            <a:gdLst/>
            <a:ahLst/>
            <a:cxnLst/>
            <a:rect l="l" t="t" r="r" b="b"/>
            <a:pathLst>
              <a:path w="5029200" h="213359" extrusionOk="0">
                <a:moveTo>
                  <a:pt x="0" y="213360"/>
                </a:moveTo>
                <a:lnTo>
                  <a:pt x="0" y="0"/>
                </a:lnTo>
                <a:lnTo>
                  <a:pt x="502920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  <a:tabLst/>
              <a:defRPr/>
            </a:pPr>
            <a:endParaRPr kumimoji="0" sz="1425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akkal Majalla" panose="02000000000000000000" pitchFamily="2" charset="-78"/>
              <a:ea typeface="Calibri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8" name="Google Shape;20;p2"/>
          <p:cNvSpPr/>
          <p:nvPr/>
        </p:nvSpPr>
        <p:spPr>
          <a:xfrm flipH="1">
            <a:off x="5798950" y="605061"/>
            <a:ext cx="4662340" cy="5029200"/>
          </a:xfrm>
          <a:custGeom>
            <a:avLst/>
            <a:gdLst/>
            <a:ahLst/>
            <a:cxnLst/>
            <a:rect l="l" t="t" r="r" b="b"/>
            <a:pathLst>
              <a:path w="5175422" h="5420050" extrusionOk="0">
                <a:moveTo>
                  <a:pt x="0" y="0"/>
                </a:moveTo>
                <a:lnTo>
                  <a:pt x="1204082" y="0"/>
                </a:lnTo>
                <a:lnTo>
                  <a:pt x="1204082" y="225036"/>
                </a:lnTo>
                <a:lnTo>
                  <a:pt x="225036" y="225036"/>
                </a:lnTo>
                <a:lnTo>
                  <a:pt x="225036" y="5175386"/>
                </a:lnTo>
                <a:lnTo>
                  <a:pt x="5175386" y="5175386"/>
                </a:lnTo>
                <a:cubicBezTo>
                  <a:pt x="5175978" y="5257758"/>
                  <a:pt x="5169211" y="5337678"/>
                  <a:pt x="5169803" y="5420050"/>
                </a:cubicBezTo>
                <a:lnTo>
                  <a:pt x="0" y="5400422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akkal Majalla" panose="02000000000000000000" pitchFamily="2" charset="-78"/>
              <a:ea typeface="Calibri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grpSp>
        <p:nvGrpSpPr>
          <p:cNvPr id="9" name="Google Shape;21;p2"/>
          <p:cNvGrpSpPr/>
          <p:nvPr/>
        </p:nvGrpSpPr>
        <p:grpSpPr>
          <a:xfrm flipH="1">
            <a:off x="5209527" y="4435155"/>
            <a:ext cx="914243" cy="870801"/>
            <a:chOff x="4234180" y="3657600"/>
            <a:chExt cx="795008" cy="760807"/>
          </a:xfrm>
        </p:grpSpPr>
        <p:sp>
          <p:nvSpPr>
            <p:cNvPr id="10" name="Google Shape;22;p2"/>
            <p:cNvSpPr/>
            <p:nvPr/>
          </p:nvSpPr>
          <p:spPr>
            <a:xfrm>
              <a:off x="4631688" y="3657600"/>
              <a:ext cx="397500" cy="380400"/>
            </a:xfrm>
            <a:prstGeom prst="rect">
              <a:avLst/>
            </a:prstGeom>
            <a:solidFill>
              <a:srgbClr val="FFFFFF">
                <a:alpha val="3608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kkal Majalla" panose="02000000000000000000" pitchFamily="2" charset="-78"/>
                <a:ea typeface="Arial"/>
                <a:cs typeface="Sakkal Majalla" panose="02000000000000000000" pitchFamily="2" charset="-78"/>
                <a:sym typeface="Sakkal Majalla" panose="02000000000000000000" pitchFamily="2" charset="-78"/>
              </a:endParaRPr>
            </a:p>
          </p:txBody>
        </p:sp>
        <p:sp>
          <p:nvSpPr>
            <p:cNvPr id="11" name="Google Shape;23;p2"/>
            <p:cNvSpPr/>
            <p:nvPr/>
          </p:nvSpPr>
          <p:spPr>
            <a:xfrm>
              <a:off x="4234180" y="4038007"/>
              <a:ext cx="397500" cy="380400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kkal Majalla" panose="02000000000000000000" pitchFamily="2" charset="-78"/>
                <a:ea typeface="Arial"/>
                <a:cs typeface="Sakkal Majalla" panose="02000000000000000000" pitchFamily="2" charset="-78"/>
                <a:sym typeface="Sakkal Majalla" panose="02000000000000000000" pitchFamily="2" charset="-78"/>
              </a:endParaRPr>
            </a:p>
          </p:txBody>
        </p:sp>
      </p:grpSp>
      <p:pic>
        <p:nvPicPr>
          <p:cNvPr id="12" name="Picture 11" descr="A picture containing logo&amp;#xA;&amp;#xA;Description automatically generated">
            <a:extLst>
              <a:ext uri="{FF2B5EF4-FFF2-40B4-BE49-F238E27FC236}">
                <a16:creationId xmlns:a16="http://schemas.microsoft.com/office/drawing/2014/main" id="{2DF8503A-741A-8154-94BB-F56BED71288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663" t="29916" r="16754" b="21802"/>
          <a:stretch/>
        </p:blipFill>
        <p:spPr>
          <a:xfrm>
            <a:off x="152400" y="5943600"/>
            <a:ext cx="2459899" cy="80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4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C30E06-BDB7-D61B-E861-06F2661F6B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0563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C30E06-BDB7-D61B-E861-06F2661F6B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ubtitle 3">
            <a:extLst>
              <a:ext uri="{FF2B5EF4-FFF2-40B4-BE49-F238E27FC236}">
                <a16:creationId xmlns:a16="http://schemas.microsoft.com/office/drawing/2014/main" id="{202EAB87-1D35-6968-C9E2-6CFE6A303F4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B7D39C-BF6A-AEF2-B85F-14045D2E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30E5-135B-C6B4-4DE4-3E22AB39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3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0BF86DF-D22D-7F48-4855-412F81F1C3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9483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348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ate FilePath} = Yes"/>
  <p:tag name="SMARTLOCKSHAPE" val="Yes"/>
  <p:tag name="SMARTWRITE" val="{!Today} {!FilePath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DIVIDERLEVEL" val="0"/>
  <p:tag name="SMARTDIVIDERTYPE" val="Secti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DIVIDERLEVEL" val="0"/>
  <p:tag name="SMARTDIVIDERTYPE" val="Section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ate FilePath} = Yes"/>
  <p:tag name="SMARTLOCKSHAPE" val="Yes"/>
  <p:tag name="SMARTWRITE" val="{!Today} {!FilePath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Footer v.2"/>
  <p:tag name="SMARTWRITE" val="{@Title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Footer v.2"/>
  <p:tag name="SMARTWRITE" val="{@Title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DIVIDERLEVEL" val="0"/>
  <p:tag name="SMARTDIVIDERTYPE" val="Sectio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ISVISIBLE" val="{@Show Date FilePath} = Yes"/>
  <p:tag name="SMARTLOCKSHAPE" val="Yes"/>
  <p:tag name="SMARTWRITE" val="{!Today} {!FilePath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OCKSHAPE" val="Yes"/>
  <p:tag name="SMARTOBJECT" val="Section Footer v.2"/>
  <p:tag name="SMARTWRITE" val="{@Title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3AlIWlgSVSYAXejtCAb0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MOS Grid 16:9">
  <a:themeElements>
    <a:clrScheme name="Custom 5">
      <a:dk1>
        <a:srgbClr val="2C2C2C"/>
      </a:dk1>
      <a:lt1>
        <a:sysClr val="window" lastClr="FFFFFF"/>
      </a:lt1>
      <a:dk2>
        <a:srgbClr val="073B16"/>
      </a:dk2>
      <a:lt2>
        <a:srgbClr val="F2F2F2"/>
      </a:lt2>
      <a:accent1>
        <a:srgbClr val="0B5921"/>
      </a:accent1>
      <a:accent2>
        <a:srgbClr val="0E762C"/>
      </a:accent2>
      <a:accent3>
        <a:srgbClr val="BD9608"/>
      </a:accent3>
      <a:accent4>
        <a:srgbClr val="14AA3F"/>
      </a:accent4>
      <a:accent5>
        <a:srgbClr val="7F7F7F"/>
      </a:accent5>
      <a:accent6>
        <a:srgbClr val="074F77"/>
      </a:accent6>
      <a:hlink>
        <a:srgbClr val="0070C0"/>
      </a:hlink>
      <a:folHlink>
        <a:srgbClr val="00B0F0"/>
      </a:folHlink>
    </a:clrScheme>
    <a:fontScheme name="Custom 2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5"/>
          </a:solidFill>
          <a:prstDash val="solid"/>
          <a:round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1_New GSA Grid 16:9">
  <a:themeElements>
    <a:clrScheme name="New GSA">
      <a:dk1>
        <a:srgbClr val="575757"/>
      </a:dk1>
      <a:lt1>
        <a:sysClr val="window" lastClr="FFFFFF"/>
      </a:lt1>
      <a:dk2>
        <a:srgbClr val="139E3C"/>
      </a:dk2>
      <a:lt2>
        <a:srgbClr val="F2F2F2"/>
      </a:lt2>
      <a:accent1>
        <a:srgbClr val="094B1C"/>
      </a:accent1>
      <a:accent2>
        <a:srgbClr val="1C6653"/>
      </a:accent2>
      <a:accent3>
        <a:srgbClr val="F4C315"/>
      </a:accent3>
      <a:accent4>
        <a:srgbClr val="2CA485"/>
      </a:accent4>
      <a:accent5>
        <a:srgbClr val="6E6F73"/>
      </a:accent5>
      <a:accent6>
        <a:srgbClr val="074F77"/>
      </a:accent6>
      <a:hlink>
        <a:srgbClr val="2E3558"/>
      </a:hlink>
      <a:folHlink>
        <a:srgbClr val="2E3558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flat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4</Paragraphs>
  <Slides>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Sakkal Majalla</vt:lpstr>
      <vt:lpstr>Trebuchet MS</vt:lpstr>
      <vt:lpstr>3_MOS Grid 16:9</vt:lpstr>
      <vt:lpstr>1_New GSA Grid 16:9</vt:lpstr>
      <vt:lpstr>think-cell Slide</vt:lpstr>
      <vt:lpstr>Template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Halawani (MiddleEast)</dc:creator>
  <cp:lastModifiedBy>Sarah Halawani (MiddleEast)</cp:lastModifiedBy>
  <cp:revision>1</cp:revision>
  <dcterms:created xsi:type="dcterms:W3CDTF">2026-05-13T07:26:07Z</dcterms:created>
  <dcterms:modified xsi:type="dcterms:W3CDTF">2026-05-13T07:27:42Z</dcterms:modified>
</cp:coreProperties>
</file>