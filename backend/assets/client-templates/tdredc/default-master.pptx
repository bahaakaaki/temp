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heme/theme4.xml" ContentType="application/vnd.openxmlformats-officedocument.theme+xml"/>
  <Override PartName="/ppt/theme/themeOverride1.xml" ContentType="application/vnd.openxmlformats-officedocument.themeOverride+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notesSlides/notesSlide2.xml" ContentType="application/vnd.openxmlformats-officedocument.presentationml.notesSlide+xml"/>
  <Override PartName="/ppt/tags/tag73.xml" ContentType="application/vnd.openxmlformats-officedocument.presentationml.tags+xml"/>
  <Override PartName="/ppt/notesSlides/notesSlide3.xml" ContentType="application/vnd.openxmlformats-officedocument.presentationml.notesSlide+xml"/>
  <Override PartName="/ppt/tags/tag74.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699" r:id="rId2"/>
    <p:sldMasterId id="2147483711" r:id="rId3"/>
  </p:sldMasterIdLst>
  <p:notesMasterIdLst>
    <p:notesMasterId r:id="rId9"/>
  </p:notesMasterIdLst>
  <p:sldIdLst>
    <p:sldId id="2147483647" r:id="rId4"/>
    <p:sldId id="257" r:id="rId5"/>
    <p:sldId id="540" r:id="rId6"/>
    <p:sldId id="480" r:id="rId7"/>
    <p:sldId id="32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p:scale>
          <a:sx n="50" d="100"/>
          <a:sy n="50" d="100"/>
        </p:scale>
        <p:origin x="1284" y="4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BDE4F-AE2F-4706-97E9-882F907543D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602FBD-D4B9-42A3-A3D1-DB90778C581D}" type="slidenum">
              <a:rPr lang="en-US" smtClean="0"/>
              <a:t>‹#›</a:t>
            </a:fld>
            <a:endParaRPr lang="en-US"/>
          </a:p>
        </p:txBody>
      </p:sp>
    </p:spTree>
    <p:extLst>
      <p:ext uri="{BB962C8B-B14F-4D97-AF65-F5344CB8AC3E}">
        <p14:creationId xmlns:p14="http://schemas.microsoft.com/office/powerpoint/2010/main" val="3025165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7EE0F-6013-237B-C9EF-2379BD26C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A1677-0878-F6BE-379E-06B2583366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D70304-62C3-AE3D-3B23-5DCCE11A7E36}"/>
              </a:ext>
            </a:extLst>
          </p:cNvPr>
          <p:cNvSpPr>
            <a:spLocks noGrp="1"/>
          </p:cNvSpPr>
          <p:nvPr>
            <p:ph type="body" idx="1"/>
          </p:nvPr>
        </p:nvSpPr>
        <p:spPr/>
        <p:txBody>
          <a:bodyPr/>
          <a:lstStyle/>
          <a:p>
            <a:endParaRPr lang="en-US">
              <a:latin typeface="Fund Light" pitchFamily="2" charset="-78"/>
            </a:endParaRPr>
          </a:p>
        </p:txBody>
      </p:sp>
      <p:sp>
        <p:nvSpPr>
          <p:cNvPr id="4" name="Slide Number Placeholder 3">
            <a:extLst>
              <a:ext uri="{FF2B5EF4-FFF2-40B4-BE49-F238E27FC236}">
                <a16:creationId xmlns:a16="http://schemas.microsoft.com/office/drawing/2014/main" id="{3F29186E-2124-6401-0F93-4C30ED0AE244}"/>
              </a:ext>
            </a:extLst>
          </p:cNvPr>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DFED875-7CA7-4683-B586-34E1A4A09D12}" type="slidenum">
              <a:rPr kumimoji="0" lang="en-US" sz="1500" b="0" i="0" u="none" strike="noStrike" kern="1200" cap="none" spc="0" normalizeH="0" baseline="0" noProof="0" smtClean="0">
                <a:ln>
                  <a:noFill/>
                </a:ln>
                <a:solidFill>
                  <a:srgbClr val="6E6F73"/>
                </a:solidFill>
                <a:effectLst/>
                <a:uLnTx/>
                <a:uFillTx/>
                <a:latin typeface="Fund Light" pitchFamily="2" charset="-78"/>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a:t>
            </a:fld>
            <a:endParaRPr kumimoji="0" lang="en-US" sz="1500" b="0" i="0" u="none" strike="noStrike" kern="1200" cap="none" spc="0" normalizeH="0" baseline="0" noProof="0">
              <a:ln>
                <a:noFill/>
              </a:ln>
              <a:solidFill>
                <a:srgbClr val="6E6F73"/>
              </a:solidFill>
              <a:effectLst/>
              <a:uLnTx/>
              <a:uFillTx/>
              <a:latin typeface="Fund Light" pitchFamily="2" charset="-78"/>
              <a:ea typeface="+mn-ea"/>
              <a:cs typeface="+mn-cs"/>
            </a:endParaRPr>
          </a:p>
        </p:txBody>
      </p:sp>
    </p:spTree>
    <p:extLst>
      <p:ext uri="{BB962C8B-B14F-4D97-AF65-F5344CB8AC3E}">
        <p14:creationId xmlns:p14="http://schemas.microsoft.com/office/powerpoint/2010/main" val="673375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FE917-C2DE-01A4-5BFC-BDEA4F07F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27020-D3CF-F709-1416-6DF447A1513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4AEE48-FB2C-4361-204C-6A3BD06735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4FB117-9759-A6B6-D7CD-8472E89436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FFA819-EE41-4B08-909B-3D52D4A486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33310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9DCBB-5E99-C336-3FC8-07345F1CA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DE16A-F076-B028-1523-71A621D8ED4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3E08CD6-BEDE-D09A-C03B-25CF68700D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7EA48B-15B5-A68A-9640-C27ED5BAAA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FFA819-EE41-4B08-909B-3D52D4A486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89598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D13CF-87B4-CBF9-8E94-05D3FCC96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9D9F7-C1BE-206E-1C61-2A4D8D2125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8DF648-A37A-F13D-CA53-79CDC53405E0}"/>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8C91F23C-E904-A105-C671-E40FEA20584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87EDF9E1-68DE-C259-443D-E416125E3BB8}"/>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0BCF7A16-ECFD-CC38-192D-C6F21F9D39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C81CF6-93F6-4983-90C6-7E3C9B0853A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31772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oleObject" Target="../embeddings/oleObject3.bin"/><Relationship Id="rId7" Type="http://schemas.openxmlformats.org/officeDocument/2006/relationships/image" Target="../media/image7.emf"/><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6.emf"/><Relationship Id="rId5" Type="http://schemas.openxmlformats.org/officeDocument/2006/relationships/image" Target="../media/image5.jpe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oleObject" Target="../embeddings/oleObject3.bin"/><Relationship Id="rId7" Type="http://schemas.openxmlformats.org/officeDocument/2006/relationships/image" Target="../media/image7.emf"/><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emf"/><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8.svg"/><Relationship Id="rId5" Type="http://schemas.openxmlformats.org/officeDocument/2006/relationships/image" Target="../media/image10.png"/><Relationship Id="rId4" Type="http://schemas.openxmlformats.org/officeDocument/2006/relationships/image" Target="../media/image9.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2.svg"/><Relationship Id="rId4" Type="http://schemas.openxmlformats.org/officeDocument/2006/relationships/image" Target="../media/image1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3.jpeg"/><Relationship Id="rId4" Type="http://schemas.openxmlformats.org/officeDocument/2006/relationships/image" Target="../media/image12.emf"/></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11.xml"/><Relationship Id="rId7" Type="http://schemas.openxmlformats.org/officeDocument/2006/relationships/image" Target="../media/image11.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2.svg"/><Relationship Id="rId4" Type="http://schemas.openxmlformats.org/officeDocument/2006/relationships/image" Target="../media/image1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4.png"/><Relationship Id="rId4" Type="http://schemas.openxmlformats.org/officeDocument/2006/relationships/image" Target="../media/image1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15.png"/><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16.png"/><Relationship Id="rId4" Type="http://schemas.openxmlformats.org/officeDocument/2006/relationships/image" Target="../media/image1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15.png"/><Relationship Id="rId4" Type="http://schemas.openxmlformats.org/officeDocument/2006/relationships/image" Target="../media/image1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15.png"/><Relationship Id="rId4" Type="http://schemas.openxmlformats.org/officeDocument/2006/relationships/image" Target="../media/image1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image" Target="../media/image17.png"/><Relationship Id="rId4" Type="http://schemas.openxmlformats.org/officeDocument/2006/relationships/image" Target="../media/image1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18.png"/><Relationship Id="rId4" Type="http://schemas.openxmlformats.org/officeDocument/2006/relationships/image" Target="../media/image1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9.emf"/><Relationship Id="rId4" Type="http://schemas.openxmlformats.org/officeDocument/2006/relationships/oleObject" Target="../embeddings/oleObject13.bin"/></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3.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21.svg"/><Relationship Id="rId2" Type="http://schemas.openxmlformats.org/officeDocument/2006/relationships/slideMaster" Target="../slideMasters/slideMaster2.xml"/><Relationship Id="rId1" Type="http://schemas.openxmlformats.org/officeDocument/2006/relationships/tags" Target="../tags/tag29.xml"/><Relationship Id="rId6" Type="http://schemas.openxmlformats.org/officeDocument/2006/relationships/image" Target="../media/image6.emf"/><Relationship Id="rId5" Type="http://schemas.openxmlformats.org/officeDocument/2006/relationships/image" Target="../media/image20.png"/><Relationship Id="rId4" Type="http://schemas.openxmlformats.org/officeDocument/2006/relationships/image" Target="../media/image4.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30.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19.emf"/><Relationship Id="rId4" Type="http://schemas.openxmlformats.org/officeDocument/2006/relationships/oleObject" Target="../embeddings/oleObject13.bin"/></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41.xml"/><Relationship Id="rId7" Type="http://schemas.openxmlformats.org/officeDocument/2006/relationships/tags" Target="../tags/tag45.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9.emf"/><Relationship Id="rId4" Type="http://schemas.openxmlformats.org/officeDocument/2006/relationships/tags" Target="../tags/tag42.xml"/><Relationship Id="rId9" Type="http://schemas.openxmlformats.org/officeDocument/2006/relationships/oleObject" Target="../embeddings/oleObject18.bin"/></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6.xml"/><Relationship Id="rId6" Type="http://schemas.openxmlformats.org/officeDocument/2006/relationships/image" Target="../media/image8.svg"/><Relationship Id="rId5" Type="http://schemas.openxmlformats.org/officeDocument/2006/relationships/image" Target="../media/image22.png"/><Relationship Id="rId4" Type="http://schemas.openxmlformats.org/officeDocument/2006/relationships/image" Target="../media/image9.emf"/></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49.xml"/><Relationship Id="rId5" Type="http://schemas.openxmlformats.org/officeDocument/2006/relationships/image" Target="../media/image2.svg"/><Relationship Id="rId4" Type="http://schemas.openxmlformats.org/officeDocument/2006/relationships/image" Target="../media/image1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50.xml"/><Relationship Id="rId5" Type="http://schemas.openxmlformats.org/officeDocument/2006/relationships/image" Target="../media/image13.jpeg"/><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54.xml"/><Relationship Id="rId4" Type="http://schemas.openxmlformats.org/officeDocument/2006/relationships/image" Target="../media/image3.emf"/></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oleObject" Target="../embeddings/oleObject3.bin"/><Relationship Id="rId7" Type="http://schemas.openxmlformats.org/officeDocument/2006/relationships/image" Target="../media/image7.emf"/><Relationship Id="rId2" Type="http://schemas.openxmlformats.org/officeDocument/2006/relationships/slideMaster" Target="../slideMasters/slideMaster3.xml"/><Relationship Id="rId1" Type="http://schemas.openxmlformats.org/officeDocument/2006/relationships/tags" Target="../tags/tag55.xml"/><Relationship Id="rId6" Type="http://schemas.openxmlformats.org/officeDocument/2006/relationships/image" Target="../media/image6.emf"/><Relationship Id="rId5" Type="http://schemas.openxmlformats.org/officeDocument/2006/relationships/image" Target="../media/image5.jpeg"/><Relationship Id="rId4" Type="http://schemas.openxmlformats.org/officeDocument/2006/relationships/image" Target="../media/image4.emf"/></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oleObject" Target="../embeddings/oleObject3.bin"/><Relationship Id="rId7" Type="http://schemas.openxmlformats.org/officeDocument/2006/relationships/image" Target="../media/image7.emf"/><Relationship Id="rId2" Type="http://schemas.openxmlformats.org/officeDocument/2006/relationships/slideMaster" Target="../slideMasters/slideMaster3.xml"/><Relationship Id="rId1" Type="http://schemas.openxmlformats.org/officeDocument/2006/relationships/tags" Target="../tags/tag56.xml"/><Relationship Id="rId6" Type="http://schemas.openxmlformats.org/officeDocument/2006/relationships/image" Target="../media/image6.emf"/><Relationship Id="rId5" Type="http://schemas.openxmlformats.org/officeDocument/2006/relationships/image" Target="../media/image5.jpeg"/><Relationship Id="rId4" Type="http://schemas.openxmlformats.org/officeDocument/2006/relationships/image" Target="../media/image4.emf"/></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19.emf"/><Relationship Id="rId4" Type="http://schemas.openxmlformats.org/officeDocument/2006/relationships/oleObject" Target="../embeddings/oleObject13.bin"/></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59.xml"/><Relationship Id="rId5" Type="http://schemas.openxmlformats.org/officeDocument/2006/relationships/image" Target="../media/image2.svg"/><Relationship Id="rId4" Type="http://schemas.openxmlformats.org/officeDocument/2006/relationships/image" Target="../media/image1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60.xml"/><Relationship Id="rId5" Type="http://schemas.openxmlformats.org/officeDocument/2006/relationships/image" Target="../media/image13.jpeg"/><Relationship Id="rId4" Type="http://schemas.openxmlformats.org/officeDocument/2006/relationships/image" Target="../media/image12.emf"/></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63.xml"/><Relationship Id="rId7" Type="http://schemas.openxmlformats.org/officeDocument/2006/relationships/image" Target="../media/image11.emf"/><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oleObject" Target="../embeddings/oleObject5.bin"/><Relationship Id="rId5" Type="http://schemas.openxmlformats.org/officeDocument/2006/relationships/slideMaster" Target="../slideMasters/slideMaster3.xml"/><Relationship Id="rId4" Type="http://schemas.openxmlformats.org/officeDocument/2006/relationships/tags" Target="../tags/tag64.xml"/></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65.xml"/><Relationship Id="rId6" Type="http://schemas.openxmlformats.org/officeDocument/2006/relationships/image" Target="../media/image8.svg"/><Relationship Id="rId5" Type="http://schemas.openxmlformats.org/officeDocument/2006/relationships/image" Target="../media/image20.png"/><Relationship Id="rId4" Type="http://schemas.openxmlformats.org/officeDocument/2006/relationships/image" Target="../media/image9.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66.xml"/><Relationship Id="rId4" Type="http://schemas.openxmlformats.org/officeDocument/2006/relationships/image" Target="../media/image4.emf"/></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19.emf"/><Relationship Id="rId5" Type="http://schemas.openxmlformats.org/officeDocument/2006/relationships/oleObject" Target="../embeddings/oleObject13.bin"/><Relationship Id="rId4"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70.xml"/><Relationship Id="rId6" Type="http://schemas.openxmlformats.org/officeDocument/2006/relationships/image" Target="../media/image23.svg"/><Relationship Id="rId5" Type="http://schemas.openxmlformats.org/officeDocument/2006/relationships/image" Target="../media/image20.png"/><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extLst>
              <p:ext uri="{D42A27DB-BD31-4B8C-83A1-F6EECF244321}">
                <p14:modId xmlns:p14="http://schemas.microsoft.com/office/powerpoint/2010/main" val="23914086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687E60-8AEC-262A-2FB5-96BA1810D674}"/>
              </a:ext>
            </a:extLst>
          </p:cNvPr>
          <p:cNvSpPr>
            <a:spLocks noGrp="1"/>
          </p:cNvSpPr>
          <p:nvPr>
            <p:ph type="title" hasCustomPrompt="1"/>
          </p:nvPr>
        </p:nvSpPr>
        <p:spPr>
          <a:xfrm>
            <a:off x="1426634" y="294192"/>
            <a:ext cx="10220962" cy="646331"/>
          </a:xfrm>
        </p:spPr>
        <p:txBody>
          <a:bodyPr vert="horz">
            <a:noAutofit/>
          </a:bodyPr>
          <a:lstStyle>
            <a:lvl1pPr>
              <a:defRPr/>
            </a:lvl1pPr>
          </a:lstStyle>
          <a:p>
            <a:r>
              <a:rPr lang="en-US"/>
              <a:t>Click to edit Master title style</a:t>
            </a:r>
            <a:br>
              <a:rPr lang="en-US"/>
            </a:br>
            <a:r>
              <a:rPr lang="en-US"/>
              <a:t>XX</a:t>
            </a:r>
          </a:p>
        </p:txBody>
      </p:sp>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a:xfrm>
            <a:off x="10165545" y="6405036"/>
            <a:ext cx="1482051" cy="153888"/>
          </a:xfrm>
        </p:spPr>
        <p:txBody>
          <a:bodyPr/>
          <a:lstStyle/>
          <a:p>
            <a:endParaRPr lang="en-US"/>
          </a:p>
        </p:txBody>
      </p:sp>
      <p:sp>
        <p:nvSpPr>
          <p:cNvPr id="6" name="Footnotes">
            <a:extLst>
              <a:ext uri="{FF2B5EF4-FFF2-40B4-BE49-F238E27FC236}">
                <a16:creationId xmlns:a16="http://schemas.microsoft.com/office/drawing/2014/main" id="{A38BC600-A187-6028-DFB1-B9C9AC26A327}"/>
              </a:ext>
            </a:extLst>
          </p:cNvPr>
          <p:cNvSpPr>
            <a:spLocks noGrp="1"/>
          </p:cNvSpPr>
          <p:nvPr>
            <p:ph type="body" sz="quarter" idx="25" hasCustomPrompt="1"/>
            <p:custDataLst>
              <p:tags r:id="rId2"/>
            </p:custDataLst>
          </p:nvPr>
        </p:nvSpPr>
        <p:spPr>
          <a:xfrm>
            <a:off x="419100" y="6355077"/>
            <a:ext cx="8138160" cy="274322"/>
          </a:xfrm>
        </p:spPr>
        <p:txBody>
          <a:bodyPr anchor="b" anchorCtr="0">
            <a:noAutofit/>
          </a:bodyPr>
          <a:lstStyle>
            <a:lvl1pPr marL="0" indent="0">
              <a:spcAft>
                <a:spcPct val="0"/>
              </a:spcAft>
              <a:buFontTx/>
              <a:buNone/>
              <a:defRPr sz="800"/>
            </a:lvl1pPr>
            <a:lvl2pPr marL="0" indent="0">
              <a:spcAft>
                <a:spcPct val="0"/>
              </a:spcAft>
              <a:buFontTx/>
              <a:buNone/>
              <a:defRPr sz="750"/>
            </a:lvl2pPr>
            <a:lvl3pPr marL="0" indent="0">
              <a:spcAft>
                <a:spcPct val="0"/>
              </a:spcAft>
              <a:buFontTx/>
              <a:buNone/>
              <a:defRPr sz="750"/>
            </a:lvl3pPr>
            <a:lvl4pPr marL="0" indent="0">
              <a:spcAft>
                <a:spcPct val="0"/>
              </a:spcAft>
              <a:buFontTx/>
              <a:buNone/>
              <a:defRPr sz="750"/>
            </a:lvl4pPr>
            <a:lvl5pPr marL="0" indent="0">
              <a:spcAft>
                <a:spcPct val="0"/>
              </a:spcAft>
              <a:buFontTx/>
              <a:buNone/>
              <a:defRPr sz="750"/>
            </a:lvl5pPr>
            <a:lvl6pPr marL="0" indent="0">
              <a:spcAft>
                <a:spcPct val="0"/>
              </a:spcAft>
              <a:buFontTx/>
              <a:buNone/>
              <a:defRPr sz="750"/>
            </a:lvl6pPr>
            <a:lvl7pPr marL="0" indent="0">
              <a:spcAft>
                <a:spcPct val="0"/>
              </a:spcAft>
              <a:buFontTx/>
              <a:buNone/>
              <a:defRPr sz="750"/>
            </a:lvl7pPr>
            <a:lvl8pPr marL="0" indent="0">
              <a:spcAft>
                <a:spcPct val="0"/>
              </a:spcAft>
              <a:buFontTx/>
              <a:buNone/>
              <a:defRPr sz="750"/>
            </a:lvl8pPr>
            <a:lvl9pPr marL="0" indent="0">
              <a:spcAft>
                <a:spcPct val="0"/>
              </a:spcAft>
              <a:buFontTx/>
              <a:buNone/>
              <a:defRPr sz="750"/>
            </a:lvl9pPr>
          </a:lstStyle>
          <a:p>
            <a:pPr lvl="0"/>
            <a:r>
              <a:rPr lang="en-US"/>
              <a:t>[Optional footnotes/references]</a:t>
            </a:r>
          </a:p>
        </p:txBody>
      </p:sp>
    </p:spTree>
    <p:extLst>
      <p:ext uri="{BB962C8B-B14F-4D97-AF65-F5344CB8AC3E}">
        <p14:creationId xmlns:p14="http://schemas.microsoft.com/office/powerpoint/2010/main" val="3719462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53CB4E5-B16E-4B65-85F0-977D4FD51DF2}"/>
              </a:ext>
            </a:extLst>
          </p:cNvPr>
          <p:cNvGraphicFramePr>
            <a:graphicFrameLocks noChangeAspect="1"/>
          </p:cNvGraphicFramePr>
          <p:nvPr userDrawn="1">
            <p:custDataLst>
              <p:tags r:id="rId1"/>
            </p:custDataLst>
            <p:extLst>
              <p:ext uri="{D42A27DB-BD31-4B8C-83A1-F6EECF244321}">
                <p14:modId xmlns:p14="http://schemas.microsoft.com/office/powerpoint/2010/main" val="171977472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953CB4E5-B16E-4B65-85F0-977D4FD51DF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5E80089B-A60E-4C34-B972-11D74A813D26}"/>
              </a:ext>
            </a:extLst>
          </p:cNvPr>
          <p:cNvSpPr>
            <a:spLocks/>
          </p:cNvSpPr>
          <p:nvPr userDrawn="1"/>
        </p:nvSpPr>
        <p:spPr>
          <a:xfrm>
            <a:off x="-110654" y="-48081"/>
            <a:ext cx="12413311" cy="6992451"/>
          </a:xfrm>
          <a:prstGeom prst="rect">
            <a:avLst/>
          </a:prstGeom>
          <a:blipFill>
            <a:blip r:embed="rId5" cstate="email">
              <a:extLst>
                <a:ext uri="{28A0092B-C50C-407E-A947-70E740481C1C}">
                  <a14:useLocalDpi xmlns:a14="http://schemas.microsoft.com/office/drawing/2010/main"/>
                </a:ext>
              </a:extLst>
            </a:blip>
            <a:tile tx="0" ty="0" sx="100000" sy="100000" flip="none" algn="ctr"/>
          </a:blip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6" name="Rectangle 5">
            <a:extLst>
              <a:ext uri="{FF2B5EF4-FFF2-40B4-BE49-F238E27FC236}">
                <a16:creationId xmlns:a16="http://schemas.microsoft.com/office/drawing/2014/main" id="{95B195FA-4B51-65F9-811B-F5E5FA49DC8F}"/>
              </a:ext>
            </a:extLst>
          </p:cNvPr>
          <p:cNvSpPr>
            <a:spLocks/>
          </p:cNvSpPr>
          <p:nvPr userDrawn="1"/>
        </p:nvSpPr>
        <p:spPr>
          <a:xfrm>
            <a:off x="-110654" y="-48081"/>
            <a:ext cx="12413311" cy="6992451"/>
          </a:xfrm>
          <a:prstGeom prst="rect">
            <a:avLst/>
          </a:prstGeom>
          <a:solidFill>
            <a:schemeClr val="accent6">
              <a:alpha val="93000"/>
            </a:schemeClr>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44" name="Text Placeholder 43">
            <a:extLst>
              <a:ext uri="{FF2B5EF4-FFF2-40B4-BE49-F238E27FC236}">
                <a16:creationId xmlns:a16="http://schemas.microsoft.com/office/drawing/2014/main" id="{2D111875-9167-4086-937E-052C1C93C330}"/>
              </a:ext>
            </a:extLst>
          </p:cNvPr>
          <p:cNvSpPr>
            <a:spLocks noGrp="1"/>
          </p:cNvSpPr>
          <p:nvPr>
            <p:ph type="body" sz="quarter" idx="11" hasCustomPrompt="1"/>
          </p:nvPr>
        </p:nvSpPr>
        <p:spPr>
          <a:xfrm>
            <a:off x="420799" y="3902581"/>
            <a:ext cx="2596579" cy="432536"/>
          </a:xfrm>
        </p:spPr>
        <p:txBody>
          <a:bodyPr lIns="0" tIns="45720" rIns="0" bIns="45720" anchor="ctr">
            <a:normAutofit/>
          </a:bodyPr>
          <a:lstStyle>
            <a:lvl1pPr>
              <a:defRPr lang="en-US" sz="1333" b="0" i="0" dirty="0">
                <a:solidFill>
                  <a:schemeClr val="bg1"/>
                </a:solidFill>
                <a:latin typeface="Fund Light"/>
              </a:defRPr>
            </a:lvl1pPr>
          </a:lstStyle>
          <a:p>
            <a:pPr marR="33018" lvl="0" defTabSz="1219170" rtl="1">
              <a:lnSpc>
                <a:spcPct val="90000"/>
              </a:lnSpc>
              <a:spcBef>
                <a:spcPts val="108"/>
              </a:spcBef>
              <a:buNone/>
            </a:pPr>
            <a:r>
              <a:rPr lang="en-US"/>
              <a:t>Date</a:t>
            </a:r>
          </a:p>
        </p:txBody>
      </p:sp>
      <p:sp>
        <p:nvSpPr>
          <p:cNvPr id="30" name="Rectangle 29">
            <a:extLst>
              <a:ext uri="{FF2B5EF4-FFF2-40B4-BE49-F238E27FC236}">
                <a16:creationId xmlns:a16="http://schemas.microsoft.com/office/drawing/2014/main" id="{F9BDEE64-36E0-43E9-9E85-8B3E6F776799}"/>
              </a:ext>
            </a:extLst>
          </p:cNvPr>
          <p:cNvSpPr/>
          <p:nvPr userDrawn="1"/>
        </p:nvSpPr>
        <p:spPr>
          <a:xfrm>
            <a:off x="-110654" y="5530185"/>
            <a:ext cx="5727505" cy="1032337"/>
          </a:xfrm>
          <a:prstGeom prst="rect">
            <a:avLst/>
          </a:prstGeom>
          <a:solidFill>
            <a:srgbClr val="C4984F"/>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srgbClr val="C4984F"/>
              </a:solidFill>
              <a:effectLst/>
              <a:uLnTx/>
              <a:uFillTx/>
              <a:latin typeface="Fund Light"/>
              <a:ea typeface="+mn-ea"/>
              <a:cs typeface="+mn-cs"/>
            </a:endParaRPr>
          </a:p>
        </p:txBody>
      </p:sp>
      <p:sp>
        <p:nvSpPr>
          <p:cNvPr id="31" name="TextBox 30">
            <a:extLst>
              <a:ext uri="{FF2B5EF4-FFF2-40B4-BE49-F238E27FC236}">
                <a16:creationId xmlns:a16="http://schemas.microsoft.com/office/drawing/2014/main" id="{4CEB05F9-D8E8-4905-B874-933AB978F443}"/>
              </a:ext>
            </a:extLst>
          </p:cNvPr>
          <p:cNvSpPr txBox="1"/>
          <p:nvPr userDrawn="1"/>
        </p:nvSpPr>
        <p:spPr>
          <a:xfrm>
            <a:off x="420800" y="5562888"/>
            <a:ext cx="4795444" cy="966931"/>
          </a:xfrm>
          <a:prstGeom prst="rect">
            <a:avLst/>
          </a:prstGeom>
          <a:noFill/>
        </p:spPr>
        <p:txBody>
          <a:bodyPr wrap="square" lIns="0" rIns="0">
            <a:spAutoFit/>
          </a:bodyPr>
          <a:lstStyle/>
          <a:p>
            <a:pPr marL="0" marR="33018" lvl="0" indent="0" algn="just" defTabSz="609585" eaLnBrk="1" fontAlgn="auto" latinLnBrk="0" hangingPunct="1">
              <a:lnSpc>
                <a:spcPct val="100000"/>
              </a:lnSpc>
              <a:spcBef>
                <a:spcPts val="108"/>
              </a:spcBef>
              <a:spcAft>
                <a:spcPts val="0"/>
              </a:spcAft>
              <a:buClrTx/>
              <a:buSzTx/>
              <a:buFontTx/>
              <a:buNone/>
              <a:tabLst/>
              <a:defRPr/>
            </a:pPr>
            <a:r>
              <a:rPr kumimoji="0" lang="en-US" sz="1600" b="0" i="0" u="none" strike="noStrike" kern="0" cap="none" spc="0" normalizeH="0" baseline="0" noProof="0">
                <a:ln>
                  <a:noFill/>
                </a:ln>
                <a:solidFill>
                  <a:srgbClr val="00342B"/>
                </a:solidFill>
                <a:effectLst/>
                <a:uLnTx/>
                <a:uFillTx/>
              </a:rPr>
              <a:t>CONFIDENTIAL </a:t>
            </a:r>
          </a:p>
          <a:p>
            <a:pPr marL="0" marR="33018" lvl="0" indent="0" algn="just" defTabSz="609585" rtl="0" eaLnBrk="1" fontAlgn="auto" latinLnBrk="0" hangingPunct="1">
              <a:lnSpc>
                <a:spcPct val="100000"/>
              </a:lnSpc>
              <a:spcBef>
                <a:spcPts val="108"/>
              </a:spcBef>
              <a:spcAft>
                <a:spcPts val="0"/>
              </a:spcAft>
              <a:buClrTx/>
              <a:buSzTx/>
              <a:buFontTx/>
              <a:buNone/>
              <a:tabLst/>
              <a:defRPr/>
            </a:pPr>
            <a:r>
              <a:rPr kumimoji="0" lang="en-US" sz="1000" b="0" i="0" u="none" strike="noStrike" kern="0" cap="none" spc="0" normalizeH="0" baseline="0">
                <a:ln>
                  <a:noFill/>
                </a:ln>
                <a:solidFill>
                  <a:srgbClr val="00342B"/>
                </a:solidFill>
                <a:effectLst/>
                <a:uLnTx/>
                <a:uFillTx/>
                <a:latin typeface="+mn-lt"/>
                <a:ea typeface="+mn-ea"/>
                <a:cs typeface="+mn-cs"/>
              </a:rPr>
              <a:t>The contents of this document are strictly confidential and are not to be used, copied, shared, distributed, published, displayed, modified or reported upon (in part or in full) for any purpose, in any form or by any means without the prior and express consent of the Public Investment Fund</a:t>
            </a:r>
          </a:p>
        </p:txBody>
      </p:sp>
      <p:pic>
        <p:nvPicPr>
          <p:cNvPr id="36" name="Picture 35">
            <a:extLst>
              <a:ext uri="{FF2B5EF4-FFF2-40B4-BE49-F238E27FC236}">
                <a16:creationId xmlns:a16="http://schemas.microsoft.com/office/drawing/2014/main" id="{89B44578-7C7B-4A2B-AADA-7B80D09491B7}"/>
              </a:ext>
            </a:extLst>
          </p:cNvPr>
          <p:cNvPicPr>
            <a:picLocks/>
          </p:cNvPicPr>
          <p:nvPr userDrawn="1"/>
        </p:nvPicPr>
        <p:blipFill rotWithShape="1">
          <a:blip r:embed="rId6" cstate="screen">
            <a:extLst>
              <a:ext uri="{28A0092B-C50C-407E-A947-70E740481C1C}">
                <a14:useLocalDpi xmlns:a14="http://schemas.microsoft.com/office/drawing/2010/main"/>
              </a:ext>
            </a:extLst>
          </a:blip>
          <a:srcRect t="2" r="21396" b="16133"/>
          <a:stretch/>
        </p:blipFill>
        <p:spPr>
          <a:xfrm flipH="1">
            <a:off x="-577494" y="3680431"/>
            <a:ext cx="10320000" cy="41953"/>
          </a:xfrm>
          <a:prstGeom prst="rect">
            <a:avLst/>
          </a:prstGeom>
        </p:spPr>
      </p:pic>
      <p:pic>
        <p:nvPicPr>
          <p:cNvPr id="37" name="Picture 36">
            <a:extLst>
              <a:ext uri="{FF2B5EF4-FFF2-40B4-BE49-F238E27FC236}">
                <a16:creationId xmlns:a16="http://schemas.microsoft.com/office/drawing/2014/main" id="{F721D004-708D-4F91-A0A6-FB17E85F6CC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3651196" y="-1143000"/>
            <a:ext cx="3252831" cy="3994568"/>
          </a:xfrm>
          <a:prstGeom prst="rect">
            <a:avLst/>
          </a:prstGeom>
        </p:spPr>
      </p:pic>
      <p:sp>
        <p:nvSpPr>
          <p:cNvPr id="4" name="Title 3">
            <a:extLst>
              <a:ext uri="{FF2B5EF4-FFF2-40B4-BE49-F238E27FC236}">
                <a16:creationId xmlns:a16="http://schemas.microsoft.com/office/drawing/2014/main" id="{00414F0F-5F7D-4B28-908C-A81F9197932E}"/>
              </a:ext>
            </a:extLst>
          </p:cNvPr>
          <p:cNvSpPr>
            <a:spLocks noGrp="1"/>
          </p:cNvSpPr>
          <p:nvPr userDrawn="1">
            <p:ph type="title" hasCustomPrompt="1"/>
          </p:nvPr>
        </p:nvSpPr>
        <p:spPr>
          <a:xfrm>
            <a:off x="420799" y="2766401"/>
            <a:ext cx="9239608" cy="502766"/>
          </a:xfrm>
          <a:noFill/>
        </p:spPr>
        <p:txBody>
          <a:bodyPr vert="horz" wrap="square" lIns="0" tIns="45720" rIns="0">
            <a:spAutoFit/>
          </a:bodyPr>
          <a:lstStyle>
            <a:lvl1pPr>
              <a:defRPr kumimoji="0" lang="en-US" sz="2667" b="0" i="0" u="none" strike="noStrike" kern="0" cap="none" spc="0" normalizeH="0" baseline="0" dirty="0">
                <a:ln>
                  <a:noFill/>
                </a:ln>
                <a:solidFill>
                  <a:srgbClr val="FFFFFF"/>
                </a:solidFill>
                <a:effectLst/>
                <a:uLnTx/>
                <a:uFillTx/>
                <a:latin typeface="+mn-lt"/>
                <a:ea typeface="+mn-ea"/>
                <a:cs typeface="+mn-cs"/>
              </a:defRPr>
            </a:lvl1pPr>
          </a:lstStyle>
          <a:p>
            <a:pPr marL="0" marR="33018" lvl="0" indent="0" defTabSz="609585" rtl="1" eaLnBrk="1" fontAlgn="auto" latinLnBrk="0" hangingPunct="1">
              <a:lnSpc>
                <a:spcPct val="100000"/>
              </a:lnSpc>
              <a:spcBef>
                <a:spcPts val="108"/>
              </a:spcBef>
              <a:spcAft>
                <a:spcPts val="0"/>
              </a:spcAft>
              <a:buClrTx/>
              <a:buSzTx/>
              <a:buFontTx/>
              <a:buNone/>
              <a:tabLst/>
              <a:defRPr/>
            </a:pPr>
            <a:r>
              <a:rPr kumimoji="0" lang="en-US" sz="2667" b="0" i="0" u="none" strike="noStrike" kern="0" cap="none" spc="0" normalizeH="0" baseline="0" noProof="0">
                <a:ln>
                  <a:noFill/>
                </a:ln>
                <a:solidFill>
                  <a:srgbClr val="FFFFFF"/>
                </a:solidFill>
                <a:effectLst/>
                <a:uLnTx/>
                <a:uFillTx/>
              </a:rPr>
              <a:t>TITLE GOES HERE</a:t>
            </a:r>
          </a:p>
        </p:txBody>
      </p:sp>
      <p:sp>
        <p:nvSpPr>
          <p:cNvPr id="41" name="Text Placeholder 40">
            <a:extLst>
              <a:ext uri="{FF2B5EF4-FFF2-40B4-BE49-F238E27FC236}">
                <a16:creationId xmlns:a16="http://schemas.microsoft.com/office/drawing/2014/main" id="{91A94A49-6AF0-4BC4-A668-79497BB130C4}"/>
              </a:ext>
            </a:extLst>
          </p:cNvPr>
          <p:cNvSpPr>
            <a:spLocks noGrp="1"/>
          </p:cNvSpPr>
          <p:nvPr userDrawn="1">
            <p:ph type="body" sz="quarter" idx="10" hasCustomPrompt="1"/>
          </p:nvPr>
        </p:nvSpPr>
        <p:spPr>
          <a:xfrm>
            <a:off x="420799" y="3258812"/>
            <a:ext cx="9239608" cy="355739"/>
          </a:xfrm>
        </p:spPr>
        <p:txBody>
          <a:bodyPr lIns="0" tIns="45720" rIns="0" bIns="45720">
            <a:noAutofit/>
          </a:bodyPr>
          <a:lstStyle>
            <a:lvl1pPr>
              <a:defRPr sz="1467">
                <a:solidFill>
                  <a:srgbClr val="FFFFFF"/>
                </a:solidFill>
              </a:defRPr>
            </a:lvl1pPr>
          </a:lstStyle>
          <a:p>
            <a:pPr lvl="0"/>
            <a:r>
              <a:rPr lang="en-US"/>
              <a:t>SUB TITLE GOES HERE</a:t>
            </a:r>
          </a:p>
        </p:txBody>
      </p:sp>
      <p:pic>
        <p:nvPicPr>
          <p:cNvPr id="2" name="Graphic 1">
            <a:extLst>
              <a:ext uri="{FF2B5EF4-FFF2-40B4-BE49-F238E27FC236}">
                <a16:creationId xmlns:a16="http://schemas.microsoft.com/office/drawing/2014/main" id="{64B827F2-231A-0155-67BC-0352B6F45C85}"/>
              </a:ext>
            </a:extLst>
          </p:cNvPr>
          <p:cNvPicPr>
            <a:picLocks/>
          </p:cNvPicPr>
          <p:nvPr userDrawn="1"/>
        </p:nvPicPr>
        <p:blipFill>
          <a:blip>
            <a:extLst>
              <a:ext uri="{96DAC541-7B7A-43D3-8B79-37D633B846F1}">
                <asvg:svgBlip xmlns:asvg="http://schemas.microsoft.com/office/drawing/2016/SVG/main" r:embed="rId8"/>
              </a:ext>
            </a:extLst>
          </a:blip>
          <a:stretch>
            <a:fillRect/>
          </a:stretch>
        </p:blipFill>
        <p:spPr>
          <a:xfrm>
            <a:off x="420799" y="228606"/>
            <a:ext cx="2974585" cy="1040334"/>
          </a:xfrm>
          <a:prstGeom prst="rect">
            <a:avLst/>
          </a:prstGeom>
        </p:spPr>
      </p:pic>
      <p:sp>
        <p:nvSpPr>
          <p:cNvPr id="10" name="Rectangle 9">
            <a:extLst>
              <a:ext uri="{FF2B5EF4-FFF2-40B4-BE49-F238E27FC236}">
                <a16:creationId xmlns:a16="http://schemas.microsoft.com/office/drawing/2014/main" id="{B77ED56F-82EF-D17F-DD9A-DC1291030908}"/>
              </a:ext>
            </a:extLst>
          </p:cNvPr>
          <p:cNvSpPr/>
          <p:nvPr userDrawn="1"/>
        </p:nvSpPr>
        <p:spPr>
          <a:xfrm>
            <a:off x="7563678" y="-48081"/>
            <a:ext cx="4738979" cy="6992451"/>
          </a:xfrm>
          <a:prstGeom prst="rect">
            <a:avLst/>
          </a:prstGeom>
          <a:gradFill flip="none" rotWithShape="1">
            <a:gsLst>
              <a:gs pos="0">
                <a:schemeClr val="bg1">
                  <a:alpha val="20000"/>
                </a:schemeClr>
              </a:gs>
              <a:gs pos="100000">
                <a:schemeClr val="bg1">
                  <a:alpha val="0"/>
                </a:schemeClr>
              </a:gs>
            </a:gsLst>
            <a:lin ang="10800000" scaled="1"/>
            <a:tileRect/>
          </a:gra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lang="en-US" sz="1000" kern="0">
              <a:solidFill>
                <a:srgbClr val="000000"/>
              </a:solidFill>
            </a:endParaRPr>
          </a:p>
        </p:txBody>
      </p:sp>
    </p:spTree>
    <p:extLst>
      <p:ext uri="{BB962C8B-B14F-4D97-AF65-F5344CB8AC3E}">
        <p14:creationId xmlns:p14="http://schemas.microsoft.com/office/powerpoint/2010/main" val="3395583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53CB4E5-B16E-4B65-85F0-977D4FD51DF2}"/>
              </a:ext>
            </a:extLst>
          </p:cNvPr>
          <p:cNvGraphicFramePr>
            <a:graphicFrameLocks noChangeAspect="1"/>
          </p:cNvGraphicFramePr>
          <p:nvPr userDrawn="1">
            <p:custDataLst>
              <p:tags r:id="rId1"/>
            </p:custDataLst>
            <p:extLst>
              <p:ext uri="{D42A27DB-BD31-4B8C-83A1-F6EECF244321}">
                <p14:modId xmlns:p14="http://schemas.microsoft.com/office/powerpoint/2010/main" val="171977472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953CB4E5-B16E-4B65-85F0-977D4FD51DF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5E80089B-A60E-4C34-B972-11D74A813D26}"/>
              </a:ext>
            </a:extLst>
          </p:cNvPr>
          <p:cNvSpPr>
            <a:spLocks/>
          </p:cNvSpPr>
          <p:nvPr userDrawn="1"/>
        </p:nvSpPr>
        <p:spPr>
          <a:xfrm>
            <a:off x="-110654" y="-48081"/>
            <a:ext cx="12413311" cy="6992451"/>
          </a:xfrm>
          <a:prstGeom prst="rect">
            <a:avLst/>
          </a:prstGeom>
          <a:blipFill>
            <a:blip r:embed="rId5" cstate="email">
              <a:extLst>
                <a:ext uri="{28A0092B-C50C-407E-A947-70E740481C1C}">
                  <a14:useLocalDpi xmlns:a14="http://schemas.microsoft.com/office/drawing/2010/main"/>
                </a:ext>
              </a:extLst>
            </a:blip>
            <a:tile tx="0" ty="0" sx="100000" sy="100000" flip="none" algn="ctr"/>
          </a:blip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6" name="Rectangle 5">
            <a:extLst>
              <a:ext uri="{FF2B5EF4-FFF2-40B4-BE49-F238E27FC236}">
                <a16:creationId xmlns:a16="http://schemas.microsoft.com/office/drawing/2014/main" id="{95B195FA-4B51-65F9-811B-F5E5FA49DC8F}"/>
              </a:ext>
            </a:extLst>
          </p:cNvPr>
          <p:cNvSpPr>
            <a:spLocks/>
          </p:cNvSpPr>
          <p:nvPr userDrawn="1"/>
        </p:nvSpPr>
        <p:spPr>
          <a:xfrm>
            <a:off x="-110654" y="-48081"/>
            <a:ext cx="12413311" cy="6992451"/>
          </a:xfrm>
          <a:prstGeom prst="rect">
            <a:avLst/>
          </a:prstGeom>
          <a:solidFill>
            <a:schemeClr val="accent6">
              <a:alpha val="93000"/>
            </a:schemeClr>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44" name="Text Placeholder 43">
            <a:extLst>
              <a:ext uri="{FF2B5EF4-FFF2-40B4-BE49-F238E27FC236}">
                <a16:creationId xmlns:a16="http://schemas.microsoft.com/office/drawing/2014/main" id="{2D111875-9167-4086-937E-052C1C93C330}"/>
              </a:ext>
            </a:extLst>
          </p:cNvPr>
          <p:cNvSpPr>
            <a:spLocks noGrp="1"/>
          </p:cNvSpPr>
          <p:nvPr>
            <p:ph type="body" sz="quarter" idx="11" hasCustomPrompt="1"/>
          </p:nvPr>
        </p:nvSpPr>
        <p:spPr>
          <a:xfrm>
            <a:off x="420799" y="3902581"/>
            <a:ext cx="2596579" cy="432536"/>
          </a:xfrm>
        </p:spPr>
        <p:txBody>
          <a:bodyPr lIns="0" tIns="45720" rIns="0" bIns="45720" anchor="ctr">
            <a:normAutofit/>
          </a:bodyPr>
          <a:lstStyle>
            <a:lvl1pPr>
              <a:defRPr lang="en-US" sz="1333" b="0" i="0" dirty="0">
                <a:solidFill>
                  <a:schemeClr val="bg1"/>
                </a:solidFill>
                <a:latin typeface="Fund Light"/>
              </a:defRPr>
            </a:lvl1pPr>
          </a:lstStyle>
          <a:p>
            <a:pPr marR="33018" lvl="0" defTabSz="1219170" rtl="1">
              <a:lnSpc>
                <a:spcPct val="90000"/>
              </a:lnSpc>
              <a:spcBef>
                <a:spcPts val="108"/>
              </a:spcBef>
              <a:buNone/>
            </a:pPr>
            <a:r>
              <a:rPr lang="en-US"/>
              <a:t>Date</a:t>
            </a:r>
          </a:p>
        </p:txBody>
      </p:sp>
      <p:sp>
        <p:nvSpPr>
          <p:cNvPr id="30" name="Rectangle 29">
            <a:extLst>
              <a:ext uri="{FF2B5EF4-FFF2-40B4-BE49-F238E27FC236}">
                <a16:creationId xmlns:a16="http://schemas.microsoft.com/office/drawing/2014/main" id="{F9BDEE64-36E0-43E9-9E85-8B3E6F776799}"/>
              </a:ext>
            </a:extLst>
          </p:cNvPr>
          <p:cNvSpPr/>
          <p:nvPr userDrawn="1"/>
        </p:nvSpPr>
        <p:spPr>
          <a:xfrm>
            <a:off x="-110654" y="5529330"/>
            <a:ext cx="5727505" cy="1032337"/>
          </a:xfrm>
          <a:prstGeom prst="rect">
            <a:avLst/>
          </a:prstGeom>
          <a:solidFill>
            <a:srgbClr val="C4984F"/>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srgbClr val="C4984F"/>
              </a:solidFill>
              <a:effectLst/>
              <a:uLnTx/>
              <a:uFillTx/>
              <a:latin typeface="Fund Light"/>
              <a:ea typeface="+mn-ea"/>
              <a:cs typeface="+mn-cs"/>
            </a:endParaRPr>
          </a:p>
        </p:txBody>
      </p:sp>
      <p:sp>
        <p:nvSpPr>
          <p:cNvPr id="31" name="TextBox 30">
            <a:extLst>
              <a:ext uri="{FF2B5EF4-FFF2-40B4-BE49-F238E27FC236}">
                <a16:creationId xmlns:a16="http://schemas.microsoft.com/office/drawing/2014/main" id="{4CEB05F9-D8E8-4905-B874-933AB978F443}"/>
              </a:ext>
            </a:extLst>
          </p:cNvPr>
          <p:cNvSpPr txBox="1"/>
          <p:nvPr userDrawn="1"/>
        </p:nvSpPr>
        <p:spPr>
          <a:xfrm>
            <a:off x="420800" y="5638977"/>
            <a:ext cx="4795444" cy="813043"/>
          </a:xfrm>
          <a:prstGeom prst="rect">
            <a:avLst/>
          </a:prstGeom>
          <a:noFill/>
        </p:spPr>
        <p:txBody>
          <a:bodyPr wrap="square" lIns="0" rIns="0">
            <a:spAutoFit/>
          </a:bodyPr>
          <a:lstStyle/>
          <a:p>
            <a:pPr marL="0" marR="33018" lvl="0" indent="0" algn="just" defTabSz="609585" eaLnBrk="1" fontAlgn="auto" latinLnBrk="0" hangingPunct="1">
              <a:lnSpc>
                <a:spcPct val="100000"/>
              </a:lnSpc>
              <a:spcBef>
                <a:spcPts val="108"/>
              </a:spcBef>
              <a:spcAft>
                <a:spcPts val="0"/>
              </a:spcAft>
              <a:buClrTx/>
              <a:buSzTx/>
              <a:buFontTx/>
              <a:buNone/>
              <a:tabLst/>
              <a:defRPr/>
            </a:pPr>
            <a:r>
              <a:rPr kumimoji="0" lang="en-US" sz="1600" b="0" i="0" u="none" strike="noStrike" kern="0" cap="none" spc="0" normalizeH="0" baseline="0" noProof="0">
                <a:ln>
                  <a:noFill/>
                </a:ln>
                <a:solidFill>
                  <a:srgbClr val="00342B"/>
                </a:solidFill>
                <a:effectLst/>
                <a:uLnTx/>
                <a:uFillTx/>
              </a:rPr>
              <a:t>CONFIDENTIAL </a:t>
            </a:r>
          </a:p>
          <a:p>
            <a:pPr marL="0" marR="33018" lvl="0" indent="0" algn="just" defTabSz="609585" eaLnBrk="1" fontAlgn="auto" latinLnBrk="0" hangingPunct="1">
              <a:lnSpc>
                <a:spcPct val="100000"/>
              </a:lnSpc>
              <a:spcBef>
                <a:spcPts val="108"/>
              </a:spcBef>
              <a:spcAft>
                <a:spcPts val="0"/>
              </a:spcAft>
              <a:buClrTx/>
              <a:buSzTx/>
              <a:buFontTx/>
              <a:buNone/>
              <a:tabLst/>
              <a:defRPr/>
            </a:pPr>
            <a:r>
              <a:rPr kumimoji="0" lang="en-US" sz="1000" b="0" i="0" u="none" strike="noStrike" kern="0" cap="none" spc="0" normalizeH="0" baseline="0" noProof="0">
                <a:ln>
                  <a:noFill/>
                </a:ln>
                <a:solidFill>
                  <a:srgbClr val="00342B"/>
                </a:solidFill>
                <a:effectLst/>
                <a:uLnTx/>
                <a:uFillTx/>
              </a:rPr>
              <a:t>The contents of this document are strictly confidential, please do not share, republish, display or report it for any purpose, in any form or by any means without the prior and express consent of the Public Investment Fund.</a:t>
            </a:r>
          </a:p>
        </p:txBody>
      </p:sp>
      <p:pic>
        <p:nvPicPr>
          <p:cNvPr id="36" name="Picture 35">
            <a:extLst>
              <a:ext uri="{FF2B5EF4-FFF2-40B4-BE49-F238E27FC236}">
                <a16:creationId xmlns:a16="http://schemas.microsoft.com/office/drawing/2014/main" id="{89B44578-7C7B-4A2B-AADA-7B80D09491B7}"/>
              </a:ext>
            </a:extLst>
          </p:cNvPr>
          <p:cNvPicPr>
            <a:picLocks/>
          </p:cNvPicPr>
          <p:nvPr userDrawn="1"/>
        </p:nvPicPr>
        <p:blipFill rotWithShape="1">
          <a:blip r:embed="rId6" cstate="screen">
            <a:extLst>
              <a:ext uri="{28A0092B-C50C-407E-A947-70E740481C1C}">
                <a14:useLocalDpi xmlns:a14="http://schemas.microsoft.com/office/drawing/2010/main"/>
              </a:ext>
            </a:extLst>
          </a:blip>
          <a:srcRect t="2" r="21396" b="16133"/>
          <a:stretch/>
        </p:blipFill>
        <p:spPr>
          <a:xfrm flipH="1">
            <a:off x="-577494" y="3680431"/>
            <a:ext cx="10320000" cy="41953"/>
          </a:xfrm>
          <a:prstGeom prst="rect">
            <a:avLst/>
          </a:prstGeom>
        </p:spPr>
      </p:pic>
      <p:pic>
        <p:nvPicPr>
          <p:cNvPr id="37" name="Picture 36">
            <a:extLst>
              <a:ext uri="{FF2B5EF4-FFF2-40B4-BE49-F238E27FC236}">
                <a16:creationId xmlns:a16="http://schemas.microsoft.com/office/drawing/2014/main" id="{F721D004-708D-4F91-A0A6-FB17E85F6CC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3651196" y="-1143000"/>
            <a:ext cx="3252831" cy="3994568"/>
          </a:xfrm>
          <a:prstGeom prst="rect">
            <a:avLst/>
          </a:prstGeom>
        </p:spPr>
      </p:pic>
      <p:sp>
        <p:nvSpPr>
          <p:cNvPr id="4" name="Title 3">
            <a:extLst>
              <a:ext uri="{FF2B5EF4-FFF2-40B4-BE49-F238E27FC236}">
                <a16:creationId xmlns:a16="http://schemas.microsoft.com/office/drawing/2014/main" id="{00414F0F-5F7D-4B28-908C-A81F9197932E}"/>
              </a:ext>
            </a:extLst>
          </p:cNvPr>
          <p:cNvSpPr>
            <a:spLocks noGrp="1"/>
          </p:cNvSpPr>
          <p:nvPr userDrawn="1">
            <p:ph type="title" hasCustomPrompt="1"/>
          </p:nvPr>
        </p:nvSpPr>
        <p:spPr>
          <a:xfrm>
            <a:off x="420799" y="2766401"/>
            <a:ext cx="9239608" cy="502766"/>
          </a:xfrm>
          <a:noFill/>
        </p:spPr>
        <p:txBody>
          <a:bodyPr vert="horz" wrap="square" lIns="0" tIns="45720" rIns="0">
            <a:spAutoFit/>
          </a:bodyPr>
          <a:lstStyle>
            <a:lvl1pPr>
              <a:defRPr kumimoji="0" lang="en-US" sz="2667" b="0" i="0" u="none" strike="noStrike" kern="0" cap="none" spc="0" normalizeH="0" baseline="0" dirty="0">
                <a:ln>
                  <a:noFill/>
                </a:ln>
                <a:solidFill>
                  <a:srgbClr val="FFFFFF"/>
                </a:solidFill>
                <a:effectLst/>
                <a:uLnTx/>
                <a:uFillTx/>
                <a:latin typeface="+mn-lt"/>
                <a:ea typeface="+mn-ea"/>
                <a:cs typeface="+mn-cs"/>
              </a:defRPr>
            </a:lvl1pPr>
          </a:lstStyle>
          <a:p>
            <a:pPr marL="0" marR="33018" lvl="0" indent="0" defTabSz="609585" rtl="1" eaLnBrk="1" fontAlgn="auto" latinLnBrk="0" hangingPunct="1">
              <a:lnSpc>
                <a:spcPct val="100000"/>
              </a:lnSpc>
              <a:spcBef>
                <a:spcPts val="108"/>
              </a:spcBef>
              <a:spcAft>
                <a:spcPts val="0"/>
              </a:spcAft>
              <a:buClrTx/>
              <a:buSzTx/>
              <a:buFontTx/>
              <a:buNone/>
              <a:tabLst/>
              <a:defRPr/>
            </a:pPr>
            <a:r>
              <a:rPr kumimoji="0" lang="en-US" sz="2667" b="0" i="0" u="none" strike="noStrike" kern="0" cap="none" spc="0" normalizeH="0" baseline="0" noProof="0">
                <a:ln>
                  <a:noFill/>
                </a:ln>
                <a:solidFill>
                  <a:srgbClr val="FFFFFF"/>
                </a:solidFill>
                <a:effectLst/>
                <a:uLnTx/>
                <a:uFillTx/>
              </a:rPr>
              <a:t>TITLE GOES HERE</a:t>
            </a:r>
          </a:p>
        </p:txBody>
      </p:sp>
      <p:sp>
        <p:nvSpPr>
          <p:cNvPr id="41" name="Text Placeholder 40">
            <a:extLst>
              <a:ext uri="{FF2B5EF4-FFF2-40B4-BE49-F238E27FC236}">
                <a16:creationId xmlns:a16="http://schemas.microsoft.com/office/drawing/2014/main" id="{91A94A49-6AF0-4BC4-A668-79497BB130C4}"/>
              </a:ext>
            </a:extLst>
          </p:cNvPr>
          <p:cNvSpPr>
            <a:spLocks noGrp="1"/>
          </p:cNvSpPr>
          <p:nvPr userDrawn="1">
            <p:ph type="body" sz="quarter" idx="10" hasCustomPrompt="1"/>
          </p:nvPr>
        </p:nvSpPr>
        <p:spPr>
          <a:xfrm>
            <a:off x="420799" y="3258812"/>
            <a:ext cx="9239608" cy="355739"/>
          </a:xfrm>
        </p:spPr>
        <p:txBody>
          <a:bodyPr lIns="0" tIns="45720" rIns="0" bIns="45720">
            <a:noAutofit/>
          </a:bodyPr>
          <a:lstStyle>
            <a:lvl1pPr>
              <a:defRPr sz="1467">
                <a:solidFill>
                  <a:srgbClr val="FFFFFF"/>
                </a:solidFill>
              </a:defRPr>
            </a:lvl1pPr>
          </a:lstStyle>
          <a:p>
            <a:pPr lvl="0"/>
            <a:r>
              <a:rPr lang="en-US"/>
              <a:t>SUB TITLE GOES HERE</a:t>
            </a:r>
          </a:p>
        </p:txBody>
      </p:sp>
      <p:pic>
        <p:nvPicPr>
          <p:cNvPr id="2" name="Graphic 1">
            <a:extLst>
              <a:ext uri="{FF2B5EF4-FFF2-40B4-BE49-F238E27FC236}">
                <a16:creationId xmlns:a16="http://schemas.microsoft.com/office/drawing/2014/main" id="{64B827F2-231A-0155-67BC-0352B6F45C85}"/>
              </a:ext>
            </a:extLst>
          </p:cNvPr>
          <p:cNvPicPr>
            <a:picLocks/>
          </p:cNvPicPr>
          <p:nvPr userDrawn="1"/>
        </p:nvPicPr>
        <p:blipFill>
          <a:blip>
            <a:extLst>
              <a:ext uri="{96DAC541-7B7A-43D3-8B79-37D633B846F1}">
                <asvg:svgBlip xmlns:asvg="http://schemas.microsoft.com/office/drawing/2016/SVG/main" r:embed="rId8"/>
              </a:ext>
            </a:extLst>
          </a:blip>
          <a:stretch>
            <a:fillRect/>
          </a:stretch>
        </p:blipFill>
        <p:spPr>
          <a:xfrm>
            <a:off x="420799" y="228606"/>
            <a:ext cx="2974585" cy="1040334"/>
          </a:xfrm>
          <a:prstGeom prst="rect">
            <a:avLst/>
          </a:prstGeom>
        </p:spPr>
      </p:pic>
      <p:sp>
        <p:nvSpPr>
          <p:cNvPr id="10" name="Rectangle 9">
            <a:extLst>
              <a:ext uri="{FF2B5EF4-FFF2-40B4-BE49-F238E27FC236}">
                <a16:creationId xmlns:a16="http://schemas.microsoft.com/office/drawing/2014/main" id="{B77ED56F-82EF-D17F-DD9A-DC1291030908}"/>
              </a:ext>
            </a:extLst>
          </p:cNvPr>
          <p:cNvSpPr/>
          <p:nvPr userDrawn="1"/>
        </p:nvSpPr>
        <p:spPr>
          <a:xfrm>
            <a:off x="7563678" y="-48081"/>
            <a:ext cx="4738979" cy="6992451"/>
          </a:xfrm>
          <a:prstGeom prst="rect">
            <a:avLst/>
          </a:prstGeom>
          <a:gradFill flip="none" rotWithShape="1">
            <a:gsLst>
              <a:gs pos="0">
                <a:schemeClr val="bg1">
                  <a:alpha val="20000"/>
                </a:schemeClr>
              </a:gs>
              <a:gs pos="100000">
                <a:schemeClr val="bg1">
                  <a:alpha val="0"/>
                </a:schemeClr>
              </a:gs>
            </a:gsLst>
            <a:lin ang="10800000" scaled="1"/>
            <a:tileRect/>
          </a:gra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lang="en-US" sz="1000" kern="0">
              <a:solidFill>
                <a:srgbClr val="000000"/>
              </a:solidFill>
            </a:endParaRPr>
          </a:p>
        </p:txBody>
      </p:sp>
    </p:spTree>
    <p:extLst>
      <p:ext uri="{BB962C8B-B14F-4D97-AF65-F5344CB8AC3E}">
        <p14:creationId xmlns:p14="http://schemas.microsoft.com/office/powerpoint/2010/main" val="18096136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5112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Section En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F246B44-0DB4-B377-037E-18A23B20230A}"/>
              </a:ext>
            </a:extLst>
          </p:cNvPr>
          <p:cNvGraphicFramePr>
            <a:graphicFrameLocks noChangeAspect="1"/>
          </p:cNvGraphicFramePr>
          <p:nvPr userDrawn="1">
            <p:custDataLst>
              <p:tags r:id="rId1"/>
            </p:custDataLst>
            <p:extLst>
              <p:ext uri="{D42A27DB-BD31-4B8C-83A1-F6EECF244321}">
                <p14:modId xmlns:p14="http://schemas.microsoft.com/office/powerpoint/2010/main" val="3485990775"/>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0F246B44-0DB4-B377-037E-18A23B20230A}"/>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FCF1BAA-78FF-5635-E9C9-AF3728DA087E}"/>
              </a:ext>
            </a:extLst>
          </p:cNvPr>
          <p:cNvSpPr/>
          <p:nvPr userDrawn="1"/>
        </p:nvSpPr>
        <p:spPr>
          <a:xfrm>
            <a:off x="-110653" y="-48080"/>
            <a:ext cx="12413311" cy="6992451"/>
          </a:xfrm>
          <a:prstGeom prst="rect">
            <a:avLst/>
          </a:prstGeom>
          <a:solidFill>
            <a:srgbClr val="013530"/>
          </a:solidFill>
          <a:ln w="12700" cap="flat" cmpd="sng" algn="ctr">
            <a:noFill/>
            <a:prstDash val="solid"/>
            <a:miter lim="800000"/>
          </a:ln>
          <a:effectLst/>
        </p:spPr>
        <p:txBody>
          <a:bodyPr rtlCol="0" anchor="ctr"/>
          <a:lstStyle/>
          <a:p>
            <a:pPr marL="0" marR="0" lvl="0" indent="0" algn="ctr" defTabSz="880463"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pic>
        <p:nvPicPr>
          <p:cNvPr id="10" name="Picture 9">
            <a:extLst>
              <a:ext uri="{FF2B5EF4-FFF2-40B4-BE49-F238E27FC236}">
                <a16:creationId xmlns:a16="http://schemas.microsoft.com/office/drawing/2014/main" id="{96DCD699-B0F7-A829-3132-5876D61EEE24}"/>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b="-49"/>
          <a:stretch/>
        </p:blipFill>
        <p:spPr>
          <a:xfrm rot="16200000">
            <a:off x="2596589" y="-2755323"/>
            <a:ext cx="6992451" cy="12406936"/>
          </a:xfrm>
          <a:prstGeom prst="rect">
            <a:avLst/>
          </a:prstGeom>
        </p:spPr>
      </p:pic>
      <p:sp>
        <p:nvSpPr>
          <p:cNvPr id="5" name="Text Placeholder 4">
            <a:extLst>
              <a:ext uri="{FF2B5EF4-FFF2-40B4-BE49-F238E27FC236}">
                <a16:creationId xmlns:a16="http://schemas.microsoft.com/office/drawing/2014/main" id="{754B1C03-5913-4331-839C-69355BC79A11}"/>
              </a:ext>
            </a:extLst>
          </p:cNvPr>
          <p:cNvSpPr>
            <a:spLocks noGrp="1"/>
          </p:cNvSpPr>
          <p:nvPr>
            <p:ph type="body" sz="quarter" idx="10" hasCustomPrompt="1"/>
          </p:nvPr>
        </p:nvSpPr>
        <p:spPr>
          <a:xfrm>
            <a:off x="442914" y="3597075"/>
            <a:ext cx="5473699" cy="1330008"/>
          </a:xfrm>
        </p:spPr>
        <p:txBody>
          <a:bodyPr vert="horz" lIns="0" tIns="0" rIns="0" bIns="0" rtlCol="0" anchor="b" anchorCtr="0">
            <a:noAutofit/>
          </a:bodyPr>
          <a:lstStyle>
            <a:lvl1pPr marL="0" indent="0">
              <a:buNone/>
              <a:defRPr lang="en-US" sz="6000" dirty="0" smtClean="0">
                <a:solidFill>
                  <a:schemeClr val="accent2"/>
                </a:solidFill>
                <a:latin typeface="+mj-lt"/>
                <a:ea typeface="+mj-ea"/>
                <a:cs typeface="+mj-cs"/>
              </a:defRPr>
            </a:lvl1pPr>
            <a:lvl2pPr marL="274306" indent="0">
              <a:buNone/>
              <a:defRPr lang="en-US" sz="1800" dirty="0" smtClean="0"/>
            </a:lvl2pPr>
            <a:lvl3pPr marL="731484" indent="0">
              <a:buNone/>
              <a:defRPr lang="en-US" sz="1800" dirty="0" smtClean="0"/>
            </a:lvl3pPr>
            <a:lvl4pPr marL="1188661" indent="0">
              <a:buNone/>
              <a:defRPr lang="en-US" sz="1800" dirty="0" smtClean="0"/>
            </a:lvl4pPr>
            <a:lvl5pPr marL="1645838" indent="0">
              <a:buNone/>
              <a:defRPr lang="en-US" sz="1800" dirty="0"/>
            </a:lvl5pPr>
          </a:lstStyle>
          <a:p>
            <a:r>
              <a:rPr lang="en-US" sz="6000">
                <a:solidFill>
                  <a:schemeClr val="accent2"/>
                </a:solidFill>
              </a:rPr>
              <a:t>Appendix / Thankyou</a:t>
            </a:r>
            <a:endParaRPr lang="en-GB" sz="6000">
              <a:solidFill>
                <a:schemeClr val="accent2"/>
              </a:solidFill>
            </a:endParaRPr>
          </a:p>
        </p:txBody>
      </p:sp>
      <p:pic>
        <p:nvPicPr>
          <p:cNvPr id="4" name="Graphic 3">
            <a:extLst>
              <a:ext uri="{FF2B5EF4-FFF2-40B4-BE49-F238E27FC236}">
                <a16:creationId xmlns:a16="http://schemas.microsoft.com/office/drawing/2014/main" id="{A682F845-0243-6B00-C3A2-56635C6AE5AF}"/>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420799" y="228606"/>
            <a:ext cx="2974585" cy="1040334"/>
          </a:xfrm>
          <a:prstGeom prst="rect">
            <a:avLst/>
          </a:prstGeom>
        </p:spPr>
      </p:pic>
    </p:spTree>
    <p:extLst>
      <p:ext uri="{BB962C8B-B14F-4D97-AF65-F5344CB8AC3E}">
        <p14:creationId xmlns:p14="http://schemas.microsoft.com/office/powerpoint/2010/main" val="38136386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B6522A6-CA04-4A9E-AD16-DE9E21B621FD}"/>
              </a:ext>
            </a:extLst>
          </p:cNvPr>
          <p:cNvGraphicFramePr>
            <a:graphicFrameLocks noChangeAspect="1"/>
          </p:cNvGraphicFramePr>
          <p:nvPr userDrawn="1">
            <p:custDataLst>
              <p:tags r:id="rId1"/>
            </p:custDataLst>
            <p:extLst>
              <p:ext uri="{D42A27DB-BD31-4B8C-83A1-F6EECF244321}">
                <p14:modId xmlns:p14="http://schemas.microsoft.com/office/powerpoint/2010/main" val="1542746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DB6522A6-CA04-4A9E-AD16-DE9E21B621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sp>
        <p:nvSpPr>
          <p:cNvPr id="9" name="Title Placeholder 1">
            <a:extLst>
              <a:ext uri="{FF2B5EF4-FFF2-40B4-BE49-F238E27FC236}">
                <a16:creationId xmlns:a16="http://schemas.microsoft.com/office/drawing/2014/main" id="{ACA6F389-5634-4AF9-9CF6-A099E02F17AA}"/>
              </a:ext>
            </a:extLst>
          </p:cNvPr>
          <p:cNvSpPr>
            <a:spLocks noGrp="1"/>
          </p:cNvSpPr>
          <p:nvPr>
            <p:ph type="title" hasCustomPrompt="1"/>
          </p:nvPr>
        </p:nvSpPr>
        <p:spPr>
          <a:xfrm>
            <a:off x="1426634" y="288921"/>
            <a:ext cx="10220962" cy="646331"/>
          </a:xfrm>
          <a:prstGeom prst="rect">
            <a:avLst/>
          </a:prstGeom>
        </p:spPr>
        <p:txBody>
          <a:bodyPr vert="horz" wrap="square" lIns="91440" tIns="45720" rIns="91440" bIns="45720" rtlCol="0" anchor="b">
            <a:noAutofit/>
          </a:bodyPr>
          <a:lstStyle/>
          <a:p>
            <a:r>
              <a:rPr lang="en-US"/>
              <a:t>Click to add title</a:t>
            </a:r>
          </a:p>
        </p:txBody>
      </p:sp>
      <p:grpSp>
        <p:nvGrpSpPr>
          <p:cNvPr id="11" name="Group 10">
            <a:extLst>
              <a:ext uri="{FF2B5EF4-FFF2-40B4-BE49-F238E27FC236}">
                <a16:creationId xmlns:a16="http://schemas.microsoft.com/office/drawing/2014/main" id="{71944CE1-54A6-4380-BFF3-3BACE3BA065F}"/>
              </a:ext>
            </a:extLst>
          </p:cNvPr>
          <p:cNvGrpSpPr/>
          <p:nvPr userDrawn="1"/>
        </p:nvGrpSpPr>
        <p:grpSpPr>
          <a:xfrm>
            <a:off x="346407" y="593754"/>
            <a:ext cx="1011242" cy="393036"/>
            <a:chOff x="-1167110" y="595256"/>
            <a:chExt cx="1016594" cy="395116"/>
          </a:xfrm>
        </p:grpSpPr>
        <p:pic>
          <p:nvPicPr>
            <p:cNvPr id="12" name="Graphic 11">
              <a:extLst>
                <a:ext uri="{FF2B5EF4-FFF2-40B4-BE49-F238E27FC236}">
                  <a16:creationId xmlns:a16="http://schemas.microsoft.com/office/drawing/2014/main" id="{507D64FB-500C-4E8C-90A9-E228FA1DA285}"/>
                </a:ext>
              </a:extLst>
            </p:cNvPr>
            <p:cNvPicPr>
              <a:picLocks noChangeAspect="1"/>
            </p:cNvPicPr>
            <p:nvPr/>
          </p:nvPicPr>
          <p:blipFill rotWithShape="1">
            <a:blip>
              <a:extLst>
                <a:ext uri="{96DAC541-7B7A-43D3-8B79-37D633B846F1}">
                  <asvg:svgBlip xmlns:asvg="http://schemas.microsoft.com/office/drawing/2016/SVG/main" r:embed="rId5"/>
                </a:ext>
              </a:extLst>
            </a:blip>
            <a:srcRect r="70656"/>
            <a:stretch/>
          </p:blipFill>
          <p:spPr>
            <a:xfrm>
              <a:off x="-1167110" y="595256"/>
              <a:ext cx="331507" cy="395116"/>
            </a:xfrm>
            <a:prstGeom prst="rect">
              <a:avLst/>
            </a:prstGeom>
          </p:spPr>
        </p:pic>
        <p:pic>
          <p:nvPicPr>
            <p:cNvPr id="13" name="Graphic 12">
              <a:extLst>
                <a:ext uri="{FF2B5EF4-FFF2-40B4-BE49-F238E27FC236}">
                  <a16:creationId xmlns:a16="http://schemas.microsoft.com/office/drawing/2014/main" id="{2C142C50-4AD8-4F2A-AEC7-76785A414990}"/>
                </a:ext>
              </a:extLst>
            </p:cNvPr>
            <p:cNvPicPr>
              <a:picLocks noChangeAspect="1"/>
            </p:cNvPicPr>
            <p:nvPr/>
          </p:nvPicPr>
          <p:blipFill rotWithShape="1">
            <a:blip>
              <a:extLst>
                <a:ext uri="{96DAC541-7B7A-43D3-8B79-37D633B846F1}">
                  <asvg:svgBlip xmlns:asvg="http://schemas.microsoft.com/office/drawing/2016/SVG/main" r:embed="rId5"/>
                </a:ext>
              </a:extLst>
            </a:blip>
            <a:srcRect l="29344"/>
            <a:stretch/>
          </p:blipFill>
          <p:spPr>
            <a:xfrm>
              <a:off x="-870149" y="614709"/>
              <a:ext cx="719633" cy="356211"/>
            </a:xfrm>
            <a:prstGeom prst="rect">
              <a:avLst/>
            </a:prstGeom>
          </p:spPr>
        </p:pic>
      </p:grpSp>
      <p:cxnSp>
        <p:nvCxnSpPr>
          <p:cNvPr id="14" name="Straight Connector 13">
            <a:extLst>
              <a:ext uri="{FF2B5EF4-FFF2-40B4-BE49-F238E27FC236}">
                <a16:creationId xmlns:a16="http://schemas.microsoft.com/office/drawing/2014/main" id="{8B13CD00-65B2-4F00-B1BC-EBACA3777DBE}"/>
              </a:ext>
            </a:extLst>
          </p:cNvPr>
          <p:cNvCxnSpPr>
            <a:cxnSpLocks/>
          </p:cNvCxnSpPr>
          <p:nvPr userDrawn="1"/>
        </p:nvCxnSpPr>
        <p:spPr>
          <a:xfrm>
            <a:off x="1426634" y="948410"/>
            <a:ext cx="10220962" cy="0"/>
          </a:xfrm>
          <a:prstGeom prst="line">
            <a:avLst/>
          </a:prstGeom>
          <a:noFill/>
          <a:ln w="19050" cap="rnd" cmpd="sng" algn="ctr">
            <a:solidFill>
              <a:srgbClr val="C4984F"/>
            </a:solidFill>
            <a:prstDash val="solid"/>
            <a:round/>
          </a:ln>
          <a:effectLst/>
        </p:spPr>
      </p:cxnSp>
    </p:spTree>
    <p:extLst>
      <p:ext uri="{BB962C8B-B14F-4D97-AF65-F5344CB8AC3E}">
        <p14:creationId xmlns:p14="http://schemas.microsoft.com/office/powerpoint/2010/main" val="39993175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7_Title_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07135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5">
            <a:extLst>
              <a:ext uri="{FF2B5EF4-FFF2-40B4-BE49-F238E27FC236}">
                <a16:creationId xmlns:a16="http://schemas.microsoft.com/office/drawing/2014/main" id="{EAACD270-C128-4C45-B1B9-99A5F05C36DD}"/>
              </a:ext>
            </a:extLst>
          </p:cNvPr>
          <p:cNvPicPr>
            <a:picLocks noChangeAspect="1" noChangeArrowheads="1"/>
          </p:cNvPicPr>
          <p:nvPr userDrawn="1"/>
        </p:nvPicPr>
        <p:blipFill rotWithShape="1">
          <a:blip r:embed="rId5" cstate="email">
            <a:extLst>
              <a:ext uri="{28A0092B-C50C-407E-A947-70E740481C1C}">
                <a14:useLocalDpi xmlns:a14="http://schemas.microsoft.com/office/drawing/2010/main"/>
              </a:ext>
            </a:extLst>
          </a:blip>
          <a:srcRect/>
          <a:stretch/>
        </p:blipFill>
        <p:spPr bwMode="auto">
          <a:xfrm>
            <a:off x="-1273" y="0"/>
            <a:ext cx="12190966" cy="6858001"/>
          </a:xfrm>
          <a:prstGeom prst="rect">
            <a:avLst/>
          </a:prstGeom>
          <a:noFill/>
          <a:extLst>
            <a:ext uri="{909E8E84-426E-40DD-AFC4-6F175D3DCCD1}">
              <a14:hiddenFill xmlns:a14="http://schemas.microsoft.com/office/drawing/2010/main">
                <a:solidFill>
                  <a:srgbClr val="FFFFFF"/>
                </a:solidFill>
              </a14:hiddenFill>
            </a:ext>
          </a:extLst>
        </p:spPr>
      </p:pic>
      <p:sp>
        <p:nvSpPr>
          <p:cNvPr id="49" name="Rectangle 48">
            <a:extLst>
              <a:ext uri="{FF2B5EF4-FFF2-40B4-BE49-F238E27FC236}">
                <a16:creationId xmlns:a16="http://schemas.microsoft.com/office/drawing/2014/main" id="{9E2FDAF0-6211-45DB-A6FA-3D578AA8A388}"/>
              </a:ext>
            </a:extLst>
          </p:cNvPr>
          <p:cNvSpPr/>
          <p:nvPr userDrawn="1"/>
        </p:nvSpPr>
        <p:spPr>
          <a:xfrm>
            <a:off x="-1273" y="0"/>
            <a:ext cx="12192000" cy="6858000"/>
          </a:xfrm>
          <a:prstGeom prst="rect">
            <a:avLst/>
          </a:prstGeom>
          <a:solidFill>
            <a:srgbClr val="1A1918">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3653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Logos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5EA3085-1ABD-4584-AC0E-2B66898FB4E5}"/>
              </a:ext>
            </a:extLst>
          </p:cNvPr>
          <p:cNvGraphicFramePr>
            <a:graphicFrameLocks noChangeAspect="1"/>
          </p:cNvGraphicFramePr>
          <p:nvPr userDrawn="1">
            <p:custDataLst>
              <p:tags r:id="rId1"/>
            </p:custDataLst>
            <p:extLst>
              <p:ext uri="{D42A27DB-BD31-4B8C-83A1-F6EECF244321}">
                <p14:modId xmlns:p14="http://schemas.microsoft.com/office/powerpoint/2010/main" val="3363198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9" imgH="396" progId="TCLayout.ActiveDocument.1">
                  <p:embed/>
                </p:oleObj>
              </mc:Choice>
              <mc:Fallback>
                <p:oleObj name="think-cell Slide" r:id="rId6" imgW="389" imgH="396" progId="TCLayout.ActiveDocument.1">
                  <p:embed/>
                  <p:pic>
                    <p:nvPicPr>
                      <p:cNvPr id="7" name="think-cell data - do not delete" hidden="1">
                        <a:extLst>
                          <a:ext uri="{FF2B5EF4-FFF2-40B4-BE49-F238E27FC236}">
                            <a16:creationId xmlns:a16="http://schemas.microsoft.com/office/drawing/2014/main" id="{75EA3085-1ABD-4584-AC0E-2B66898FB4E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Subtitle">
            <a:extLst>
              <a:ext uri="{FF2B5EF4-FFF2-40B4-BE49-F238E27FC236}">
                <a16:creationId xmlns:a16="http://schemas.microsoft.com/office/drawing/2014/main" id="{61C63E5A-BD9E-F642-A58F-26B7A4F083FE}"/>
              </a:ext>
            </a:extLst>
          </p:cNvPr>
          <p:cNvSpPr>
            <a:spLocks noGrp="1"/>
          </p:cNvSpPr>
          <p:nvPr>
            <p:ph type="subTitle" idx="26" hasCustomPrompt="1"/>
            <p:custDataLst>
              <p:tags r:id="rId2"/>
            </p:custDataLst>
          </p:nvPr>
        </p:nvSpPr>
        <p:spPr>
          <a:xfrm>
            <a:off x="442913" y="1276212"/>
            <a:ext cx="11306173" cy="320177"/>
          </a:xfrm>
        </p:spPr>
        <p:txBody>
          <a:bodyPr>
            <a:noAutofit/>
          </a:bodyPr>
          <a:lstStyle>
            <a:lvl1pPr marL="0" indent="0" algn="l">
              <a:lnSpc>
                <a:spcPct val="100000"/>
              </a:lnSpc>
              <a:spcBef>
                <a:spcPct val="0"/>
              </a:spcBef>
              <a:spcAft>
                <a:spcPct val="0"/>
              </a:spcAft>
              <a:buNone/>
              <a:defRPr sz="1800" b="1">
                <a:solidFill>
                  <a:schemeClr val="accent6"/>
                </a:solidFill>
              </a:defRPr>
            </a:lvl1pPr>
            <a:lvl2pPr marL="0" indent="0" algn="l">
              <a:lnSpc>
                <a:spcPct val="100000"/>
              </a:lnSpc>
              <a:spcBef>
                <a:spcPct val="0"/>
              </a:spcBef>
              <a:spcAft>
                <a:spcPct val="0"/>
              </a:spcAft>
              <a:buNone/>
              <a:defRPr sz="1800" b="1">
                <a:solidFill>
                  <a:schemeClr val="tx2"/>
                </a:solidFill>
              </a:defRPr>
            </a:lvl2pPr>
            <a:lvl3pPr marL="0" indent="0" algn="l">
              <a:lnSpc>
                <a:spcPct val="100000"/>
              </a:lnSpc>
              <a:spcBef>
                <a:spcPct val="0"/>
              </a:spcBef>
              <a:spcAft>
                <a:spcPct val="0"/>
              </a:spcAft>
              <a:buNone/>
              <a:defRPr sz="1800" b="1">
                <a:solidFill>
                  <a:schemeClr val="tx2"/>
                </a:solidFill>
              </a:defRPr>
            </a:lvl3pPr>
            <a:lvl4pPr marL="0" indent="0" algn="l">
              <a:lnSpc>
                <a:spcPct val="100000"/>
              </a:lnSpc>
              <a:spcBef>
                <a:spcPct val="0"/>
              </a:spcBef>
              <a:spcAft>
                <a:spcPct val="0"/>
              </a:spcAft>
              <a:buNone/>
              <a:defRPr sz="1800" b="1">
                <a:solidFill>
                  <a:schemeClr val="tx2"/>
                </a:solidFill>
              </a:defRPr>
            </a:lvl4pPr>
            <a:lvl5pPr marL="0" indent="0" algn="l">
              <a:lnSpc>
                <a:spcPct val="100000"/>
              </a:lnSpc>
              <a:spcBef>
                <a:spcPct val="0"/>
              </a:spcBef>
              <a:spcAft>
                <a:spcPct val="0"/>
              </a:spcAft>
              <a:buNone/>
              <a:defRPr sz="1800" b="1">
                <a:solidFill>
                  <a:schemeClr val="tx2"/>
                </a:solidFill>
              </a:defRPr>
            </a:lvl5pPr>
            <a:lvl6pPr marL="0" indent="0" algn="l">
              <a:lnSpc>
                <a:spcPct val="100000"/>
              </a:lnSpc>
              <a:spcBef>
                <a:spcPct val="0"/>
              </a:spcBef>
              <a:spcAft>
                <a:spcPct val="0"/>
              </a:spcAft>
              <a:buNone/>
              <a:defRPr sz="1800" b="1">
                <a:solidFill>
                  <a:schemeClr val="tx2"/>
                </a:solidFill>
              </a:defRPr>
            </a:lvl6pPr>
            <a:lvl7pPr marL="0" indent="0" algn="l">
              <a:lnSpc>
                <a:spcPct val="100000"/>
              </a:lnSpc>
              <a:spcBef>
                <a:spcPct val="0"/>
              </a:spcBef>
              <a:spcAft>
                <a:spcPct val="0"/>
              </a:spcAft>
              <a:buNone/>
              <a:defRPr sz="1800" b="1">
                <a:solidFill>
                  <a:schemeClr val="tx2"/>
                </a:solidFill>
              </a:defRPr>
            </a:lvl7pPr>
            <a:lvl8pPr marL="0" indent="0" algn="l">
              <a:lnSpc>
                <a:spcPct val="100000"/>
              </a:lnSpc>
              <a:spcBef>
                <a:spcPct val="0"/>
              </a:spcBef>
              <a:spcAft>
                <a:spcPct val="0"/>
              </a:spcAft>
              <a:buNone/>
              <a:defRPr sz="1800" b="1">
                <a:solidFill>
                  <a:schemeClr val="tx2"/>
                </a:solidFill>
              </a:defRPr>
            </a:lvl8pPr>
            <a:lvl9pPr marL="0" indent="0" algn="l">
              <a:lnSpc>
                <a:spcPct val="100000"/>
              </a:lnSpc>
              <a:spcBef>
                <a:spcPct val="0"/>
              </a:spcBef>
              <a:spcAft>
                <a:spcPct val="0"/>
              </a:spcAft>
              <a:buNone/>
              <a:defRPr sz="1800" b="1">
                <a:solidFill>
                  <a:schemeClr val="tx2"/>
                </a:solidFill>
              </a:defRPr>
            </a:lvl9pPr>
          </a:lstStyle>
          <a:p>
            <a:r>
              <a:rPr lang="en-US"/>
              <a:t>[Optional slide subtitle]</a:t>
            </a:r>
          </a:p>
        </p:txBody>
      </p:sp>
      <p:sp>
        <p:nvSpPr>
          <p:cNvPr id="27" name="Footnotes">
            <a:extLst>
              <a:ext uri="{FF2B5EF4-FFF2-40B4-BE49-F238E27FC236}">
                <a16:creationId xmlns:a16="http://schemas.microsoft.com/office/drawing/2014/main" id="{DD8B5F4F-C81D-464D-B5FC-5F8941870CF3}"/>
              </a:ext>
            </a:extLst>
          </p:cNvPr>
          <p:cNvSpPr>
            <a:spLocks noGrp="1"/>
          </p:cNvSpPr>
          <p:nvPr>
            <p:ph type="body" sz="quarter" idx="25" hasCustomPrompt="1"/>
            <p:custDataLst>
              <p:tags r:id="rId3"/>
            </p:custDataLst>
          </p:nvPr>
        </p:nvSpPr>
        <p:spPr>
          <a:xfrm>
            <a:off x="2432304" y="6355077"/>
            <a:ext cx="7315200" cy="274322"/>
          </a:xfrm>
        </p:spPr>
        <p:txBody>
          <a:bodyPr anchor="b" anchorCtr="0">
            <a:noAutofit/>
          </a:bodyPr>
          <a:lstStyle>
            <a:lvl1pPr marL="0" indent="0">
              <a:spcAft>
                <a:spcPct val="0"/>
              </a:spcAft>
              <a:buFontTx/>
              <a:buNone/>
              <a:defRPr sz="750"/>
            </a:lvl1pPr>
            <a:lvl2pPr marL="0" indent="0">
              <a:spcAft>
                <a:spcPct val="0"/>
              </a:spcAft>
              <a:buFontTx/>
              <a:buNone/>
              <a:defRPr sz="750"/>
            </a:lvl2pPr>
            <a:lvl3pPr marL="0" indent="0">
              <a:spcAft>
                <a:spcPct val="0"/>
              </a:spcAft>
              <a:buFontTx/>
              <a:buNone/>
              <a:defRPr sz="750"/>
            </a:lvl3pPr>
            <a:lvl4pPr marL="0" indent="0">
              <a:spcAft>
                <a:spcPct val="0"/>
              </a:spcAft>
              <a:buFontTx/>
              <a:buNone/>
              <a:defRPr sz="750"/>
            </a:lvl4pPr>
            <a:lvl5pPr marL="0" indent="0">
              <a:spcAft>
                <a:spcPct val="0"/>
              </a:spcAft>
              <a:buFontTx/>
              <a:buNone/>
              <a:defRPr sz="750"/>
            </a:lvl5pPr>
            <a:lvl6pPr marL="0" indent="0">
              <a:spcAft>
                <a:spcPct val="0"/>
              </a:spcAft>
              <a:buFontTx/>
              <a:buNone/>
              <a:defRPr sz="750"/>
            </a:lvl6pPr>
            <a:lvl7pPr marL="0" indent="0">
              <a:spcAft>
                <a:spcPct val="0"/>
              </a:spcAft>
              <a:buFontTx/>
              <a:buNone/>
              <a:defRPr sz="750"/>
            </a:lvl7pPr>
            <a:lvl8pPr marL="0" indent="0">
              <a:spcAft>
                <a:spcPct val="0"/>
              </a:spcAft>
              <a:buFontTx/>
              <a:buNone/>
              <a:defRPr sz="750"/>
            </a:lvl8pPr>
            <a:lvl9pPr marL="0" indent="0">
              <a:spcAft>
                <a:spcPct val="0"/>
              </a:spcAft>
              <a:buFontTx/>
              <a:buNone/>
              <a:defRPr sz="750"/>
            </a:lvl9pPr>
          </a:lstStyle>
          <a:p>
            <a:pPr lvl="0"/>
            <a:r>
              <a:rPr lang="en-US"/>
              <a:t>[Optional footnotes/references]</a:t>
            </a:r>
          </a:p>
        </p:txBody>
      </p:sp>
      <p:sp>
        <p:nvSpPr>
          <p:cNvPr id="4" name="Date Placeholder">
            <a:extLst>
              <a:ext uri="{FF2B5EF4-FFF2-40B4-BE49-F238E27FC236}">
                <a16:creationId xmlns:a16="http://schemas.microsoft.com/office/drawing/2014/main" id="{470A3029-D834-5149-96EF-70010D8D5EB6}"/>
              </a:ext>
            </a:extLst>
          </p:cNvPr>
          <p:cNvSpPr>
            <a:spLocks noGrp="1"/>
          </p:cNvSpPr>
          <p:nvPr>
            <p:ph type="dt" sz="half" idx="11"/>
            <p:custDataLst>
              <p:tags r:id="rId4"/>
            </p:custDataLst>
          </p:nvPr>
        </p:nvSpPr>
        <p:spPr/>
        <p:txBody>
          <a:bodyPr/>
          <a:lstStyle/>
          <a:p>
            <a:fld id="{1E9640C0-E2C0-4ECF-A156-45620899EBCD}" type="datetime3">
              <a:rPr lang="en-US" smtClean="0"/>
              <a:t>28 June 2026</a:t>
            </a:fld>
            <a:endParaRPr lang="en-US"/>
          </a:p>
        </p:txBody>
      </p:sp>
      <p:sp>
        <p:nvSpPr>
          <p:cNvPr id="9" name="Title Placeholder 1">
            <a:extLst>
              <a:ext uri="{FF2B5EF4-FFF2-40B4-BE49-F238E27FC236}">
                <a16:creationId xmlns:a16="http://schemas.microsoft.com/office/drawing/2014/main" id="{846F097D-F6AA-4C25-BE8F-2A6D13480A94}"/>
              </a:ext>
            </a:extLst>
          </p:cNvPr>
          <p:cNvSpPr>
            <a:spLocks noGrp="1"/>
          </p:cNvSpPr>
          <p:nvPr>
            <p:ph type="title"/>
          </p:nvPr>
        </p:nvSpPr>
        <p:spPr>
          <a:xfrm>
            <a:off x="1426634" y="288921"/>
            <a:ext cx="10220962" cy="646331"/>
          </a:xfrm>
          <a:prstGeom prst="rect">
            <a:avLst/>
          </a:prstGeom>
        </p:spPr>
        <p:txBody>
          <a:bodyPr vert="horz" wrap="square" lIns="91440" tIns="45720" rIns="91440" bIns="45720" rtlCol="0" anchor="b">
            <a:noAutofit/>
          </a:bodyPr>
          <a:lstStyle/>
          <a:p>
            <a:r>
              <a:rPr lang="en-US"/>
              <a:t>Click to add title</a:t>
            </a:r>
          </a:p>
        </p:txBody>
      </p:sp>
      <p:grpSp>
        <p:nvGrpSpPr>
          <p:cNvPr id="10" name="Group 9">
            <a:extLst>
              <a:ext uri="{FF2B5EF4-FFF2-40B4-BE49-F238E27FC236}">
                <a16:creationId xmlns:a16="http://schemas.microsoft.com/office/drawing/2014/main" id="{BC41FCBA-9978-4179-A7E8-16DEF0E393CA}"/>
              </a:ext>
            </a:extLst>
          </p:cNvPr>
          <p:cNvGrpSpPr/>
          <p:nvPr userDrawn="1"/>
        </p:nvGrpSpPr>
        <p:grpSpPr>
          <a:xfrm>
            <a:off x="346407" y="593754"/>
            <a:ext cx="1011242" cy="393036"/>
            <a:chOff x="-1167110" y="595256"/>
            <a:chExt cx="1016594" cy="395116"/>
          </a:xfrm>
        </p:grpSpPr>
        <p:pic>
          <p:nvPicPr>
            <p:cNvPr id="11" name="Graphic 10">
              <a:extLst>
                <a:ext uri="{FF2B5EF4-FFF2-40B4-BE49-F238E27FC236}">
                  <a16:creationId xmlns:a16="http://schemas.microsoft.com/office/drawing/2014/main" id="{3E09D365-8120-4503-A1CE-CD05A7FA4C5A}"/>
                </a:ext>
              </a:extLst>
            </p:cNvPr>
            <p:cNvPicPr>
              <a:picLocks noChangeAspect="1"/>
            </p:cNvPicPr>
            <p:nvPr/>
          </p:nvPicPr>
          <p:blipFill rotWithShape="1">
            <a:blip>
              <a:extLst>
                <a:ext uri="{96DAC541-7B7A-43D3-8B79-37D633B846F1}">
                  <asvg:svgBlip xmlns:asvg="http://schemas.microsoft.com/office/drawing/2016/SVG/main" r:embed="rId8"/>
                </a:ext>
              </a:extLst>
            </a:blip>
            <a:srcRect r="70656"/>
            <a:stretch/>
          </p:blipFill>
          <p:spPr>
            <a:xfrm>
              <a:off x="-1167110" y="595256"/>
              <a:ext cx="331507" cy="395116"/>
            </a:xfrm>
            <a:prstGeom prst="rect">
              <a:avLst/>
            </a:prstGeom>
          </p:spPr>
        </p:pic>
        <p:pic>
          <p:nvPicPr>
            <p:cNvPr id="12" name="Graphic 11">
              <a:extLst>
                <a:ext uri="{FF2B5EF4-FFF2-40B4-BE49-F238E27FC236}">
                  <a16:creationId xmlns:a16="http://schemas.microsoft.com/office/drawing/2014/main" id="{1394A38B-98FE-4A04-A69E-DC6C1E5F651C}"/>
                </a:ext>
              </a:extLst>
            </p:cNvPr>
            <p:cNvPicPr>
              <a:picLocks noChangeAspect="1"/>
            </p:cNvPicPr>
            <p:nvPr/>
          </p:nvPicPr>
          <p:blipFill rotWithShape="1">
            <a:blip>
              <a:extLst>
                <a:ext uri="{96DAC541-7B7A-43D3-8B79-37D633B846F1}">
                  <asvg:svgBlip xmlns:asvg="http://schemas.microsoft.com/office/drawing/2016/SVG/main" r:embed="rId8"/>
                </a:ext>
              </a:extLst>
            </a:blip>
            <a:srcRect l="29344"/>
            <a:stretch/>
          </p:blipFill>
          <p:spPr>
            <a:xfrm>
              <a:off x="-870149" y="614709"/>
              <a:ext cx="719633" cy="356211"/>
            </a:xfrm>
            <a:prstGeom prst="rect">
              <a:avLst/>
            </a:prstGeom>
          </p:spPr>
        </p:pic>
      </p:grpSp>
      <p:cxnSp>
        <p:nvCxnSpPr>
          <p:cNvPr id="13" name="Straight Connector 12">
            <a:extLst>
              <a:ext uri="{FF2B5EF4-FFF2-40B4-BE49-F238E27FC236}">
                <a16:creationId xmlns:a16="http://schemas.microsoft.com/office/drawing/2014/main" id="{55149476-FE5E-41DF-9D31-76863F4B0C05}"/>
              </a:ext>
            </a:extLst>
          </p:cNvPr>
          <p:cNvCxnSpPr>
            <a:cxnSpLocks/>
          </p:cNvCxnSpPr>
          <p:nvPr userDrawn="1"/>
        </p:nvCxnSpPr>
        <p:spPr>
          <a:xfrm>
            <a:off x="1426634" y="948410"/>
            <a:ext cx="10220962" cy="0"/>
          </a:xfrm>
          <a:prstGeom prst="line">
            <a:avLst/>
          </a:prstGeom>
          <a:noFill/>
          <a:ln w="19050" cap="rnd" cmpd="sng" algn="ctr">
            <a:solidFill>
              <a:srgbClr val="C4984F"/>
            </a:solidFill>
            <a:prstDash val="solid"/>
            <a:round/>
          </a:ln>
          <a:effectLst/>
        </p:spPr>
      </p:cxnSp>
    </p:spTree>
    <p:extLst>
      <p:ext uri="{BB962C8B-B14F-4D97-AF65-F5344CB8AC3E}">
        <p14:creationId xmlns:p14="http://schemas.microsoft.com/office/powerpoint/2010/main" val="63479955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A59C25E-BEAF-4008-96A7-F1A8FF1DB139}"/>
              </a:ext>
            </a:extLst>
          </p:cNvPr>
          <p:cNvGraphicFramePr>
            <a:graphicFrameLocks noChangeAspect="1"/>
          </p:cNvGraphicFramePr>
          <p:nvPr userDrawn="1">
            <p:custDataLst>
              <p:tags r:id="rId1"/>
            </p:custDataLst>
            <p:extLst>
              <p:ext uri="{D42A27DB-BD31-4B8C-83A1-F6EECF244321}">
                <p14:modId xmlns:p14="http://schemas.microsoft.com/office/powerpoint/2010/main" val="823660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4" name="think-cell data - do not delete" hidden="1">
                        <a:extLst>
                          <a:ext uri="{FF2B5EF4-FFF2-40B4-BE49-F238E27FC236}">
                            <a16:creationId xmlns:a16="http://schemas.microsoft.com/office/drawing/2014/main" id="{2A59C25E-BEAF-4008-96A7-F1A8FF1DB1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6BFC9B2E-3840-9F7D-826E-08E38FC157D3}"/>
              </a:ext>
            </a:extLst>
          </p:cNvPr>
          <p:cNvSpPr/>
          <p:nvPr userDrawn="1"/>
        </p:nvSpPr>
        <p:spPr>
          <a:xfrm>
            <a:off x="0" y="0"/>
            <a:ext cx="12192000" cy="6858000"/>
          </a:xfrm>
          <a:prstGeom prst="rect">
            <a:avLst/>
          </a:prstGeom>
          <a:solidFill>
            <a:schemeClr val="bg1"/>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indent="0" algn="l" defTabSz="914400" eaLnBrk="1" fontAlgn="auto" latinLnBrk="0" hangingPunct="1">
              <a:lnSpc>
                <a:spcPct val="100000"/>
              </a:lnSpc>
              <a:spcBef>
                <a:spcPts val="0"/>
              </a:spcBef>
              <a:spcAft>
                <a:spcPts val="0"/>
              </a:spcAft>
              <a:buClrTx/>
              <a:buSzTx/>
              <a:buFontTx/>
              <a:buNone/>
              <a:tabLst/>
            </a:pPr>
            <a:endParaRPr lang="en-US" sz="1000" kern="0">
              <a:solidFill>
                <a:srgbClr val="000000"/>
              </a:solidFill>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ea typeface="+mn-ea"/>
                <a:cs typeface="+mn-cs"/>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sp>
        <p:nvSpPr>
          <p:cNvPr id="9" name="Title Placeholder 1">
            <a:extLst>
              <a:ext uri="{FF2B5EF4-FFF2-40B4-BE49-F238E27FC236}">
                <a16:creationId xmlns:a16="http://schemas.microsoft.com/office/drawing/2014/main" id="{CDCB73F0-7F68-42D1-B06A-B19BF90787A5}"/>
              </a:ext>
            </a:extLst>
          </p:cNvPr>
          <p:cNvSpPr>
            <a:spLocks noGrp="1"/>
          </p:cNvSpPr>
          <p:nvPr>
            <p:ph type="title" hasCustomPrompt="1"/>
          </p:nvPr>
        </p:nvSpPr>
        <p:spPr>
          <a:xfrm>
            <a:off x="1426634" y="288921"/>
            <a:ext cx="10220962" cy="646331"/>
          </a:xfrm>
          <a:prstGeom prst="rect">
            <a:avLst/>
          </a:prstGeom>
        </p:spPr>
        <p:txBody>
          <a:bodyPr vert="horz" wrap="square" lIns="91440" tIns="45720" rIns="91440" bIns="45720" rtlCol="0" anchor="b">
            <a:noAutofit/>
          </a:bodyPr>
          <a:lstStyle/>
          <a:p>
            <a:r>
              <a:rPr lang="en-US"/>
              <a:t>Click to add title</a:t>
            </a:r>
          </a:p>
        </p:txBody>
      </p:sp>
      <p:grpSp>
        <p:nvGrpSpPr>
          <p:cNvPr id="10" name="Group 9">
            <a:extLst>
              <a:ext uri="{FF2B5EF4-FFF2-40B4-BE49-F238E27FC236}">
                <a16:creationId xmlns:a16="http://schemas.microsoft.com/office/drawing/2014/main" id="{24FF251E-32C1-4BDC-A0AB-429CF7A284CD}"/>
              </a:ext>
            </a:extLst>
          </p:cNvPr>
          <p:cNvGrpSpPr/>
          <p:nvPr userDrawn="1"/>
        </p:nvGrpSpPr>
        <p:grpSpPr>
          <a:xfrm>
            <a:off x="346407" y="593754"/>
            <a:ext cx="1011242" cy="393036"/>
            <a:chOff x="-1167110" y="595256"/>
            <a:chExt cx="1016594" cy="395116"/>
          </a:xfrm>
        </p:grpSpPr>
        <p:pic>
          <p:nvPicPr>
            <p:cNvPr id="11" name="Graphic 10">
              <a:extLst>
                <a:ext uri="{FF2B5EF4-FFF2-40B4-BE49-F238E27FC236}">
                  <a16:creationId xmlns:a16="http://schemas.microsoft.com/office/drawing/2014/main" id="{56E3B5D5-1DDE-4639-A930-C17A005CA85F}"/>
                </a:ext>
              </a:extLst>
            </p:cNvPr>
            <p:cNvPicPr>
              <a:picLocks noChangeAspect="1"/>
            </p:cNvPicPr>
            <p:nvPr/>
          </p:nvPicPr>
          <p:blipFill rotWithShape="1">
            <a:blip>
              <a:extLst>
                <a:ext uri="{96DAC541-7B7A-43D3-8B79-37D633B846F1}">
                  <asvg:svgBlip xmlns:asvg="http://schemas.microsoft.com/office/drawing/2016/SVG/main" r:embed="rId5"/>
                </a:ext>
              </a:extLst>
            </a:blip>
            <a:srcRect r="70656"/>
            <a:stretch/>
          </p:blipFill>
          <p:spPr>
            <a:xfrm>
              <a:off x="-1167110" y="595256"/>
              <a:ext cx="331507" cy="395116"/>
            </a:xfrm>
            <a:prstGeom prst="rect">
              <a:avLst/>
            </a:prstGeom>
          </p:spPr>
        </p:pic>
        <p:pic>
          <p:nvPicPr>
            <p:cNvPr id="12" name="Graphic 11">
              <a:extLst>
                <a:ext uri="{FF2B5EF4-FFF2-40B4-BE49-F238E27FC236}">
                  <a16:creationId xmlns:a16="http://schemas.microsoft.com/office/drawing/2014/main" id="{B801F216-16B3-4AB5-B5C8-9D74C962CDD1}"/>
                </a:ext>
              </a:extLst>
            </p:cNvPr>
            <p:cNvPicPr>
              <a:picLocks noChangeAspect="1"/>
            </p:cNvPicPr>
            <p:nvPr/>
          </p:nvPicPr>
          <p:blipFill rotWithShape="1">
            <a:blip>
              <a:extLst>
                <a:ext uri="{96DAC541-7B7A-43D3-8B79-37D633B846F1}">
                  <asvg:svgBlip xmlns:asvg="http://schemas.microsoft.com/office/drawing/2016/SVG/main" r:embed="rId5"/>
                </a:ext>
              </a:extLst>
            </a:blip>
            <a:srcRect l="29344"/>
            <a:stretch/>
          </p:blipFill>
          <p:spPr>
            <a:xfrm>
              <a:off x="-870149" y="614709"/>
              <a:ext cx="719633" cy="356211"/>
            </a:xfrm>
            <a:prstGeom prst="rect">
              <a:avLst/>
            </a:prstGeom>
          </p:spPr>
        </p:pic>
      </p:grpSp>
      <p:cxnSp>
        <p:nvCxnSpPr>
          <p:cNvPr id="13" name="Straight Connector 12">
            <a:extLst>
              <a:ext uri="{FF2B5EF4-FFF2-40B4-BE49-F238E27FC236}">
                <a16:creationId xmlns:a16="http://schemas.microsoft.com/office/drawing/2014/main" id="{6BE46C07-084F-4587-AEE6-B479E5F4C566}"/>
              </a:ext>
            </a:extLst>
          </p:cNvPr>
          <p:cNvCxnSpPr>
            <a:cxnSpLocks/>
          </p:cNvCxnSpPr>
          <p:nvPr userDrawn="1"/>
        </p:nvCxnSpPr>
        <p:spPr>
          <a:xfrm>
            <a:off x="1426634" y="948410"/>
            <a:ext cx="10220962" cy="0"/>
          </a:xfrm>
          <a:prstGeom prst="line">
            <a:avLst/>
          </a:prstGeom>
          <a:noFill/>
          <a:ln w="19050" cap="rnd" cmpd="sng" algn="ctr">
            <a:solidFill>
              <a:srgbClr val="C4984F"/>
            </a:solidFill>
            <a:prstDash val="solid"/>
            <a:round/>
          </a:ln>
          <a:effectLst/>
        </p:spPr>
      </p:cxnSp>
      <p:sp>
        <p:nvSpPr>
          <p:cNvPr id="6" name="Rectangle 5">
            <a:extLst>
              <a:ext uri="{FF2B5EF4-FFF2-40B4-BE49-F238E27FC236}">
                <a16:creationId xmlns:a16="http://schemas.microsoft.com/office/drawing/2014/main" id="{55E85CFF-2B30-CAC1-85F4-6AE8CBEA6C94}"/>
              </a:ext>
            </a:extLst>
          </p:cNvPr>
          <p:cNvSpPr/>
          <p:nvPr userDrawn="1"/>
        </p:nvSpPr>
        <p:spPr>
          <a:xfrm>
            <a:off x="11414291" y="6561138"/>
            <a:ext cx="347784" cy="305301"/>
          </a:xfrm>
          <a:prstGeom prst="rect">
            <a:avLst/>
          </a:prstGeom>
          <a:solidFill>
            <a:srgbClr val="C39A5C"/>
          </a:solidFill>
          <a:ln w="12700" cap="flat" cmpd="sng" algn="ctr">
            <a:noFill/>
            <a:prstDash val="solid"/>
            <a:miter lim="800000"/>
          </a:ln>
          <a:effectLst/>
        </p:spPr>
        <p:txBody>
          <a:bodyPr rtlCol="0" anchor="ct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8" name="TextBox 7">
            <a:extLst>
              <a:ext uri="{FF2B5EF4-FFF2-40B4-BE49-F238E27FC236}">
                <a16:creationId xmlns:a16="http://schemas.microsoft.com/office/drawing/2014/main" id="{A46DB021-FDD1-51E2-2A68-6AAD640D097B}"/>
              </a:ext>
            </a:extLst>
          </p:cNvPr>
          <p:cNvSpPr txBox="1"/>
          <p:nvPr userDrawn="1"/>
        </p:nvSpPr>
        <p:spPr>
          <a:xfrm>
            <a:off x="11312835" y="6530564"/>
            <a:ext cx="550695" cy="366445"/>
          </a:xfrm>
          <a:prstGeom prst="rect">
            <a:avLst/>
          </a:prstGeom>
        </p:spPr>
        <p:txBody>
          <a:bodyPr vert="horz" wrap="none" lIns="176107" tIns="88053" rIns="176107" bIns="88053" rtlCol="0" anchor="ctr"/>
          <a:lstStyle>
            <a:defPPr>
              <a:defRPr lang="en-US"/>
            </a:defPPr>
            <a:lvl1pPr marR="0" lvl="0" indent="0" algn="ctr" defTabSz="914400"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Fund Ligh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DFCF27A5-1A5B-48D3-A060-2758FFBB1ADD}" type="slidenum">
              <a:rPr lang="en-US" sz="1200" smtClean="0">
                <a:sym typeface="Trebuchet MS" panose="020B0603020202020204" pitchFamily="34" charset="0"/>
              </a:rPr>
              <a:pPr lvl="0"/>
              <a:t>‹#›</a:t>
            </a:fld>
            <a:endParaRPr lang="en-US" sz="1200">
              <a:sym typeface="Trebuchet MS" panose="020B0603020202020204" pitchFamily="34" charset="0"/>
            </a:endParaRPr>
          </a:p>
        </p:txBody>
      </p:sp>
    </p:spTree>
    <p:extLst>
      <p:ext uri="{BB962C8B-B14F-4D97-AF65-F5344CB8AC3E}">
        <p14:creationId xmlns:p14="http://schemas.microsoft.com/office/powerpoint/2010/main" val="62976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D. Green left arrow">
    <p:bg>
      <p:bgPr>
        <a:solidFill>
          <a:srgbClr val="FFFFFF"/>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1532AF5-C119-4BEB-B985-DD5D1C66649E}"/>
              </a:ext>
            </a:extLst>
          </p:cNvPr>
          <p:cNvGraphicFramePr>
            <a:graphicFrameLocks noChangeAspect="1"/>
          </p:cNvGraphicFramePr>
          <p:nvPr userDrawn="1">
            <p:custDataLst>
              <p:tags r:id="rId1"/>
            </p:custDataLst>
            <p:extLst>
              <p:ext uri="{D42A27DB-BD31-4B8C-83A1-F6EECF244321}">
                <p14:modId xmlns:p14="http://schemas.microsoft.com/office/powerpoint/2010/main" val="29376988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71532AF5-C119-4BEB-B985-DD5D1C6664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05C4D"/>
              </a:gs>
              <a:gs pos="100000">
                <a:srgbClr val="00483C"/>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Trebuchet MS" panose="020B0603020202020204" pitchFamily="34" charset="0"/>
            </a:endParaRPr>
          </a:p>
        </p:txBody>
      </p:sp>
      <p:sp>
        <p:nvSpPr>
          <p:cNvPr id="5" name="Title 4"/>
          <p:cNvSpPr>
            <a:spLocks noGrp="1"/>
          </p:cNvSpPr>
          <p:nvPr>
            <p:ph type="title" hasCustomPrompt="1"/>
          </p:nvPr>
        </p:nvSpPr>
        <p:spPr>
          <a:xfrm>
            <a:off x="418764" y="2764203"/>
            <a:ext cx="2478638" cy="1314311"/>
          </a:xfrm>
        </p:spPr>
        <p:txBody>
          <a:bodyPr vert="horz" lIns="0" tIns="0" rIns="0" bIns="0" anchor="ctr" anchorCtr="0">
            <a:noAutofit/>
          </a:bodyPr>
          <a:lstStyle>
            <a:lvl1pPr>
              <a:defRPr>
                <a:solidFill>
                  <a:srgbClr val="FFFFFF"/>
                </a:solidFill>
                <a:latin typeface="+mj-lt"/>
                <a:ea typeface="+mj-ea"/>
                <a:cs typeface="+mj-cs"/>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pic>
        <p:nvPicPr>
          <p:cNvPr id="9" name="Picture 8"/>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
        <p:nvSpPr>
          <p:cNvPr id="18" name="TextBox 17">
            <a:extLst>
              <a:ext uri="{FF2B5EF4-FFF2-40B4-BE49-F238E27FC236}">
                <a16:creationId xmlns:a16="http://schemas.microsoft.com/office/drawing/2014/main" id="{41C1FCBD-FE04-42A6-88B1-49110B7C33DF}"/>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3077382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D. Green one third">
    <p:bg>
      <p:bgPr>
        <a:gradFill flip="none" rotWithShape="1">
          <a:gsLst>
            <a:gs pos="0">
              <a:srgbClr val="005C4D"/>
            </a:gs>
            <a:gs pos="100000">
              <a:srgbClr val="00483C"/>
            </a:gs>
          </a:gsLst>
          <a:lin ang="8100000" scaled="1"/>
          <a:tileRect/>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CC0DAE6-492D-4EBC-89EE-8A9FBDA9C7AE}"/>
              </a:ext>
            </a:extLst>
          </p:cNvPr>
          <p:cNvGraphicFramePr>
            <a:graphicFrameLocks noChangeAspect="1"/>
          </p:cNvGraphicFramePr>
          <p:nvPr userDrawn="1">
            <p:custDataLst>
              <p:tags r:id="rId1"/>
            </p:custDataLst>
            <p:extLst>
              <p:ext uri="{D42A27DB-BD31-4B8C-83A1-F6EECF244321}">
                <p14:modId xmlns:p14="http://schemas.microsoft.com/office/powerpoint/2010/main" val="334428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0CC0DAE6-492D-4EBC-89EE-8A9FBDA9C7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cstate="email">
            <a:extLst>
              <a:ext uri="{28A0092B-C50C-407E-A947-70E740481C1C}">
                <a14:useLocalDpi xmlns:a14="http://schemas.microsoft.com/office/drawing/2010/main"/>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418764" y="2681103"/>
            <a:ext cx="3127881" cy="1495794"/>
          </a:xfrm>
          <a:prstGeom prst="rect">
            <a:avLst/>
          </a:prstGeom>
        </p:spPr>
        <p:txBody>
          <a:bodyPr vert="horz" lIns="0" tIns="0" rIns="0" bIns="0" anchor="ctr">
            <a:noAutofit/>
          </a:bodyPr>
          <a:lstStyle>
            <a:lvl1pPr>
              <a:defRPr sz="2000">
                <a:solidFill>
                  <a:schemeClr val="bg1"/>
                </a:solidFill>
                <a:latin typeface="+mj-lt"/>
                <a:ea typeface="+mj-ea"/>
                <a:cs typeface="+mj-cs"/>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sp>
        <p:nvSpPr>
          <p:cNvPr id="18" name="TextBox 17">
            <a:extLst>
              <a:ext uri="{FF2B5EF4-FFF2-40B4-BE49-F238E27FC236}">
                <a16:creationId xmlns:a16="http://schemas.microsoft.com/office/drawing/2014/main" id="{4DD1159A-119F-4823-95A1-81AD01E9048E}"/>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449668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F64A18-1E6D-477A-9625-351B19C15ED7}"/>
              </a:ext>
            </a:extLst>
          </p:cNvPr>
          <p:cNvGraphicFramePr>
            <a:graphicFrameLocks noChangeAspect="1"/>
          </p:cNvGraphicFramePr>
          <p:nvPr userDrawn="1">
            <p:custDataLst>
              <p:tags r:id="rId1"/>
            </p:custDataLst>
            <p:extLst>
              <p:ext uri="{D42A27DB-BD31-4B8C-83A1-F6EECF244321}">
                <p14:modId xmlns:p14="http://schemas.microsoft.com/office/powerpoint/2010/main" val="35773251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36F64A18-1E6D-477A-9625-351B19C15E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flip="none" rotWithShape="1">
            <a:gsLst>
              <a:gs pos="0">
                <a:srgbClr val="005C4D"/>
              </a:gs>
              <a:gs pos="100000">
                <a:srgbClr val="00483C"/>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Trebuchet MS" panose="020B0603020202020204" pitchFamily="34" charset="0"/>
            </a:endParaRP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pic>
        <p:nvPicPr>
          <p:cNvPr id="9" name="Picture 8"/>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
        <p:nvSpPr>
          <p:cNvPr id="18" name="Title Placeholder 1">
            <a:extLst>
              <a:ext uri="{FF2B5EF4-FFF2-40B4-BE49-F238E27FC236}">
                <a16:creationId xmlns:a16="http://schemas.microsoft.com/office/drawing/2014/main" id="{77319C28-1BD5-457E-B6FC-51EEBC56ABB8}"/>
              </a:ext>
            </a:extLst>
          </p:cNvPr>
          <p:cNvSpPr>
            <a:spLocks noGrp="1"/>
          </p:cNvSpPr>
          <p:nvPr>
            <p:ph type="title" hasCustomPrompt="1"/>
          </p:nvPr>
        </p:nvSpPr>
        <p:spPr>
          <a:xfrm>
            <a:off x="1426634" y="288921"/>
            <a:ext cx="4023360" cy="646331"/>
          </a:xfrm>
          <a:prstGeom prst="rect">
            <a:avLst/>
          </a:prstGeom>
        </p:spPr>
        <p:txBody>
          <a:bodyPr vert="horz" wrap="square" lIns="91440" tIns="45720" rIns="91440" bIns="45720" rtlCol="0" anchor="b">
            <a:noAutofit/>
          </a:bodyPr>
          <a:lstStyle>
            <a:lvl1pPr>
              <a:defRPr>
                <a:solidFill>
                  <a:schemeClr val="bg1"/>
                </a:solidFill>
              </a:defRPr>
            </a:lvl1pPr>
          </a:lstStyle>
          <a:p>
            <a:r>
              <a:rPr lang="en-US"/>
              <a:t>Click to add title</a:t>
            </a:r>
          </a:p>
        </p:txBody>
      </p:sp>
      <p:sp>
        <p:nvSpPr>
          <p:cNvPr id="21" name="TextBox 20">
            <a:extLst>
              <a:ext uri="{FF2B5EF4-FFF2-40B4-BE49-F238E27FC236}">
                <a16:creationId xmlns:a16="http://schemas.microsoft.com/office/drawing/2014/main" id="{48971870-49A5-4E6B-8DA2-64FBA06B72A0}"/>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5391137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Section header box">
    <p:bg bwMode="grayWhite">
      <p:bgPr>
        <a:gradFill flip="none" rotWithShape="1">
          <a:gsLst>
            <a:gs pos="0">
              <a:srgbClr val="005C4D"/>
            </a:gs>
            <a:gs pos="100000">
              <a:srgbClr val="00483C"/>
            </a:gs>
          </a:gsLst>
          <a:lin ang="8100000" scaled="1"/>
          <a:tileRect/>
        </a:gra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E07A5B9-CF1E-49AE-AE9B-FDDD09D686D7}"/>
              </a:ext>
            </a:extLst>
          </p:cNvPr>
          <p:cNvGraphicFramePr>
            <a:graphicFrameLocks noChangeAspect="1"/>
          </p:cNvGraphicFramePr>
          <p:nvPr userDrawn="1">
            <p:custDataLst>
              <p:tags r:id="rId1"/>
            </p:custDataLst>
            <p:extLst>
              <p:ext uri="{D42A27DB-BD31-4B8C-83A1-F6EECF244321}">
                <p14:modId xmlns:p14="http://schemas.microsoft.com/office/powerpoint/2010/main" val="27820529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6" name="think-cell data - do not delete" hidden="1">
                        <a:extLst>
                          <a:ext uri="{FF2B5EF4-FFF2-40B4-BE49-F238E27FC236}">
                            <a16:creationId xmlns:a16="http://schemas.microsoft.com/office/drawing/2014/main" id="{6E07A5B9-CF1E-49AE-AE9B-FDDD09D686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vert="horz"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Trebuchet MS" panose="020B0603020202020204" pitchFamily="34" charset="0"/>
              </a:defRPr>
            </a:lvl1pPr>
          </a:lstStyle>
          <a:p>
            <a:r>
              <a:rPr lang="en-US"/>
              <a:t>Click to add big statement text</a:t>
            </a: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Trebuchet MS" panose="020B060302020202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Trebuchet MS" panose="020B0603020202020204" pitchFamily="34" charset="0"/>
              </a:rPr>
              <a:t>Copyright © 2026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ea typeface="+mn-ea"/>
              <a:cs typeface="+mn-cs"/>
              <a:sym typeface="Trebuchet MS" panose="020B0603020202020204" pitchFamily="34" charset="0"/>
            </a:endParaRPr>
          </a:p>
        </p:txBody>
      </p:sp>
      <p:sp>
        <p:nvSpPr>
          <p:cNvPr id="15" name="TextBox 14">
            <a:extLst>
              <a:ext uri="{FF2B5EF4-FFF2-40B4-BE49-F238E27FC236}">
                <a16:creationId xmlns:a16="http://schemas.microsoft.com/office/drawing/2014/main" id="{908EB590-135A-4ACC-B7AF-85FDA3732705}"/>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2981457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Green one third">
    <p:bg>
      <p:bgPr>
        <a:gradFill flip="none" rotWithShape="1">
          <a:gsLst>
            <a:gs pos="0">
              <a:srgbClr val="005C4D"/>
            </a:gs>
            <a:gs pos="100000">
              <a:srgbClr val="00483C"/>
            </a:gs>
          </a:gsLst>
          <a:lin ang="8100000" scaled="1"/>
          <a:tileRect/>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E61B1A6-AD4F-4DEE-AD9E-E27F938D2C73}"/>
              </a:ext>
            </a:extLst>
          </p:cNvPr>
          <p:cNvGraphicFramePr>
            <a:graphicFrameLocks noChangeAspect="1"/>
          </p:cNvGraphicFramePr>
          <p:nvPr userDrawn="1">
            <p:custDataLst>
              <p:tags r:id="rId1"/>
            </p:custDataLst>
            <p:extLst>
              <p:ext uri="{D42A27DB-BD31-4B8C-83A1-F6EECF244321}">
                <p14:modId xmlns:p14="http://schemas.microsoft.com/office/powerpoint/2010/main" val="2038394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1E61B1A6-AD4F-4DEE-AD9E-E27F938D2C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email">
            <a:extLst>
              <a:ext uri="{28A0092B-C50C-407E-A947-70E740481C1C}">
                <a14:useLocalDpi xmlns:a14="http://schemas.microsoft.com/office/drawing/2010/main"/>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418764" y="2681103"/>
            <a:ext cx="3127881" cy="1495794"/>
          </a:xfrm>
          <a:prstGeom prst="rect">
            <a:avLst/>
          </a:prstGeom>
        </p:spPr>
        <p:txBody>
          <a:bodyPr vert="horz" lIns="0" tIns="0" rIns="0" bIns="0" anchor="ctr">
            <a:noAutofit/>
          </a:bodyPr>
          <a:lstStyle>
            <a:lvl1pPr>
              <a:defRPr sz="2000">
                <a:solidFill>
                  <a:schemeClr val="bg1"/>
                </a:solidFill>
                <a:latin typeface="+mj-lt"/>
                <a:ea typeface="+mj-ea"/>
                <a:cs typeface="+mj-cs"/>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21" name="TextBox 20">
            <a:extLst>
              <a:ext uri="{FF2B5EF4-FFF2-40B4-BE49-F238E27FC236}">
                <a16:creationId xmlns:a16="http://schemas.microsoft.com/office/drawing/2014/main" id="{7F343D6B-6ADF-479E-8C0E-E847F3DD98CE}"/>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586293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Green highlight">
    <p:bg>
      <p:bgPr>
        <a:gradFill flip="none" rotWithShape="1">
          <a:gsLst>
            <a:gs pos="0">
              <a:srgbClr val="005C4D"/>
            </a:gs>
            <a:gs pos="100000">
              <a:srgbClr val="00483C"/>
            </a:gs>
          </a:gsLst>
          <a:lin ang="8100000" scaled="1"/>
          <a:tileRect/>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E60F8E7-46C3-4426-8C98-BB4B6E41AF4D}"/>
              </a:ext>
            </a:extLst>
          </p:cNvPr>
          <p:cNvGraphicFramePr>
            <a:graphicFrameLocks noChangeAspect="1"/>
          </p:cNvGraphicFramePr>
          <p:nvPr userDrawn="1">
            <p:custDataLst>
              <p:tags r:id="rId1"/>
            </p:custDataLst>
            <p:extLst>
              <p:ext uri="{D42A27DB-BD31-4B8C-83A1-F6EECF244321}">
                <p14:modId xmlns:p14="http://schemas.microsoft.com/office/powerpoint/2010/main" val="3854385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9E60F8E7-46C3-4426-8C98-BB4B6E41AF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email">
            <a:extLst>
              <a:ext uri="{28A0092B-C50C-407E-A947-70E740481C1C}">
                <a14:useLocalDpi xmlns:a14="http://schemas.microsoft.com/office/drawing/2010/main"/>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Trebuchet MS" panose="020B060302020202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Trebuchet MS" panose="020B0603020202020204" pitchFamily="34" charset="0"/>
              </a:rPr>
              <a:t>Copyright © 2026 by Boston Consulting Group. All rights reserved.</a:t>
            </a:r>
          </a:p>
        </p:txBody>
      </p:sp>
      <p:sp>
        <p:nvSpPr>
          <p:cNvPr id="18" name="Title Placeholder 1">
            <a:extLst>
              <a:ext uri="{FF2B5EF4-FFF2-40B4-BE49-F238E27FC236}">
                <a16:creationId xmlns:a16="http://schemas.microsoft.com/office/drawing/2014/main" id="{718399A9-F4EA-4CC9-B734-AE4D5C3D9F09}"/>
              </a:ext>
            </a:extLst>
          </p:cNvPr>
          <p:cNvSpPr>
            <a:spLocks noGrp="1"/>
          </p:cNvSpPr>
          <p:nvPr>
            <p:ph type="title" hasCustomPrompt="1"/>
          </p:nvPr>
        </p:nvSpPr>
        <p:spPr>
          <a:xfrm>
            <a:off x="1426634" y="288921"/>
            <a:ext cx="5394960" cy="646331"/>
          </a:xfrm>
          <a:prstGeom prst="rect">
            <a:avLst/>
          </a:prstGeom>
        </p:spPr>
        <p:txBody>
          <a:bodyPr vert="horz" wrap="square" lIns="91440" tIns="45720" rIns="91440" bIns="45720" rtlCol="0" anchor="b">
            <a:noAutofit/>
          </a:bodyPr>
          <a:lstStyle/>
          <a:p>
            <a:r>
              <a:rPr lang="en-US"/>
              <a:t>Click to add title</a:t>
            </a:r>
          </a:p>
        </p:txBody>
      </p:sp>
      <p:sp>
        <p:nvSpPr>
          <p:cNvPr id="19" name="TextBox 18">
            <a:extLst>
              <a:ext uri="{FF2B5EF4-FFF2-40B4-BE49-F238E27FC236}">
                <a16:creationId xmlns:a16="http://schemas.microsoft.com/office/drawing/2014/main" id="{B3CDDDB8-8BBE-48D9-8767-B81909FD6B62}"/>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95881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687E60-8AEC-262A-2FB5-96BA1810D674}"/>
              </a:ext>
            </a:extLst>
          </p:cNvPr>
          <p:cNvSpPr>
            <a:spLocks noGrp="1"/>
          </p:cNvSpPr>
          <p:nvPr>
            <p:ph type="title" hasCustomPrompt="1"/>
          </p:nvPr>
        </p:nvSpPr>
        <p:spPr>
          <a:xfrm>
            <a:off x="1426634" y="294192"/>
            <a:ext cx="10220962" cy="646331"/>
          </a:xfrm>
        </p:spPr>
        <p:txBody>
          <a:bodyPr vert="horz"/>
          <a:lstStyle>
            <a:lvl1pPr>
              <a:defRPr/>
            </a:lvl1pPr>
          </a:lstStyle>
          <a:p>
            <a:r>
              <a:rPr lang="en-US"/>
              <a:t>Click to edit Master title style</a:t>
            </a:r>
            <a:br>
              <a:rPr lang="en-US"/>
            </a:br>
            <a:r>
              <a:rPr lang="en-US"/>
              <a:t>XX</a:t>
            </a:r>
          </a:p>
        </p:txBody>
      </p:sp>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p:txBody>
          <a:bodyPr/>
          <a:lstStyle/>
          <a:p>
            <a:endParaRPr lang="en-US"/>
          </a:p>
        </p:txBody>
      </p:sp>
      <p:sp>
        <p:nvSpPr>
          <p:cNvPr id="4" name="Title 3">
            <a:extLst>
              <a:ext uri="{FF2B5EF4-FFF2-40B4-BE49-F238E27FC236}">
                <a16:creationId xmlns:a16="http://schemas.microsoft.com/office/drawing/2014/main" id="{2CC09BA1-006A-6BBC-7EF0-6954F9CBB02B}"/>
              </a:ext>
            </a:extLst>
          </p:cNvPr>
          <p:cNvSpPr txBox="1">
            <a:spLocks/>
          </p:cNvSpPr>
          <p:nvPr userDrawn="1"/>
        </p:nvSpPr>
        <p:spPr>
          <a:xfrm>
            <a:off x="9372661" y="6569079"/>
            <a:ext cx="1934004" cy="288921"/>
          </a:xfrm>
          <a:prstGeom prst="rect">
            <a:avLst/>
          </a:prstGeom>
        </p:spPr>
        <p:txBody>
          <a:bodyPr vert="horz" lIns="91440" tIns="45720" rIns="91440" bIns="45720" anchor="ctr"/>
          <a:lstStyle>
            <a:lvl1pPr algn="l" defTabSz="818114" rtl="0" eaLnBrk="1" latinLnBrk="0" hangingPunct="1">
              <a:lnSpc>
                <a:spcPct val="90000"/>
              </a:lnSpc>
              <a:spcBef>
                <a:spcPct val="0"/>
              </a:spcBef>
              <a:buNone/>
              <a:defRPr sz="2400" b="1" kern="1200">
                <a:solidFill>
                  <a:srgbClr val="600000"/>
                </a:solidFill>
                <a:latin typeface="+mj-lt"/>
                <a:ea typeface="+mj-ea"/>
                <a:cs typeface="+mj-cs"/>
                <a:sym typeface="Trebuchet MS" panose="020B0603020202020204" pitchFamily="34" charset="0"/>
              </a:defRPr>
            </a:lvl1pPr>
          </a:lstStyle>
          <a:p>
            <a:pPr algn="r"/>
            <a:r>
              <a:rPr lang="en-US" sz="1200">
                <a:solidFill>
                  <a:srgbClr val="C39A5C"/>
                </a:solidFill>
                <a:latin typeface="+mn-lt"/>
              </a:rPr>
              <a:t>Foster + Partners</a:t>
            </a:r>
          </a:p>
        </p:txBody>
      </p:sp>
    </p:spTree>
    <p:extLst>
      <p:ext uri="{BB962C8B-B14F-4D97-AF65-F5344CB8AC3E}">
        <p14:creationId xmlns:p14="http://schemas.microsoft.com/office/powerpoint/2010/main" val="2603214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6634" y="565920"/>
            <a:ext cx="10220962" cy="369332"/>
          </a:xfrm>
        </p:spPr>
        <p:txBody>
          <a:bodyPr/>
          <a:lstStyle>
            <a:lvl1pPr>
              <a:defRPr/>
            </a:lvl1pPr>
          </a:lstStyle>
          <a:p>
            <a:r>
              <a:rPr lang="en-US"/>
              <a:t>Contents</a:t>
            </a:r>
            <a:endParaRPr lang="en-GB"/>
          </a:p>
        </p:txBody>
      </p:sp>
      <p:sp>
        <p:nvSpPr>
          <p:cNvPr id="5" name="Text Placeholder 4">
            <a:extLst>
              <a:ext uri="{FF2B5EF4-FFF2-40B4-BE49-F238E27FC236}">
                <a16:creationId xmlns:a16="http://schemas.microsoft.com/office/drawing/2014/main" id="{3A2FA9C1-DCAE-416B-814D-0748CC3179A2}"/>
              </a:ext>
            </a:extLst>
          </p:cNvPr>
          <p:cNvSpPr>
            <a:spLocks noGrp="1"/>
          </p:cNvSpPr>
          <p:nvPr>
            <p:ph type="body" sz="quarter" idx="10" hasCustomPrompt="1"/>
          </p:nvPr>
        </p:nvSpPr>
        <p:spPr>
          <a:xfrm>
            <a:off x="82561" y="1207837"/>
            <a:ext cx="5977716" cy="4001161"/>
          </a:xfrm>
        </p:spPr>
        <p:txBody>
          <a:bodyPr/>
          <a:lstStyle>
            <a:lvl1pPr marL="128563" indent="-342728">
              <a:buFont typeface="+mj-lt"/>
              <a:buAutoNum type="arabicPeriod"/>
              <a:defRPr/>
            </a:lvl1pPr>
          </a:lstStyle>
          <a:p>
            <a:pPr lvl="0"/>
            <a:r>
              <a:rPr lang="en-US"/>
              <a:t>Text</a:t>
            </a:r>
          </a:p>
          <a:p>
            <a:pPr lvl="0"/>
            <a:r>
              <a:rPr lang="en-US"/>
              <a:t>Text</a:t>
            </a:r>
          </a:p>
          <a:p>
            <a:pPr lvl="0"/>
            <a:r>
              <a:rPr lang="en-US"/>
              <a:t>Text</a:t>
            </a:r>
          </a:p>
          <a:p>
            <a:pPr lvl="0"/>
            <a:r>
              <a:rPr lang="en-US"/>
              <a:t>Text</a:t>
            </a:r>
          </a:p>
        </p:txBody>
      </p:sp>
      <p:sp>
        <p:nvSpPr>
          <p:cNvPr id="3" name="Title 3">
            <a:extLst>
              <a:ext uri="{FF2B5EF4-FFF2-40B4-BE49-F238E27FC236}">
                <a16:creationId xmlns:a16="http://schemas.microsoft.com/office/drawing/2014/main" id="{C6DD473D-7C07-93CB-9D48-0999D5A999F6}"/>
              </a:ext>
            </a:extLst>
          </p:cNvPr>
          <p:cNvSpPr txBox="1">
            <a:spLocks/>
          </p:cNvSpPr>
          <p:nvPr userDrawn="1"/>
        </p:nvSpPr>
        <p:spPr>
          <a:xfrm>
            <a:off x="9372661" y="6569079"/>
            <a:ext cx="1934004" cy="288921"/>
          </a:xfrm>
          <a:prstGeom prst="rect">
            <a:avLst/>
          </a:prstGeom>
        </p:spPr>
        <p:txBody>
          <a:bodyPr vert="horz" lIns="91440" tIns="45720" rIns="91440" bIns="45720" anchor="ctr"/>
          <a:lstStyle>
            <a:lvl1pPr algn="l" defTabSz="818114" rtl="0" eaLnBrk="1" latinLnBrk="0" hangingPunct="1">
              <a:lnSpc>
                <a:spcPct val="90000"/>
              </a:lnSpc>
              <a:spcBef>
                <a:spcPct val="0"/>
              </a:spcBef>
              <a:buNone/>
              <a:defRPr sz="2400" b="1" kern="1200">
                <a:solidFill>
                  <a:srgbClr val="600000"/>
                </a:solidFill>
                <a:latin typeface="+mj-lt"/>
                <a:ea typeface="+mj-ea"/>
                <a:cs typeface="+mj-cs"/>
                <a:sym typeface="Trebuchet MS" panose="020B0603020202020204" pitchFamily="34" charset="0"/>
              </a:defRPr>
            </a:lvl1pPr>
          </a:lstStyle>
          <a:p>
            <a:pPr algn="r"/>
            <a:r>
              <a:rPr lang="en-US" sz="1200">
                <a:solidFill>
                  <a:srgbClr val="C39A5C"/>
                </a:solidFill>
                <a:latin typeface="+mn-lt"/>
              </a:rPr>
              <a:t>Foster + Partners</a:t>
            </a:r>
          </a:p>
        </p:txBody>
      </p:sp>
    </p:spTree>
    <p:extLst>
      <p:ext uri="{BB962C8B-B14F-4D97-AF65-F5344CB8AC3E}">
        <p14:creationId xmlns:p14="http://schemas.microsoft.com/office/powerpoint/2010/main" val="3616229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extLst>
              <p:ext uri="{D42A27DB-BD31-4B8C-83A1-F6EECF244321}">
                <p14:modId xmlns:p14="http://schemas.microsoft.com/office/powerpoint/2010/main" val="2669164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687E60-8AEC-262A-2FB5-96BA1810D674}"/>
              </a:ext>
            </a:extLst>
          </p:cNvPr>
          <p:cNvSpPr>
            <a:spLocks noGrp="1"/>
          </p:cNvSpPr>
          <p:nvPr>
            <p:ph type="title" hasCustomPrompt="1"/>
          </p:nvPr>
        </p:nvSpPr>
        <p:spPr>
          <a:xfrm>
            <a:off x="1426634" y="294192"/>
            <a:ext cx="10220962" cy="646331"/>
          </a:xfrm>
        </p:spPr>
        <p:txBody>
          <a:bodyPr vert="horz"/>
          <a:lstStyle>
            <a:lvl1pPr>
              <a:defRPr>
                <a:latin typeface="Fund Regular (Headings)"/>
              </a:defRPr>
            </a:lvl1pPr>
          </a:lstStyle>
          <a:p>
            <a:r>
              <a:rPr lang="en-US"/>
              <a:t>Click to edit Master title style</a:t>
            </a:r>
            <a:br>
              <a:rPr lang="en-US"/>
            </a:br>
            <a:r>
              <a:rPr lang="en-US"/>
              <a:t>XX</a:t>
            </a:r>
          </a:p>
        </p:txBody>
      </p:sp>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299307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_D. Green left arrow">
    <p:bg>
      <p:bgPr>
        <a:solidFill>
          <a:srgbClr val="FFFFFF"/>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1532AF5-C119-4BEB-B985-DD5D1C66649E}"/>
              </a:ext>
            </a:extLst>
          </p:cNvPr>
          <p:cNvGraphicFramePr>
            <a:graphicFrameLocks noChangeAspect="1"/>
          </p:cNvGraphicFramePr>
          <p:nvPr userDrawn="1">
            <p:custDataLst>
              <p:tags r:id="rId1"/>
            </p:custDataLst>
            <p:extLst>
              <p:ext uri="{D42A27DB-BD31-4B8C-83A1-F6EECF244321}">
                <p14:modId xmlns:p14="http://schemas.microsoft.com/office/powerpoint/2010/main" val="29376988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71532AF5-C119-4BEB-B985-DD5D1C6664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05C4D"/>
              </a:gs>
              <a:gs pos="100000">
                <a:srgbClr val="00483C"/>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Trebuchet MS" panose="020B0603020202020204" pitchFamily="34" charset="0"/>
            </a:endParaRPr>
          </a:p>
        </p:txBody>
      </p:sp>
      <p:sp>
        <p:nvSpPr>
          <p:cNvPr id="5" name="Title 4"/>
          <p:cNvSpPr>
            <a:spLocks noGrp="1"/>
          </p:cNvSpPr>
          <p:nvPr>
            <p:ph type="title" hasCustomPrompt="1"/>
          </p:nvPr>
        </p:nvSpPr>
        <p:spPr>
          <a:xfrm>
            <a:off x="418764" y="2764203"/>
            <a:ext cx="2478638" cy="1314311"/>
          </a:xfrm>
        </p:spPr>
        <p:txBody>
          <a:bodyPr vert="horz" lIns="0" tIns="0" rIns="0" bIns="0" anchor="ctr" anchorCtr="0">
            <a:noAutofit/>
          </a:bodyPr>
          <a:lstStyle>
            <a:lvl1pPr>
              <a:defRPr>
                <a:solidFill>
                  <a:srgbClr val="FFFFFF"/>
                </a:solidFill>
                <a:latin typeface="+mj-lt"/>
                <a:ea typeface="+mj-ea"/>
                <a:cs typeface="+mj-cs"/>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pic>
        <p:nvPicPr>
          <p:cNvPr id="9" name="Picture 8"/>
          <p:cNvPicPr>
            <a:picLocks noChangeAspect="1"/>
          </p:cNvPicPr>
          <p:nvPr userDrawn="1"/>
        </p:nvPicPr>
        <p:blipFill rotWithShape="1">
          <a:blip r:embed="rId5" cstate="hqprint">
            <a:extLst>
              <a:ext uri="{28A0092B-C50C-407E-A947-70E740481C1C}">
                <a14:useLocalDpi xmlns:a14="http://schemas.microsoft.com/office/drawing/2010/main"/>
              </a:ext>
            </a:extLst>
          </a:blip>
          <a:srcRect/>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
        <p:nvSpPr>
          <p:cNvPr id="18" name="TextBox 17">
            <a:extLst>
              <a:ext uri="{FF2B5EF4-FFF2-40B4-BE49-F238E27FC236}">
                <a16:creationId xmlns:a16="http://schemas.microsoft.com/office/drawing/2014/main" id="{41C1FCBD-FE04-42A6-88B1-49110B7C33DF}"/>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348935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_Green arrow half">
    <p:bg>
      <p:bgPr>
        <a:solidFill>
          <a:srgbClr val="F2F2F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F64A18-1E6D-477A-9625-351B19C15ED7}"/>
              </a:ext>
            </a:extLst>
          </p:cNvPr>
          <p:cNvGraphicFramePr>
            <a:graphicFrameLocks noChangeAspect="1"/>
          </p:cNvGraphicFramePr>
          <p:nvPr userDrawn="1">
            <p:custDataLst>
              <p:tags r:id="rId1"/>
            </p:custDataLst>
            <p:extLst>
              <p:ext uri="{D42A27DB-BD31-4B8C-83A1-F6EECF244321}">
                <p14:modId xmlns:p14="http://schemas.microsoft.com/office/powerpoint/2010/main" val="35773251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36F64A18-1E6D-477A-9625-351B19C15E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flip="none" rotWithShape="1">
            <a:gsLst>
              <a:gs pos="0">
                <a:srgbClr val="005C4D"/>
              </a:gs>
              <a:gs pos="100000">
                <a:srgbClr val="00483C"/>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Trebuchet MS" panose="020B0603020202020204" pitchFamily="34" charset="0"/>
            </a:endParaRP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pic>
        <p:nvPicPr>
          <p:cNvPr id="9" name="Picture 8"/>
          <p:cNvPicPr>
            <a:picLocks noChangeAspect="1"/>
          </p:cNvPicPr>
          <p:nvPr userDrawn="1"/>
        </p:nvPicPr>
        <p:blipFill rotWithShape="1">
          <a:blip r:embed="rId5" cstate="hqprint">
            <a:extLst>
              <a:ext uri="{28A0092B-C50C-407E-A947-70E740481C1C}">
                <a14:useLocalDpi xmlns:a14="http://schemas.microsoft.com/office/drawing/2010/main"/>
              </a:ext>
            </a:extLst>
          </a:blip>
          <a:srcRect/>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
        <p:nvSpPr>
          <p:cNvPr id="18" name="Title Placeholder 1">
            <a:extLst>
              <a:ext uri="{FF2B5EF4-FFF2-40B4-BE49-F238E27FC236}">
                <a16:creationId xmlns:a16="http://schemas.microsoft.com/office/drawing/2014/main" id="{77319C28-1BD5-457E-B6FC-51EEBC56ABB8}"/>
              </a:ext>
            </a:extLst>
          </p:cNvPr>
          <p:cNvSpPr>
            <a:spLocks noGrp="1"/>
          </p:cNvSpPr>
          <p:nvPr>
            <p:ph type="title" hasCustomPrompt="1"/>
          </p:nvPr>
        </p:nvSpPr>
        <p:spPr>
          <a:xfrm>
            <a:off x="1426634" y="288921"/>
            <a:ext cx="4023360" cy="646331"/>
          </a:xfrm>
          <a:prstGeom prst="rect">
            <a:avLst/>
          </a:prstGeom>
        </p:spPr>
        <p:txBody>
          <a:bodyPr vert="horz" wrap="square" lIns="91440" tIns="45720" rIns="91440" bIns="45720" rtlCol="0" anchor="b">
            <a:noAutofit/>
          </a:bodyPr>
          <a:lstStyle>
            <a:lvl1pPr>
              <a:defRPr>
                <a:solidFill>
                  <a:schemeClr val="bg1"/>
                </a:solidFill>
              </a:defRPr>
            </a:lvl1pPr>
          </a:lstStyle>
          <a:p>
            <a:r>
              <a:rPr lang="en-US"/>
              <a:t>Click to add title</a:t>
            </a:r>
          </a:p>
        </p:txBody>
      </p:sp>
      <p:sp>
        <p:nvSpPr>
          <p:cNvPr id="21" name="TextBox 20">
            <a:extLst>
              <a:ext uri="{FF2B5EF4-FFF2-40B4-BE49-F238E27FC236}">
                <a16:creationId xmlns:a16="http://schemas.microsoft.com/office/drawing/2014/main" id="{48971870-49A5-4E6B-8DA2-64FBA06B72A0}"/>
              </a:ext>
            </a:extLst>
          </p:cNvPr>
          <p:cNvSpPr txBox="1"/>
          <p:nvPr userDrawn="1"/>
        </p:nvSpPr>
        <p:spPr>
          <a:xfrm>
            <a:off x="11397683" y="6552700"/>
            <a:ext cx="347784" cy="305301"/>
          </a:xfrm>
          <a:prstGeom prst="rect">
            <a:avLst/>
          </a:prstGeom>
          <a:solidFill>
            <a:srgbClr val="C39A5C"/>
          </a:solidFill>
        </p:spPr>
        <p:txBody>
          <a:bodyPr wrap="square" lIns="0" tIns="0" rIns="0" bIns="0" rtlCol="0" anchor="ctr">
            <a:noAutofit/>
          </a:bodyPr>
          <a:lstStyle/>
          <a:p>
            <a:pPr algn="ctr">
              <a:defRPr/>
            </a:pPr>
            <a:fld id="{DFCF27A5-1A5B-48D3-A060-2758FFBB1ADD}" type="slidenum">
              <a:rPr lang="en-US" sz="1200" smtClean="0">
                <a:solidFill>
                  <a:schemeClr val="bg1"/>
                </a:solidFill>
                <a:latin typeface="+mn-lt"/>
                <a:sym typeface="Trebuchet MS" panose="020B0603020202020204" pitchFamily="34" charset="0"/>
              </a:rPr>
              <a:pPr algn="ctr">
                <a:defRPr/>
              </a:pPr>
              <a:t>‹#›</a:t>
            </a:fld>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226581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4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5" name="Title 3">
            <a:extLst>
              <a:ext uri="{FF2B5EF4-FFF2-40B4-BE49-F238E27FC236}">
                <a16:creationId xmlns:a16="http://schemas.microsoft.com/office/drawing/2014/main" id="{C098B406-0AC5-7726-EE0F-B8521218307E}"/>
              </a:ext>
            </a:extLst>
          </p:cNvPr>
          <p:cNvSpPr txBox="1">
            <a:spLocks/>
          </p:cNvSpPr>
          <p:nvPr userDrawn="1"/>
        </p:nvSpPr>
        <p:spPr>
          <a:xfrm>
            <a:off x="9372661" y="6569079"/>
            <a:ext cx="1934004" cy="288921"/>
          </a:xfrm>
          <a:prstGeom prst="rect">
            <a:avLst/>
          </a:prstGeom>
        </p:spPr>
        <p:txBody>
          <a:bodyPr vert="horz" lIns="91440" tIns="45720" rIns="91440" bIns="45720" anchor="ctr"/>
          <a:lstStyle>
            <a:lvl1pPr algn="l" defTabSz="818114" rtl="0" eaLnBrk="1" latinLnBrk="0" hangingPunct="1">
              <a:lnSpc>
                <a:spcPct val="90000"/>
              </a:lnSpc>
              <a:spcBef>
                <a:spcPct val="0"/>
              </a:spcBef>
              <a:buNone/>
              <a:defRPr sz="2400" b="1" kern="1200">
                <a:solidFill>
                  <a:srgbClr val="600000"/>
                </a:solidFill>
                <a:latin typeface="+mj-lt"/>
                <a:ea typeface="+mj-ea"/>
                <a:cs typeface="+mj-cs"/>
                <a:sym typeface="Trebuchet MS" panose="020B0603020202020204" pitchFamily="34" charset="0"/>
              </a:defRPr>
            </a:lvl1pPr>
          </a:lstStyle>
          <a:p>
            <a:pPr algn="r"/>
            <a:r>
              <a:rPr lang="en-US" sz="1200">
                <a:solidFill>
                  <a:srgbClr val="C39A5C"/>
                </a:solidFill>
                <a:latin typeface="+mn-lt"/>
              </a:rPr>
              <a:t>Foster + Partners</a:t>
            </a:r>
          </a:p>
        </p:txBody>
      </p:sp>
    </p:spTree>
    <p:extLst>
      <p:ext uri="{BB962C8B-B14F-4D97-AF65-F5344CB8AC3E}">
        <p14:creationId xmlns:p14="http://schemas.microsoft.com/office/powerpoint/2010/main" val="7376874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02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6634" y="565920"/>
            <a:ext cx="10220962" cy="369332"/>
          </a:xfrm>
        </p:spPr>
        <p:txBody>
          <a:bodyPr/>
          <a:lstStyle>
            <a:lvl1pPr>
              <a:defRPr/>
            </a:lvl1pPr>
          </a:lstStyle>
          <a:p>
            <a:r>
              <a:rPr lang="en-US"/>
              <a:t>Title | Subtitle</a:t>
            </a:r>
            <a:endParaRPr lang="en-GB"/>
          </a:p>
        </p:txBody>
      </p:sp>
    </p:spTree>
    <p:extLst>
      <p:ext uri="{BB962C8B-B14F-4D97-AF65-F5344CB8AC3E}">
        <p14:creationId xmlns:p14="http://schemas.microsoft.com/office/powerpoint/2010/main" val="1363636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3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tint val="75000"/>
                </a:srgbClr>
              </a:solidFill>
              <a:effectLst/>
              <a:uLnTx/>
              <a:uFillTx/>
              <a:ea typeface="+mn-ea"/>
              <a:cs typeface="+mn-cs"/>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000" b="0" i="0" u="none" strike="noStrike" kern="1200" cap="none" spc="0" normalizeH="0" baseline="0" noProof="0">
                <a:ln>
                  <a:noFill/>
                </a:ln>
                <a:solidFill>
                  <a:srgbClr val="595959">
                    <a:tint val="75000"/>
                  </a:srgbClr>
                </a:solidFill>
                <a:effectLst/>
                <a:uLnTx/>
                <a:uFillTx/>
                <a:ea typeface="+mn-ea"/>
                <a:cs typeface="Fund Light" pitchFamily="2" charset="-78"/>
                <a:sym typeface="Trebuchet MS" panose="020B0603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6/28/2026</a:t>
            </a:fld>
            <a:endParaRPr kumimoji="0" lang="en-US" sz="1000" b="0" i="0" u="none" strike="noStrike" kern="1200" cap="none" spc="0" normalizeH="0" baseline="0" noProof="0">
              <a:ln>
                <a:noFill/>
              </a:ln>
              <a:solidFill>
                <a:srgbClr val="595959">
                  <a:tint val="75000"/>
                </a:srgbClr>
              </a:solidFill>
              <a:effectLst/>
              <a:uLnTx/>
              <a:uFillTx/>
              <a:ea typeface="+mn-ea"/>
              <a:cs typeface="Fund Light" pitchFamily="2" charset="-78"/>
              <a:sym typeface="Trebuchet MS" panose="020B0603020202020204" pitchFamily="34" charset="0"/>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sz="1800" b="0" i="0" u="none" strike="noStrike" kern="1200" cap="none" spc="0" normalizeH="0" baseline="0" noProof="0">
                <a:ln>
                  <a:noFill/>
                </a:ln>
                <a:solidFill>
                  <a:srgbClr val="595959">
                    <a:tint val="75000"/>
                  </a:srgb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sz="1800" b="0" i="0" u="none" strike="noStrike" kern="1200" cap="none" spc="0" normalizeH="0" baseline="0" noProof="0">
              <a:ln>
                <a:noFill/>
              </a:ln>
              <a:solidFill>
                <a:srgbClr val="595959">
                  <a:tint val="75000"/>
                </a:srgbClr>
              </a:solidFill>
              <a:effectLst/>
              <a:uLnTx/>
              <a:uFillTx/>
              <a:ea typeface="+mn-ea"/>
              <a:cs typeface="+mn-cs"/>
            </a:endParaRPr>
          </a:p>
        </p:txBody>
      </p:sp>
    </p:spTree>
    <p:extLst>
      <p:ext uri="{BB962C8B-B14F-4D97-AF65-F5344CB8AC3E}">
        <p14:creationId xmlns:p14="http://schemas.microsoft.com/office/powerpoint/2010/main" val="14716913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SPIRATION MUST US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D7625CD-4BD3-476C-8CCB-A355E4470ABC}"/>
              </a:ext>
            </a:extLst>
          </p:cNvPr>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338" imgH="338" progId="TCLayout.ActiveDocument.1">
                  <p:embed/>
                </p:oleObj>
              </mc:Choice>
              <mc:Fallback>
                <p:oleObj name="think-cell Slide" r:id="rId4" imgW="338" imgH="338" progId="TCLayout.ActiveDocument.1">
                  <p:embed/>
                  <p:pic>
                    <p:nvPicPr>
                      <p:cNvPr id="7" name="Object 6" hidden="1">
                        <a:extLst>
                          <a:ext uri="{FF2B5EF4-FFF2-40B4-BE49-F238E27FC236}">
                            <a16:creationId xmlns:a16="http://schemas.microsoft.com/office/drawing/2014/main" id="{8D7625CD-4BD3-476C-8CCB-A355E4470ABC}"/>
                          </a:ext>
                        </a:extLst>
                      </p:cNvPr>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A7041539-0E90-4D5C-BCBC-070DE1EED005}"/>
              </a:ext>
            </a:extLst>
          </p:cNvPr>
          <p:cNvSpPr/>
          <p:nvPr userDrawn="1">
            <p:custDataLst>
              <p:tags r:id="rId2"/>
            </p:custDataLst>
          </p:nvPr>
        </p:nvSpPr>
        <p:spPr>
          <a:xfrm>
            <a:off x="2" y="0"/>
            <a:ext cx="15875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eaLnBrk="1">
              <a:lnSpc>
                <a:spcPct val="90000"/>
              </a:lnSpc>
              <a:spcBef>
                <a:spcPct val="0"/>
              </a:spcBef>
              <a:spcAft>
                <a:spcPct val="0"/>
              </a:spcAft>
            </a:pPr>
            <a:endParaRPr lang="en-US" sz="3300" b="0" i="0" baseline="0">
              <a:latin typeface="Calibri Light" panose="020F0302020204030204" pitchFamily="34" charset="0"/>
              <a:ea typeface="+mj-ea"/>
              <a:cs typeface="+mj-cs"/>
              <a:sym typeface="Calibri Light" panose="020F0302020204030204" pitchFamily="34" charset="0"/>
            </a:endParaRPr>
          </a:p>
        </p:txBody>
      </p:sp>
    </p:spTree>
    <p:extLst>
      <p:ext uri="{BB962C8B-B14F-4D97-AF65-F5344CB8AC3E}">
        <p14:creationId xmlns:p14="http://schemas.microsoft.com/office/powerpoint/2010/main" val="141314505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687E60-8AEC-262A-2FB5-96BA1810D674}"/>
              </a:ext>
            </a:extLst>
          </p:cNvPr>
          <p:cNvSpPr>
            <a:spLocks noGrp="1"/>
          </p:cNvSpPr>
          <p:nvPr>
            <p:ph type="title" hasCustomPrompt="1"/>
          </p:nvPr>
        </p:nvSpPr>
        <p:spPr>
          <a:xfrm>
            <a:off x="1426633" y="294192"/>
            <a:ext cx="10220963" cy="646331"/>
          </a:xfrm>
        </p:spPr>
        <p:txBody>
          <a:bodyPr vert="horz"/>
          <a:lstStyle>
            <a:lvl1pPr>
              <a:defRPr/>
            </a:lvl1pPr>
          </a:lstStyle>
          <a:p>
            <a:r>
              <a:rPr lang="en-US"/>
              <a:t>Click to edit Master title style</a:t>
            </a:r>
            <a:br>
              <a:rPr lang="en-US"/>
            </a:br>
            <a:r>
              <a:rPr lang="en-US"/>
              <a:t>XX</a:t>
            </a:r>
          </a:p>
        </p:txBody>
      </p:sp>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7109353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extLst>
              <p:ext uri="{D42A27DB-BD31-4B8C-83A1-F6EECF244321}">
                <p14:modId xmlns:p14="http://schemas.microsoft.com/office/powerpoint/2010/main" val="302778881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7066520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53CB4E5-B16E-4B65-85F0-977D4FD51DF2}"/>
              </a:ext>
            </a:extLst>
          </p:cNvPr>
          <p:cNvGraphicFramePr>
            <a:graphicFrameLocks noChangeAspect="1"/>
          </p:cNvGraphicFramePr>
          <p:nvPr userDrawn="1">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953CB4E5-B16E-4B65-85F0-977D4FD51DF2}"/>
                          </a:ext>
                        </a:extLst>
                      </p:cNvPr>
                      <p:cNvPicPr/>
                      <p:nvPr/>
                    </p:nvPicPr>
                    <p:blipFill>
                      <a:blip r:embed="rId4"/>
                      <a:stretch>
                        <a:fillRect/>
                      </a:stretch>
                    </p:blipFill>
                    <p:spPr>
                      <a:xfrm>
                        <a:off x="2119" y="2119"/>
                        <a:ext cx="2117" cy="2117"/>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5E80089B-A60E-4C34-B972-11D74A813D26}"/>
              </a:ext>
            </a:extLst>
          </p:cNvPr>
          <p:cNvSpPr/>
          <p:nvPr userDrawn="1"/>
        </p:nvSpPr>
        <p:spPr>
          <a:xfrm>
            <a:off x="-110653" y="-48080"/>
            <a:ext cx="12413311" cy="6992451"/>
          </a:xfrm>
          <a:prstGeom prst="rect">
            <a:avLst/>
          </a:prstGeom>
          <a:solidFill>
            <a:srgbClr val="013530"/>
          </a:solidFill>
          <a:ln w="12700" cap="flat" cmpd="sng" algn="ctr">
            <a:noFill/>
            <a:prstDash val="solid"/>
            <a:miter lim="800000"/>
          </a:ln>
          <a:effectLst/>
        </p:spPr>
        <p:txBody>
          <a:bodyPr rtlCol="0" anchor="ctr"/>
          <a:lstStyle/>
          <a:p>
            <a:pPr marL="0" marR="0" lvl="0" indent="0" algn="ctr" defTabSz="880463"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pic>
        <p:nvPicPr>
          <p:cNvPr id="17" name="Picture 16">
            <a:extLst>
              <a:ext uri="{FF2B5EF4-FFF2-40B4-BE49-F238E27FC236}">
                <a16:creationId xmlns:a16="http://schemas.microsoft.com/office/drawing/2014/main" id="{827F3212-A2CE-4427-B8AB-B5FA49A73D7D}"/>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b="-49"/>
          <a:stretch/>
        </p:blipFill>
        <p:spPr>
          <a:xfrm rot="16200000">
            <a:off x="2599777" y="-2755323"/>
            <a:ext cx="6992451" cy="12406936"/>
          </a:xfrm>
          <a:prstGeom prst="rect">
            <a:avLst/>
          </a:prstGeom>
        </p:spPr>
      </p:pic>
      <p:sp>
        <p:nvSpPr>
          <p:cNvPr id="44" name="Text Placeholder 43">
            <a:extLst>
              <a:ext uri="{FF2B5EF4-FFF2-40B4-BE49-F238E27FC236}">
                <a16:creationId xmlns:a16="http://schemas.microsoft.com/office/drawing/2014/main" id="{2D111875-9167-4086-937E-052C1C93C330}"/>
              </a:ext>
            </a:extLst>
          </p:cNvPr>
          <p:cNvSpPr>
            <a:spLocks noGrp="1"/>
          </p:cNvSpPr>
          <p:nvPr>
            <p:ph type="body" sz="quarter" idx="11" hasCustomPrompt="1"/>
          </p:nvPr>
        </p:nvSpPr>
        <p:spPr>
          <a:xfrm>
            <a:off x="264472" y="3902581"/>
            <a:ext cx="2596579" cy="432536"/>
          </a:xfrm>
        </p:spPr>
        <p:txBody>
          <a:bodyPr lIns="91440" tIns="45720" rIns="91440" bIns="45720" anchor="ctr">
            <a:normAutofit/>
          </a:bodyPr>
          <a:lstStyle>
            <a:lvl1pPr>
              <a:defRPr lang="en-US" sz="1333" b="0" i="0" dirty="0">
                <a:solidFill>
                  <a:srgbClr val="C4984F"/>
                </a:solidFill>
                <a:latin typeface="Fund Light"/>
              </a:defRPr>
            </a:lvl1pPr>
          </a:lstStyle>
          <a:p>
            <a:pPr marR="33018" lvl="0" defTabSz="1219140" rtl="1">
              <a:lnSpc>
                <a:spcPct val="90000"/>
              </a:lnSpc>
              <a:spcBef>
                <a:spcPts val="108"/>
              </a:spcBef>
              <a:buNone/>
            </a:pPr>
            <a:r>
              <a:rPr lang="en-US"/>
              <a:t>Date</a:t>
            </a:r>
          </a:p>
        </p:txBody>
      </p:sp>
      <p:sp>
        <p:nvSpPr>
          <p:cNvPr id="30" name="Rectangle 29">
            <a:extLst>
              <a:ext uri="{FF2B5EF4-FFF2-40B4-BE49-F238E27FC236}">
                <a16:creationId xmlns:a16="http://schemas.microsoft.com/office/drawing/2014/main" id="{F9BDEE64-36E0-43E9-9E85-8B3E6F776799}"/>
              </a:ext>
            </a:extLst>
          </p:cNvPr>
          <p:cNvSpPr/>
          <p:nvPr userDrawn="1"/>
        </p:nvSpPr>
        <p:spPr>
          <a:xfrm>
            <a:off x="-349081" y="5529332"/>
            <a:ext cx="5727505" cy="1032337"/>
          </a:xfrm>
          <a:prstGeom prst="rect">
            <a:avLst/>
          </a:prstGeom>
          <a:solidFill>
            <a:srgbClr val="C4984F"/>
          </a:solidFill>
          <a:ln w="12700" cap="flat" cmpd="sng" algn="ctr">
            <a:noFill/>
            <a:prstDash val="solid"/>
            <a:miter lim="800000"/>
          </a:ln>
          <a:effectLst/>
        </p:spPr>
        <p:txBody>
          <a:bodyPr rtlCol="0" anchor="ctr"/>
          <a:lstStyle/>
          <a:p>
            <a:pPr marL="0" marR="0" lvl="0" indent="0" algn="ctr" defTabSz="880463"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srgbClr val="C4984F"/>
              </a:solidFill>
              <a:effectLst/>
              <a:uLnTx/>
              <a:uFillTx/>
              <a:latin typeface="Fund Light"/>
              <a:ea typeface="+mn-ea"/>
              <a:cs typeface="+mn-cs"/>
            </a:endParaRPr>
          </a:p>
        </p:txBody>
      </p:sp>
      <p:sp>
        <p:nvSpPr>
          <p:cNvPr id="31" name="TextBox 30">
            <a:extLst>
              <a:ext uri="{FF2B5EF4-FFF2-40B4-BE49-F238E27FC236}">
                <a16:creationId xmlns:a16="http://schemas.microsoft.com/office/drawing/2014/main" id="{4CEB05F9-D8E8-4905-B874-933AB978F443}"/>
              </a:ext>
            </a:extLst>
          </p:cNvPr>
          <p:cNvSpPr txBox="1"/>
          <p:nvPr userDrawn="1"/>
        </p:nvSpPr>
        <p:spPr>
          <a:xfrm>
            <a:off x="296277" y="5664306"/>
            <a:ext cx="4681539" cy="679610"/>
          </a:xfrm>
          <a:prstGeom prst="rect">
            <a:avLst/>
          </a:prstGeom>
          <a:noFill/>
        </p:spPr>
        <p:txBody>
          <a:bodyPr wrap="square">
            <a:spAutoFit/>
          </a:bodyPr>
          <a:lstStyle/>
          <a:p>
            <a:pPr marL="0" marR="33018" lvl="0" indent="0" algn="just" defTabSz="609570" eaLnBrk="1" fontAlgn="auto" latinLnBrk="0" hangingPunct="1">
              <a:lnSpc>
                <a:spcPct val="100000"/>
              </a:lnSpc>
              <a:spcBef>
                <a:spcPts val="108"/>
              </a:spcBef>
              <a:spcAft>
                <a:spcPts val="0"/>
              </a:spcAft>
              <a:buClrTx/>
              <a:buSzTx/>
              <a:buFontTx/>
              <a:buNone/>
              <a:tabLst/>
              <a:defRPr/>
            </a:pPr>
            <a:r>
              <a:rPr kumimoji="0" lang="en-US" sz="1333" b="0" i="0" u="none" strike="noStrike" kern="0" cap="none" spc="0" normalizeH="0" baseline="0" noProof="0">
                <a:ln>
                  <a:noFill/>
                </a:ln>
                <a:solidFill>
                  <a:srgbClr val="00342B"/>
                </a:solidFill>
                <a:effectLst/>
                <a:uLnTx/>
                <a:uFillTx/>
              </a:rPr>
              <a:t>CONFIDENTIAL </a:t>
            </a:r>
          </a:p>
          <a:p>
            <a:pPr marL="0" marR="33018" lvl="0" indent="0" algn="just" defTabSz="609570" eaLnBrk="1" fontAlgn="auto" latinLnBrk="0" hangingPunct="1">
              <a:lnSpc>
                <a:spcPct val="100000"/>
              </a:lnSpc>
              <a:spcBef>
                <a:spcPts val="108"/>
              </a:spcBef>
              <a:spcAft>
                <a:spcPts val="0"/>
              </a:spcAft>
              <a:buClrTx/>
              <a:buSzTx/>
              <a:buFontTx/>
              <a:buNone/>
              <a:tabLst/>
              <a:defRPr/>
            </a:pPr>
            <a:r>
              <a:rPr kumimoji="0" lang="en-US" sz="800" b="0" i="0" u="none" strike="noStrike" kern="0" cap="none" spc="0" normalizeH="0" baseline="0" noProof="0">
                <a:ln>
                  <a:noFill/>
                </a:ln>
                <a:solidFill>
                  <a:srgbClr val="00342B"/>
                </a:solidFill>
                <a:effectLst/>
                <a:uLnTx/>
                <a:uFillTx/>
              </a:rPr>
              <a:t>The contents of this document are strictly confidential, please do not share, republish, display or report it for any purpose, in any form or by any means without the prior and express consent of the Public Investment Fund.</a:t>
            </a:r>
          </a:p>
        </p:txBody>
      </p:sp>
      <p:pic>
        <p:nvPicPr>
          <p:cNvPr id="36" name="Picture 35">
            <a:extLst>
              <a:ext uri="{FF2B5EF4-FFF2-40B4-BE49-F238E27FC236}">
                <a16:creationId xmlns:a16="http://schemas.microsoft.com/office/drawing/2014/main" id="{89B44578-7C7B-4A2B-AADA-7B80D09491B7}"/>
              </a:ext>
            </a:extLst>
          </p:cNvPr>
          <p:cNvPicPr>
            <a:picLocks/>
          </p:cNvPicPr>
          <p:nvPr userDrawn="1"/>
        </p:nvPicPr>
        <p:blipFill rotWithShape="1">
          <a:blip r:embed="rId6" cstate="screen">
            <a:extLst>
              <a:ext uri="{28A0092B-C50C-407E-A947-70E740481C1C}">
                <a14:useLocalDpi xmlns:a14="http://schemas.microsoft.com/office/drawing/2010/main"/>
              </a:ext>
            </a:extLst>
          </a:blip>
          <a:srcRect t="2" r="21396" b="16133"/>
          <a:stretch/>
        </p:blipFill>
        <p:spPr>
          <a:xfrm flipH="1">
            <a:off x="-815921" y="3680433"/>
            <a:ext cx="10320000" cy="41953"/>
          </a:xfrm>
          <a:prstGeom prst="rect">
            <a:avLst/>
          </a:prstGeom>
        </p:spPr>
      </p:pic>
      <p:sp>
        <p:nvSpPr>
          <p:cNvPr id="4" name="Title 3">
            <a:extLst>
              <a:ext uri="{FF2B5EF4-FFF2-40B4-BE49-F238E27FC236}">
                <a16:creationId xmlns:a16="http://schemas.microsoft.com/office/drawing/2014/main" id="{00414F0F-5F7D-4B28-908C-A81F9197932E}"/>
              </a:ext>
            </a:extLst>
          </p:cNvPr>
          <p:cNvSpPr>
            <a:spLocks noGrp="1"/>
          </p:cNvSpPr>
          <p:nvPr userDrawn="1">
            <p:ph type="title" hasCustomPrompt="1"/>
          </p:nvPr>
        </p:nvSpPr>
        <p:spPr>
          <a:xfrm>
            <a:off x="264471" y="2766402"/>
            <a:ext cx="9239608" cy="502766"/>
          </a:xfrm>
          <a:noFill/>
        </p:spPr>
        <p:txBody>
          <a:bodyPr vert="horz" wrap="square" lIns="91440" tIns="45720" rIns="91440">
            <a:spAutoFit/>
          </a:bodyPr>
          <a:lstStyle>
            <a:lvl1pPr>
              <a:defRPr kumimoji="0" lang="en-US" sz="2667" b="0" i="0" u="none" strike="noStrike" kern="0" cap="none" spc="0" normalizeH="0" baseline="0" dirty="0">
                <a:ln>
                  <a:noFill/>
                </a:ln>
                <a:solidFill>
                  <a:srgbClr val="FFFFFF"/>
                </a:solidFill>
                <a:effectLst/>
                <a:uLnTx/>
                <a:uFillTx/>
                <a:latin typeface="+mn-lt"/>
                <a:ea typeface="+mn-ea"/>
                <a:cs typeface="+mn-cs"/>
              </a:defRPr>
            </a:lvl1pPr>
          </a:lstStyle>
          <a:p>
            <a:pPr marL="0" marR="33018" lvl="0" indent="0" defTabSz="609570" rtl="1" eaLnBrk="1" fontAlgn="auto" latinLnBrk="0" hangingPunct="1">
              <a:lnSpc>
                <a:spcPct val="100000"/>
              </a:lnSpc>
              <a:spcBef>
                <a:spcPts val="108"/>
              </a:spcBef>
              <a:spcAft>
                <a:spcPts val="0"/>
              </a:spcAft>
              <a:buClrTx/>
              <a:buSzTx/>
              <a:buFontTx/>
              <a:buNone/>
              <a:tabLst/>
              <a:defRPr/>
            </a:pPr>
            <a:r>
              <a:rPr kumimoji="0" lang="en-US" sz="2667" b="0" i="0" u="none" strike="noStrike" kern="0" cap="none" spc="0" normalizeH="0" baseline="0" noProof="0">
                <a:ln>
                  <a:noFill/>
                </a:ln>
                <a:solidFill>
                  <a:srgbClr val="FFFFFF"/>
                </a:solidFill>
                <a:effectLst/>
                <a:uLnTx/>
                <a:uFillTx/>
              </a:rPr>
              <a:t>TITLE GOES HERE</a:t>
            </a:r>
          </a:p>
        </p:txBody>
      </p:sp>
      <p:sp>
        <p:nvSpPr>
          <p:cNvPr id="41" name="Text Placeholder 40">
            <a:extLst>
              <a:ext uri="{FF2B5EF4-FFF2-40B4-BE49-F238E27FC236}">
                <a16:creationId xmlns:a16="http://schemas.microsoft.com/office/drawing/2014/main" id="{91A94A49-6AF0-4BC4-A668-79497BB130C4}"/>
              </a:ext>
            </a:extLst>
          </p:cNvPr>
          <p:cNvSpPr>
            <a:spLocks noGrp="1"/>
          </p:cNvSpPr>
          <p:nvPr userDrawn="1">
            <p:ph type="body" sz="quarter" idx="10" hasCustomPrompt="1"/>
          </p:nvPr>
        </p:nvSpPr>
        <p:spPr>
          <a:xfrm>
            <a:off x="264471" y="3258813"/>
            <a:ext cx="9239608" cy="355739"/>
          </a:xfrm>
        </p:spPr>
        <p:txBody>
          <a:bodyPr lIns="91440" tIns="45720" rIns="91440" bIns="45720">
            <a:noAutofit/>
          </a:bodyPr>
          <a:lstStyle>
            <a:lvl1pPr>
              <a:defRPr sz="1467">
                <a:solidFill>
                  <a:srgbClr val="FFFFFF"/>
                </a:solidFill>
              </a:defRPr>
            </a:lvl1pPr>
          </a:lstStyle>
          <a:p>
            <a:pPr lvl="0"/>
            <a:r>
              <a:rPr lang="en-US"/>
              <a:t>SUB TITLE GOES HERE</a:t>
            </a:r>
          </a:p>
        </p:txBody>
      </p:sp>
      <p:pic>
        <p:nvPicPr>
          <p:cNvPr id="2" name="Graphic 1">
            <a:extLst>
              <a:ext uri="{FF2B5EF4-FFF2-40B4-BE49-F238E27FC236}">
                <a16:creationId xmlns:a16="http://schemas.microsoft.com/office/drawing/2014/main" id="{64B827F2-231A-0155-67BC-0352B6F45C85}"/>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420801" y="228606"/>
            <a:ext cx="2974585" cy="1040335"/>
          </a:xfrm>
          <a:prstGeom prst="rect">
            <a:avLst/>
          </a:prstGeom>
        </p:spPr>
      </p:pic>
    </p:spTree>
    <p:extLst>
      <p:ext uri="{BB962C8B-B14F-4D97-AF65-F5344CB8AC3E}">
        <p14:creationId xmlns:p14="http://schemas.microsoft.com/office/powerpoint/2010/main" val="2996111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53CB4E5-B16E-4B65-85F0-977D4FD51DF2}"/>
              </a:ext>
            </a:extLst>
          </p:cNvPr>
          <p:cNvGraphicFramePr>
            <a:graphicFrameLocks noChangeAspect="1"/>
          </p:cNvGraphicFramePr>
          <p:nvPr userDrawn="1">
            <p:custDataLst>
              <p:tags r:id="rId1"/>
            </p:custDataLst>
            <p:extLst>
              <p:ext uri="{D42A27DB-BD31-4B8C-83A1-F6EECF244321}">
                <p14:modId xmlns:p14="http://schemas.microsoft.com/office/powerpoint/2010/main" val="2841716113"/>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953CB4E5-B16E-4B65-85F0-977D4FD51DF2}"/>
                          </a:ext>
                        </a:extLst>
                      </p:cNvPr>
                      <p:cNvPicPr/>
                      <p:nvPr/>
                    </p:nvPicPr>
                    <p:blipFill>
                      <a:blip r:embed="rId4"/>
                      <a:stretch>
                        <a:fillRect/>
                      </a:stretch>
                    </p:blipFill>
                    <p:spPr>
                      <a:xfrm>
                        <a:off x="2119" y="2119"/>
                        <a:ext cx="2117" cy="2117"/>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5E80089B-A60E-4C34-B972-11D74A813D26}"/>
              </a:ext>
            </a:extLst>
          </p:cNvPr>
          <p:cNvSpPr/>
          <p:nvPr userDrawn="1"/>
        </p:nvSpPr>
        <p:spPr>
          <a:xfrm>
            <a:off x="-110653" y="-48080"/>
            <a:ext cx="12413311" cy="6992451"/>
          </a:xfrm>
          <a:prstGeom prst="rect">
            <a:avLst/>
          </a:prstGeom>
          <a:solidFill>
            <a:srgbClr val="013530"/>
          </a:solidFill>
          <a:ln w="12700" cap="flat" cmpd="sng" algn="ctr">
            <a:noFill/>
            <a:prstDash val="solid"/>
            <a:miter lim="800000"/>
          </a:ln>
          <a:effectLst/>
        </p:spPr>
        <p:txBody>
          <a:bodyPr rtlCol="0" anchor="ctr"/>
          <a:lstStyle/>
          <a:p>
            <a:pPr marL="0" marR="0" lvl="0" indent="0" algn="ctr" defTabSz="880463"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pic>
        <p:nvPicPr>
          <p:cNvPr id="17" name="Picture 16">
            <a:extLst>
              <a:ext uri="{FF2B5EF4-FFF2-40B4-BE49-F238E27FC236}">
                <a16:creationId xmlns:a16="http://schemas.microsoft.com/office/drawing/2014/main" id="{827F3212-A2CE-4427-B8AB-B5FA49A73D7D}"/>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b="-49"/>
          <a:stretch/>
        </p:blipFill>
        <p:spPr>
          <a:xfrm rot="16200000">
            <a:off x="2599777" y="-2755323"/>
            <a:ext cx="6992451" cy="12406936"/>
          </a:xfrm>
          <a:prstGeom prst="rect">
            <a:avLst/>
          </a:prstGeom>
        </p:spPr>
      </p:pic>
      <p:sp>
        <p:nvSpPr>
          <p:cNvPr id="31" name="TextBox 30">
            <a:extLst>
              <a:ext uri="{FF2B5EF4-FFF2-40B4-BE49-F238E27FC236}">
                <a16:creationId xmlns:a16="http://schemas.microsoft.com/office/drawing/2014/main" id="{4CEB05F9-D8E8-4905-B874-933AB978F443}"/>
              </a:ext>
            </a:extLst>
          </p:cNvPr>
          <p:cNvSpPr txBox="1"/>
          <p:nvPr userDrawn="1"/>
        </p:nvSpPr>
        <p:spPr>
          <a:xfrm>
            <a:off x="296277" y="5664306"/>
            <a:ext cx="4681539" cy="679610"/>
          </a:xfrm>
          <a:prstGeom prst="rect">
            <a:avLst/>
          </a:prstGeom>
          <a:noFill/>
        </p:spPr>
        <p:txBody>
          <a:bodyPr wrap="square">
            <a:spAutoFit/>
          </a:bodyPr>
          <a:lstStyle/>
          <a:p>
            <a:pPr marL="0" marR="33018" lvl="0" indent="0" algn="just" defTabSz="609570" eaLnBrk="1" fontAlgn="auto" latinLnBrk="0" hangingPunct="1">
              <a:lnSpc>
                <a:spcPct val="100000"/>
              </a:lnSpc>
              <a:spcBef>
                <a:spcPts val="108"/>
              </a:spcBef>
              <a:spcAft>
                <a:spcPts val="0"/>
              </a:spcAft>
              <a:buClrTx/>
              <a:buSzTx/>
              <a:buFontTx/>
              <a:buNone/>
              <a:tabLst/>
              <a:defRPr/>
            </a:pPr>
            <a:r>
              <a:rPr kumimoji="0" lang="en-US" sz="1333" b="0" i="0" u="none" strike="noStrike" kern="0" cap="none" spc="0" normalizeH="0" baseline="0" noProof="0">
                <a:ln>
                  <a:noFill/>
                </a:ln>
                <a:solidFill>
                  <a:srgbClr val="00342B"/>
                </a:solidFill>
                <a:effectLst/>
                <a:uLnTx/>
                <a:uFillTx/>
              </a:rPr>
              <a:t>CONFIDENTIAL </a:t>
            </a:r>
          </a:p>
          <a:p>
            <a:pPr marL="0" marR="33018" lvl="0" indent="0" algn="just" defTabSz="609570" eaLnBrk="1" fontAlgn="auto" latinLnBrk="0" hangingPunct="1">
              <a:lnSpc>
                <a:spcPct val="100000"/>
              </a:lnSpc>
              <a:spcBef>
                <a:spcPts val="108"/>
              </a:spcBef>
              <a:spcAft>
                <a:spcPts val="0"/>
              </a:spcAft>
              <a:buClrTx/>
              <a:buSzTx/>
              <a:buFontTx/>
              <a:buNone/>
              <a:tabLst/>
              <a:defRPr/>
            </a:pPr>
            <a:r>
              <a:rPr kumimoji="0" lang="en-US" sz="800" b="0" i="0" u="none" strike="noStrike" kern="0" cap="none" spc="0" normalizeH="0" baseline="0" noProof="0">
                <a:ln>
                  <a:noFill/>
                </a:ln>
                <a:solidFill>
                  <a:srgbClr val="00342B"/>
                </a:solidFill>
                <a:effectLst/>
                <a:uLnTx/>
                <a:uFillTx/>
              </a:rPr>
              <a:t>The contents of this document are strictly confidential, please do not share, republish,, display or report it for any purpose, in any form or by any means without the prior and express consent of the Public Investment Fund.</a:t>
            </a:r>
          </a:p>
        </p:txBody>
      </p:sp>
      <p:pic>
        <p:nvPicPr>
          <p:cNvPr id="2" name="Graphic 1">
            <a:extLst>
              <a:ext uri="{FF2B5EF4-FFF2-40B4-BE49-F238E27FC236}">
                <a16:creationId xmlns:a16="http://schemas.microsoft.com/office/drawing/2014/main" id="{64B827F2-231A-0155-67BC-0352B6F45C85}"/>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420801" y="3162306"/>
            <a:ext cx="2974585" cy="1040335"/>
          </a:xfrm>
          <a:prstGeom prst="rect">
            <a:avLst/>
          </a:prstGeom>
        </p:spPr>
      </p:pic>
    </p:spTree>
    <p:extLst>
      <p:ext uri="{BB962C8B-B14F-4D97-AF65-F5344CB8AC3E}">
        <p14:creationId xmlns:p14="http://schemas.microsoft.com/office/powerpoint/2010/main" val="369969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D7625CD-4BD3-476C-8CCB-A355E4470ABC}"/>
              </a:ext>
            </a:extLst>
          </p:cNvPr>
          <p:cNvGraphicFramePr>
            <a:graphicFrameLocks noChangeAspect="1"/>
          </p:cNvGraphicFramePr>
          <p:nvPr userDrawn="1">
            <p:custDataLst>
              <p:tags r:id="rId1"/>
            </p:custDataLst>
          </p:nvPr>
        </p:nvGraphicFramePr>
        <p:xfrm>
          <a:off x="1591" y="1589"/>
          <a:ext cx="1588" cy="1588"/>
        </p:xfrm>
        <a:graphic>
          <a:graphicData uri="http://schemas.openxmlformats.org/presentationml/2006/ole">
            <mc:AlternateContent xmlns:mc="http://schemas.openxmlformats.org/markup-compatibility/2006">
              <mc:Choice xmlns:v="urn:schemas-microsoft-com:vml" Requires="v">
                <p:oleObj name="think-cell Slide" r:id="rId4" imgW="338" imgH="338" progId="TCLayout.ActiveDocument.1">
                  <p:embed/>
                </p:oleObj>
              </mc:Choice>
              <mc:Fallback>
                <p:oleObj name="think-cell Slide" r:id="rId4" imgW="338" imgH="338" progId="TCLayout.ActiveDocument.1">
                  <p:embed/>
                  <p:pic>
                    <p:nvPicPr>
                      <p:cNvPr id="7" name="Object 6" hidden="1">
                        <a:extLst>
                          <a:ext uri="{FF2B5EF4-FFF2-40B4-BE49-F238E27FC236}">
                            <a16:creationId xmlns:a16="http://schemas.microsoft.com/office/drawing/2014/main" id="{8D7625CD-4BD3-476C-8CCB-A355E4470ABC}"/>
                          </a:ext>
                        </a:extLst>
                      </p:cNvPr>
                      <p:cNvPicPr/>
                      <p:nvPr/>
                    </p:nvPicPr>
                    <p:blipFill>
                      <a:blip r:embed="rId5"/>
                      <a:stretch>
                        <a:fillRect/>
                      </a:stretch>
                    </p:blipFill>
                    <p:spPr>
                      <a:xfrm>
                        <a:off x="1591" y="1589"/>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A7041539-0E90-4D5C-BCBC-070DE1EED005}"/>
              </a:ext>
            </a:extLst>
          </p:cNvPr>
          <p:cNvSpPr/>
          <p:nvPr userDrawn="1">
            <p:custDataLst>
              <p:tags r:id="rId2"/>
            </p:custDataLst>
          </p:nvPr>
        </p:nvSpPr>
        <p:spPr>
          <a:xfrm>
            <a:off x="3" y="1"/>
            <a:ext cx="158751" cy="158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eaLnBrk="1">
              <a:lnSpc>
                <a:spcPct val="90000"/>
              </a:lnSpc>
              <a:spcBef>
                <a:spcPct val="0"/>
              </a:spcBef>
              <a:spcAft>
                <a:spcPct val="0"/>
              </a:spcAft>
            </a:pPr>
            <a:endParaRPr lang="en-US" sz="3300" b="0" i="0" baseline="0">
              <a:latin typeface="Calibri Light" panose="020F0302020204030204" pitchFamily="34" charset="0"/>
              <a:ea typeface="+mj-ea"/>
              <a:cs typeface="+mj-cs"/>
              <a:sym typeface="Calibri Light" panose="020F0302020204030204" pitchFamily="34" charset="0"/>
            </a:endParaRPr>
          </a:p>
        </p:txBody>
      </p:sp>
      <p:sp>
        <p:nvSpPr>
          <p:cNvPr id="4" name="1 Shape Name"/>
          <p:cNvSpPr>
            <a:spLocks noGrp="1"/>
          </p:cNvSpPr>
          <p:nvPr>
            <p:ph type="title"/>
          </p:nvPr>
        </p:nvSpPr>
        <p:spPr>
          <a:xfrm>
            <a:off x="1426633" y="565920"/>
            <a:ext cx="10220963" cy="369332"/>
          </a:xfrm>
          <a:prstGeom prst="rect">
            <a:avLst/>
          </a:prstGeom>
        </p:spPr>
        <p:txBody>
          <a:bodyPr/>
          <a:lstStyle/>
          <a:p>
            <a:endParaRPr/>
          </a:p>
        </p:txBody>
      </p:sp>
    </p:spTree>
    <p:extLst>
      <p:ext uri="{BB962C8B-B14F-4D97-AF65-F5344CB8AC3E}">
        <p14:creationId xmlns:p14="http://schemas.microsoft.com/office/powerpoint/2010/main" val="33755647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Logos">
    <p:spTree>
      <p:nvGrpSpPr>
        <p:cNvPr id="1" name=""/>
        <p:cNvGrpSpPr/>
        <p:nvPr/>
      </p:nvGrpSpPr>
      <p:grpSpPr>
        <a:xfrm>
          <a:off x="0" y="0"/>
          <a:ext cx="0" cy="0"/>
          <a:chOff x="0" y="0"/>
          <a:chExt cx="0" cy="0"/>
        </a:xfrm>
      </p:grpSpPr>
      <p:sp>
        <p:nvSpPr>
          <p:cNvPr id="6" name="Subtitle">
            <a:extLst>
              <a:ext uri="{FF2B5EF4-FFF2-40B4-BE49-F238E27FC236}">
                <a16:creationId xmlns:a16="http://schemas.microsoft.com/office/drawing/2014/main" id="{61C63E5A-BD9E-F642-A58F-26B7A4F083FE}"/>
              </a:ext>
            </a:extLst>
          </p:cNvPr>
          <p:cNvSpPr>
            <a:spLocks noGrp="1"/>
          </p:cNvSpPr>
          <p:nvPr>
            <p:ph type="subTitle" idx="26" hasCustomPrompt="1"/>
            <p:custDataLst>
              <p:tags r:id="rId1"/>
            </p:custDataLst>
          </p:nvPr>
        </p:nvSpPr>
        <p:spPr>
          <a:xfrm>
            <a:off x="442914" y="1276213"/>
            <a:ext cx="11306173" cy="320177"/>
          </a:xfrm>
        </p:spPr>
        <p:txBody>
          <a:bodyPr>
            <a:noAutofit/>
          </a:bodyPr>
          <a:lstStyle>
            <a:lvl1pPr marL="0" indent="0" algn="l">
              <a:lnSpc>
                <a:spcPct val="100000"/>
              </a:lnSpc>
              <a:spcBef>
                <a:spcPct val="0"/>
              </a:spcBef>
              <a:spcAft>
                <a:spcPct val="0"/>
              </a:spcAft>
              <a:buNone/>
              <a:defRPr sz="1800" b="1">
                <a:solidFill>
                  <a:schemeClr val="tx2"/>
                </a:solidFill>
              </a:defRPr>
            </a:lvl1pPr>
            <a:lvl2pPr marL="0" indent="0" algn="l">
              <a:lnSpc>
                <a:spcPct val="100000"/>
              </a:lnSpc>
              <a:spcBef>
                <a:spcPct val="0"/>
              </a:spcBef>
              <a:spcAft>
                <a:spcPct val="0"/>
              </a:spcAft>
              <a:buNone/>
              <a:defRPr sz="1800" b="1">
                <a:solidFill>
                  <a:schemeClr val="tx2"/>
                </a:solidFill>
              </a:defRPr>
            </a:lvl2pPr>
            <a:lvl3pPr marL="0" indent="0" algn="l">
              <a:lnSpc>
                <a:spcPct val="100000"/>
              </a:lnSpc>
              <a:spcBef>
                <a:spcPct val="0"/>
              </a:spcBef>
              <a:spcAft>
                <a:spcPct val="0"/>
              </a:spcAft>
              <a:buNone/>
              <a:defRPr sz="1800" b="1">
                <a:solidFill>
                  <a:schemeClr val="tx2"/>
                </a:solidFill>
              </a:defRPr>
            </a:lvl3pPr>
            <a:lvl4pPr marL="0" indent="0" algn="l">
              <a:lnSpc>
                <a:spcPct val="100000"/>
              </a:lnSpc>
              <a:spcBef>
                <a:spcPct val="0"/>
              </a:spcBef>
              <a:spcAft>
                <a:spcPct val="0"/>
              </a:spcAft>
              <a:buNone/>
              <a:defRPr sz="1800" b="1">
                <a:solidFill>
                  <a:schemeClr val="tx2"/>
                </a:solidFill>
              </a:defRPr>
            </a:lvl4pPr>
            <a:lvl5pPr marL="0" indent="0" algn="l">
              <a:lnSpc>
                <a:spcPct val="100000"/>
              </a:lnSpc>
              <a:spcBef>
                <a:spcPct val="0"/>
              </a:spcBef>
              <a:spcAft>
                <a:spcPct val="0"/>
              </a:spcAft>
              <a:buNone/>
              <a:defRPr sz="1800" b="1">
                <a:solidFill>
                  <a:schemeClr val="tx2"/>
                </a:solidFill>
              </a:defRPr>
            </a:lvl5pPr>
            <a:lvl6pPr marL="0" indent="0" algn="l">
              <a:lnSpc>
                <a:spcPct val="100000"/>
              </a:lnSpc>
              <a:spcBef>
                <a:spcPct val="0"/>
              </a:spcBef>
              <a:spcAft>
                <a:spcPct val="0"/>
              </a:spcAft>
              <a:buNone/>
              <a:defRPr sz="1800" b="1">
                <a:solidFill>
                  <a:schemeClr val="tx2"/>
                </a:solidFill>
              </a:defRPr>
            </a:lvl6pPr>
            <a:lvl7pPr marL="0" indent="0" algn="l">
              <a:lnSpc>
                <a:spcPct val="100000"/>
              </a:lnSpc>
              <a:spcBef>
                <a:spcPct val="0"/>
              </a:spcBef>
              <a:spcAft>
                <a:spcPct val="0"/>
              </a:spcAft>
              <a:buNone/>
              <a:defRPr sz="1800" b="1">
                <a:solidFill>
                  <a:schemeClr val="tx2"/>
                </a:solidFill>
              </a:defRPr>
            </a:lvl7pPr>
            <a:lvl8pPr marL="0" indent="0" algn="l">
              <a:lnSpc>
                <a:spcPct val="100000"/>
              </a:lnSpc>
              <a:spcBef>
                <a:spcPct val="0"/>
              </a:spcBef>
              <a:spcAft>
                <a:spcPct val="0"/>
              </a:spcAft>
              <a:buNone/>
              <a:defRPr sz="1800" b="1">
                <a:solidFill>
                  <a:schemeClr val="tx2"/>
                </a:solidFill>
              </a:defRPr>
            </a:lvl8pPr>
            <a:lvl9pPr marL="0" indent="0" algn="l">
              <a:lnSpc>
                <a:spcPct val="100000"/>
              </a:lnSpc>
              <a:spcBef>
                <a:spcPct val="0"/>
              </a:spcBef>
              <a:spcAft>
                <a:spcPct val="0"/>
              </a:spcAft>
              <a:buNone/>
              <a:defRPr sz="1800" b="1">
                <a:solidFill>
                  <a:schemeClr val="tx2"/>
                </a:solidFill>
              </a:defRPr>
            </a:lvl9pPr>
          </a:lstStyle>
          <a:p>
            <a:r>
              <a:rPr lang="en-US"/>
              <a:t>[Optional slide subtitle]</a:t>
            </a:r>
          </a:p>
        </p:txBody>
      </p:sp>
      <p:sp>
        <p:nvSpPr>
          <p:cNvPr id="3" name="Footer Placeholder">
            <a:extLst>
              <a:ext uri="{FF2B5EF4-FFF2-40B4-BE49-F238E27FC236}">
                <a16:creationId xmlns:a16="http://schemas.microsoft.com/office/drawing/2014/main" id="{FBDF5DE5-9FAD-9842-BA03-185711D76ADC}"/>
              </a:ext>
            </a:extLst>
          </p:cNvPr>
          <p:cNvSpPr>
            <a:spLocks noGrp="1"/>
          </p:cNvSpPr>
          <p:nvPr>
            <p:ph type="ftr" sz="quarter" idx="10"/>
            <p:custDataLst>
              <p:tags r:id="rId2"/>
            </p:custDataLst>
          </p:nvPr>
        </p:nvSpPr>
        <p:spPr/>
        <p:txBody>
          <a:bodyPr/>
          <a:lstStyle/>
          <a:p>
            <a:r>
              <a:rPr lang="en-US"/>
              <a:t>Presentation Title</a:t>
            </a:r>
          </a:p>
        </p:txBody>
      </p:sp>
      <p:sp>
        <p:nvSpPr>
          <p:cNvPr id="27" name="Footnotes">
            <a:extLst>
              <a:ext uri="{FF2B5EF4-FFF2-40B4-BE49-F238E27FC236}">
                <a16:creationId xmlns:a16="http://schemas.microsoft.com/office/drawing/2014/main" id="{DD8B5F4F-C81D-464D-B5FC-5F8941870CF3}"/>
              </a:ext>
            </a:extLst>
          </p:cNvPr>
          <p:cNvSpPr>
            <a:spLocks noGrp="1"/>
          </p:cNvSpPr>
          <p:nvPr>
            <p:ph type="body" sz="quarter" idx="25" hasCustomPrompt="1"/>
            <p:custDataLst>
              <p:tags r:id="rId3"/>
            </p:custDataLst>
          </p:nvPr>
        </p:nvSpPr>
        <p:spPr>
          <a:xfrm>
            <a:off x="2432304" y="6355077"/>
            <a:ext cx="7315200" cy="274323"/>
          </a:xfrm>
        </p:spPr>
        <p:txBody>
          <a:bodyPr anchor="b" anchorCtr="0">
            <a:noAutofit/>
          </a:bodyPr>
          <a:lstStyle>
            <a:lvl1pPr marL="0" indent="0">
              <a:spcAft>
                <a:spcPct val="0"/>
              </a:spcAft>
              <a:buFontTx/>
              <a:buNone/>
              <a:defRPr sz="751"/>
            </a:lvl1pPr>
            <a:lvl2pPr marL="0" indent="0">
              <a:spcAft>
                <a:spcPct val="0"/>
              </a:spcAft>
              <a:buFontTx/>
              <a:buNone/>
              <a:defRPr sz="751"/>
            </a:lvl2pPr>
            <a:lvl3pPr marL="0" indent="0">
              <a:spcAft>
                <a:spcPct val="0"/>
              </a:spcAft>
              <a:buFontTx/>
              <a:buNone/>
              <a:defRPr sz="751"/>
            </a:lvl3pPr>
            <a:lvl4pPr marL="0" indent="0">
              <a:spcAft>
                <a:spcPct val="0"/>
              </a:spcAft>
              <a:buFontTx/>
              <a:buNone/>
              <a:defRPr sz="751"/>
            </a:lvl4pPr>
            <a:lvl5pPr marL="0" indent="0">
              <a:spcAft>
                <a:spcPct val="0"/>
              </a:spcAft>
              <a:buFontTx/>
              <a:buNone/>
              <a:defRPr sz="751"/>
            </a:lvl5pPr>
            <a:lvl6pPr marL="0" indent="0">
              <a:spcAft>
                <a:spcPct val="0"/>
              </a:spcAft>
              <a:buFontTx/>
              <a:buNone/>
              <a:defRPr sz="751"/>
            </a:lvl6pPr>
            <a:lvl7pPr marL="0" indent="0">
              <a:spcAft>
                <a:spcPct val="0"/>
              </a:spcAft>
              <a:buFontTx/>
              <a:buNone/>
              <a:defRPr sz="751"/>
            </a:lvl7pPr>
            <a:lvl8pPr marL="0" indent="0">
              <a:spcAft>
                <a:spcPct val="0"/>
              </a:spcAft>
              <a:buFontTx/>
              <a:buNone/>
              <a:defRPr sz="751"/>
            </a:lvl8pPr>
            <a:lvl9pPr marL="0" indent="0">
              <a:spcAft>
                <a:spcPct val="0"/>
              </a:spcAft>
              <a:buFontTx/>
              <a:buNone/>
              <a:defRPr sz="751"/>
            </a:lvl9pPr>
          </a:lstStyle>
          <a:p>
            <a:pPr lvl="0"/>
            <a:r>
              <a:rPr lang="en-US"/>
              <a:t>[Optional footnotes/references]</a:t>
            </a:r>
          </a:p>
        </p:txBody>
      </p:sp>
      <p:sp>
        <p:nvSpPr>
          <p:cNvPr id="4" name="Date Placeholder">
            <a:extLst>
              <a:ext uri="{FF2B5EF4-FFF2-40B4-BE49-F238E27FC236}">
                <a16:creationId xmlns:a16="http://schemas.microsoft.com/office/drawing/2014/main" id="{470A3029-D834-5149-96EF-70010D8D5EB6}"/>
              </a:ext>
            </a:extLst>
          </p:cNvPr>
          <p:cNvSpPr>
            <a:spLocks noGrp="1"/>
          </p:cNvSpPr>
          <p:nvPr>
            <p:ph type="dt" sz="half" idx="11"/>
            <p:custDataLst>
              <p:tags r:id="rId4"/>
            </p:custDataLst>
          </p:nvPr>
        </p:nvSpPr>
        <p:spPr/>
        <p:txBody>
          <a:bodyPr/>
          <a:lstStyle/>
          <a:p>
            <a:fld id="{1E9640C0-E2C0-4ECF-A156-45620899EBCD}" type="datetime3">
              <a:rPr lang="en-US" smtClean="0"/>
              <a:t>28 June 2026</a:t>
            </a:fld>
            <a:endParaRPr lang="en-US"/>
          </a:p>
        </p:txBody>
      </p:sp>
      <p:sp>
        <p:nvSpPr>
          <p:cNvPr id="5" name="Slide Number Placeholder">
            <a:extLst>
              <a:ext uri="{FF2B5EF4-FFF2-40B4-BE49-F238E27FC236}">
                <a16:creationId xmlns:a16="http://schemas.microsoft.com/office/drawing/2014/main" id="{4BA74217-EAC3-D448-A73B-A482F813E146}"/>
              </a:ext>
            </a:extLst>
          </p:cNvPr>
          <p:cNvSpPr>
            <a:spLocks noGrp="1"/>
          </p:cNvSpPr>
          <p:nvPr>
            <p:ph type="sldNum" sz="quarter" idx="12"/>
            <p:custDataLst>
              <p:tags r:id="rId5"/>
            </p:custDataLst>
          </p:nvPr>
        </p:nvSpPr>
        <p:spPr/>
        <p:txBody>
          <a:bodyPr/>
          <a:lstStyle/>
          <a:p>
            <a:fld id="{7870704B-CE94-48CC-AF30-84932A1262A7}" type="slidenum">
              <a:rPr lang="en-GB" smtClean="0"/>
              <a:t>‹#›</a:t>
            </a:fld>
            <a:endParaRPr lang="en-GB"/>
          </a:p>
        </p:txBody>
      </p:sp>
      <p:sp>
        <p:nvSpPr>
          <p:cNvPr id="2" name="Title 1">
            <a:extLst>
              <a:ext uri="{FF2B5EF4-FFF2-40B4-BE49-F238E27FC236}">
                <a16:creationId xmlns:a16="http://schemas.microsoft.com/office/drawing/2014/main" id="{9DA79FDD-B382-2D42-94A1-F4A769613FAF}"/>
              </a:ext>
            </a:extLst>
          </p:cNvPr>
          <p:cNvSpPr>
            <a:spLocks noGrp="1"/>
          </p:cNvSpPr>
          <p:nvPr>
            <p:ph type="title" hasCustomPrompt="1"/>
            <p:custDataLst>
              <p:tags r:id="rId6"/>
            </p:custDataLst>
          </p:nvPr>
        </p:nvSpPr>
        <p:spPr>
          <a:xfrm>
            <a:off x="1426633" y="565920"/>
            <a:ext cx="10220963" cy="369332"/>
          </a:xfrm>
        </p:spPr>
        <p:txBody>
          <a:bodyPr/>
          <a:lstStyle/>
          <a:p>
            <a:r>
              <a:rPr lang="en-US"/>
              <a:t>[Slide title]</a:t>
            </a:r>
          </a:p>
        </p:txBody>
      </p:sp>
    </p:spTree>
    <p:extLst>
      <p:ext uri="{BB962C8B-B14F-4D97-AF65-F5344CB8AC3E}">
        <p14:creationId xmlns:p14="http://schemas.microsoft.com/office/powerpoint/2010/main" val="105012421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go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04A1D07-4990-29A0-C50F-5B36E3338E2F}"/>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425" imgH="424" progId="TCLayout.ActiveDocument.1">
                  <p:embed/>
                </p:oleObj>
              </mc:Choice>
              <mc:Fallback>
                <p:oleObj name="think-cell Slide" r:id="rId9" imgW="425" imgH="424" progId="TCLayout.ActiveDocument.1">
                  <p:embed/>
                  <p:pic>
                    <p:nvPicPr>
                      <p:cNvPr id="9" name="think-cell data - do not delete" hidden="1">
                        <a:extLst>
                          <a:ext uri="{FF2B5EF4-FFF2-40B4-BE49-F238E27FC236}">
                            <a16:creationId xmlns:a16="http://schemas.microsoft.com/office/drawing/2014/main" id="{004A1D07-4990-29A0-C50F-5B36E3338E2F}"/>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3" name="Footer Placeholder">
            <a:extLst>
              <a:ext uri="{FF2B5EF4-FFF2-40B4-BE49-F238E27FC236}">
                <a16:creationId xmlns:a16="http://schemas.microsoft.com/office/drawing/2014/main" id="{FBDF5DE5-9FAD-9842-BA03-185711D76ADC}"/>
              </a:ext>
            </a:extLst>
          </p:cNvPr>
          <p:cNvSpPr>
            <a:spLocks noGrp="1"/>
          </p:cNvSpPr>
          <p:nvPr>
            <p:ph type="ftr" sz="quarter" idx="10"/>
            <p:custDataLst>
              <p:tags r:id="rId2"/>
            </p:custDataLst>
          </p:nvPr>
        </p:nvSpPr>
        <p:spPr/>
        <p:txBody>
          <a:bodyPr/>
          <a:lstStyle/>
          <a:p>
            <a:r>
              <a:rPr lang="en-US"/>
              <a:t>Presentation Title</a:t>
            </a:r>
          </a:p>
        </p:txBody>
      </p:sp>
      <p:sp>
        <p:nvSpPr>
          <p:cNvPr id="27" name="Footnotes">
            <a:extLst>
              <a:ext uri="{FF2B5EF4-FFF2-40B4-BE49-F238E27FC236}">
                <a16:creationId xmlns:a16="http://schemas.microsoft.com/office/drawing/2014/main" id="{DD8B5F4F-C81D-464D-B5FC-5F8941870CF3}"/>
              </a:ext>
            </a:extLst>
          </p:cNvPr>
          <p:cNvSpPr>
            <a:spLocks noGrp="1"/>
          </p:cNvSpPr>
          <p:nvPr>
            <p:ph type="body" sz="quarter" idx="25" hasCustomPrompt="1"/>
            <p:custDataLst>
              <p:tags r:id="rId3"/>
            </p:custDataLst>
          </p:nvPr>
        </p:nvSpPr>
        <p:spPr>
          <a:xfrm>
            <a:off x="2432304" y="6355077"/>
            <a:ext cx="7315200" cy="274323"/>
          </a:xfrm>
        </p:spPr>
        <p:txBody>
          <a:bodyPr anchor="b" anchorCtr="0">
            <a:noAutofit/>
          </a:bodyPr>
          <a:lstStyle>
            <a:lvl1pPr marL="0" indent="0">
              <a:spcAft>
                <a:spcPct val="0"/>
              </a:spcAft>
              <a:buFontTx/>
              <a:buNone/>
              <a:defRPr sz="751"/>
            </a:lvl1pPr>
            <a:lvl2pPr marL="0" indent="0">
              <a:spcAft>
                <a:spcPct val="0"/>
              </a:spcAft>
              <a:buFontTx/>
              <a:buNone/>
              <a:defRPr sz="751"/>
            </a:lvl2pPr>
            <a:lvl3pPr marL="0" indent="0">
              <a:spcAft>
                <a:spcPct val="0"/>
              </a:spcAft>
              <a:buFontTx/>
              <a:buNone/>
              <a:defRPr sz="751"/>
            </a:lvl3pPr>
            <a:lvl4pPr marL="0" indent="0">
              <a:spcAft>
                <a:spcPct val="0"/>
              </a:spcAft>
              <a:buFontTx/>
              <a:buNone/>
              <a:defRPr sz="751"/>
            </a:lvl4pPr>
            <a:lvl5pPr marL="0" indent="0">
              <a:spcAft>
                <a:spcPct val="0"/>
              </a:spcAft>
              <a:buFontTx/>
              <a:buNone/>
              <a:defRPr sz="751"/>
            </a:lvl5pPr>
            <a:lvl6pPr marL="0" indent="0">
              <a:spcAft>
                <a:spcPct val="0"/>
              </a:spcAft>
              <a:buFontTx/>
              <a:buNone/>
              <a:defRPr sz="751"/>
            </a:lvl6pPr>
            <a:lvl7pPr marL="0" indent="0">
              <a:spcAft>
                <a:spcPct val="0"/>
              </a:spcAft>
              <a:buFontTx/>
              <a:buNone/>
              <a:defRPr sz="751"/>
            </a:lvl7pPr>
            <a:lvl8pPr marL="0" indent="0">
              <a:spcAft>
                <a:spcPct val="0"/>
              </a:spcAft>
              <a:buFontTx/>
              <a:buNone/>
              <a:defRPr sz="751"/>
            </a:lvl8pPr>
            <a:lvl9pPr marL="0" indent="0">
              <a:spcAft>
                <a:spcPct val="0"/>
              </a:spcAft>
              <a:buFontTx/>
              <a:buNone/>
              <a:defRPr sz="751"/>
            </a:lvl9pPr>
          </a:lstStyle>
          <a:p>
            <a:pPr lvl="0"/>
            <a:r>
              <a:rPr lang="en-US"/>
              <a:t>[Optional footnotes/references]</a:t>
            </a:r>
          </a:p>
        </p:txBody>
      </p:sp>
      <p:sp>
        <p:nvSpPr>
          <p:cNvPr id="4" name="Date Placeholder">
            <a:extLst>
              <a:ext uri="{FF2B5EF4-FFF2-40B4-BE49-F238E27FC236}">
                <a16:creationId xmlns:a16="http://schemas.microsoft.com/office/drawing/2014/main" id="{470A3029-D834-5149-96EF-70010D8D5EB6}"/>
              </a:ext>
            </a:extLst>
          </p:cNvPr>
          <p:cNvSpPr>
            <a:spLocks noGrp="1"/>
          </p:cNvSpPr>
          <p:nvPr>
            <p:ph type="dt" sz="half" idx="11"/>
            <p:custDataLst>
              <p:tags r:id="rId4"/>
            </p:custDataLst>
          </p:nvPr>
        </p:nvSpPr>
        <p:spPr/>
        <p:txBody>
          <a:bodyPr/>
          <a:lstStyle/>
          <a:p>
            <a:r>
              <a:rPr lang="en-US"/>
              <a:t>Date</a:t>
            </a:r>
          </a:p>
        </p:txBody>
      </p:sp>
      <p:sp>
        <p:nvSpPr>
          <p:cNvPr id="5" name="Slide Number Placeholder">
            <a:extLst>
              <a:ext uri="{FF2B5EF4-FFF2-40B4-BE49-F238E27FC236}">
                <a16:creationId xmlns:a16="http://schemas.microsoft.com/office/drawing/2014/main" id="{4BA74217-EAC3-D448-A73B-A482F813E146}"/>
              </a:ext>
            </a:extLst>
          </p:cNvPr>
          <p:cNvSpPr>
            <a:spLocks noGrp="1"/>
          </p:cNvSpPr>
          <p:nvPr>
            <p:ph type="sldNum" sz="quarter" idx="12"/>
            <p:custDataLst>
              <p:tags r:id="rId5"/>
            </p:custDataLst>
          </p:nvPr>
        </p:nvSpPr>
        <p:spPr/>
        <p:txBody>
          <a:bodyPr/>
          <a:lstStyle/>
          <a:p>
            <a:fld id="{7870704B-CE94-48CC-AF30-84932A1262A7}" type="slidenum">
              <a:rPr lang="en-GB" smtClean="0"/>
              <a:t>‹#›</a:t>
            </a:fld>
            <a:endParaRPr lang="en-GB"/>
          </a:p>
        </p:txBody>
      </p:sp>
      <p:sp>
        <p:nvSpPr>
          <p:cNvPr id="7" name="Google Shape;46;p289">
            <a:extLst>
              <a:ext uri="{FF2B5EF4-FFF2-40B4-BE49-F238E27FC236}">
                <a16:creationId xmlns:a16="http://schemas.microsoft.com/office/drawing/2014/main" id="{302531AC-2575-7931-827B-DE1FAB46D02C}"/>
              </a:ext>
            </a:extLst>
          </p:cNvPr>
          <p:cNvSpPr txBox="1">
            <a:spLocks noGrp="1"/>
          </p:cNvSpPr>
          <p:nvPr>
            <p:ph type="title"/>
            <p:custDataLst>
              <p:tags r:id="rId6"/>
            </p:custDataLst>
          </p:nvPr>
        </p:nvSpPr>
        <p:spPr>
          <a:xfrm>
            <a:off x="442914" y="384048"/>
            <a:ext cx="11306175" cy="841248"/>
          </a:xfrm>
          <a:prstGeom prst="rect">
            <a:avLst/>
          </a:prstGeom>
          <a:noFill/>
          <a:ln>
            <a:noFill/>
          </a:ln>
        </p:spPr>
        <p:txBody>
          <a:bodyPr spcFirstLastPara="1" wrap="square" lIns="0" tIns="0" rIns="0" bIns="0" anchor="b" anchorCtr="0">
            <a:noAutofit/>
          </a:bodyPr>
          <a:lstStyle>
            <a:lvl1pPr lvl="0" algn="l">
              <a:lnSpc>
                <a:spcPct val="85000"/>
              </a:lnSpc>
              <a:spcBef>
                <a:spcPct val="0"/>
              </a:spcBef>
              <a:spcAft>
                <a:spcPct val="0"/>
              </a:spcAft>
              <a:buClr>
                <a:schemeClr val="dk1"/>
              </a:buClr>
              <a:buSzPts val="3200"/>
              <a:buFont typeface="Georgia"/>
              <a:buNone/>
              <a:defRPr sz="2800"/>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a:endParaRPr/>
          </a:p>
        </p:txBody>
      </p:sp>
      <p:sp>
        <p:nvSpPr>
          <p:cNvPr id="8" name="Google Shape;47;p289">
            <a:extLst>
              <a:ext uri="{FF2B5EF4-FFF2-40B4-BE49-F238E27FC236}">
                <a16:creationId xmlns:a16="http://schemas.microsoft.com/office/drawing/2014/main" id="{1E3A62EA-004F-37EE-FCE0-373499BBB6DE}"/>
              </a:ext>
            </a:extLst>
          </p:cNvPr>
          <p:cNvSpPr txBox="1">
            <a:spLocks noGrp="1"/>
          </p:cNvSpPr>
          <p:nvPr>
            <p:ph type="subTitle" idx="1"/>
            <p:custDataLst>
              <p:tags r:id="rId7"/>
            </p:custDataLst>
          </p:nvPr>
        </p:nvSpPr>
        <p:spPr>
          <a:xfrm>
            <a:off x="442914" y="1276213"/>
            <a:ext cx="11306173" cy="320177"/>
          </a:xfrm>
          <a:prstGeom prst="rect">
            <a:avLst/>
          </a:prstGeom>
          <a:noFill/>
          <a:ln>
            <a:noFill/>
          </a:ln>
        </p:spPr>
        <p:txBody>
          <a:bodyPr spcFirstLastPara="1" wrap="square" lIns="0" tIns="0" rIns="0" bIns="0" anchor="t" anchorCtr="0">
            <a:noAutofit/>
          </a:bodyPr>
          <a:lstStyle>
            <a:lvl1pPr marL="0" lvl="0" algn="l">
              <a:lnSpc>
                <a:spcPct val="100000"/>
              </a:lnSpc>
              <a:spcBef>
                <a:spcPct val="0"/>
              </a:spcBef>
              <a:spcAft>
                <a:spcPct val="0"/>
              </a:spcAft>
              <a:buClr>
                <a:schemeClr val="dk2"/>
              </a:buClr>
              <a:buSzPts val="1800"/>
              <a:buNone/>
              <a:defRPr sz="1800" b="1">
                <a:solidFill>
                  <a:schemeClr val="dk2"/>
                </a:solidFill>
              </a:defRPr>
            </a:lvl1pPr>
            <a:lvl2pPr lvl="1" algn="l">
              <a:lnSpc>
                <a:spcPct val="100000"/>
              </a:lnSpc>
              <a:spcBef>
                <a:spcPct val="0"/>
              </a:spcBef>
              <a:spcAft>
                <a:spcPct val="0"/>
              </a:spcAft>
              <a:buClr>
                <a:schemeClr val="dk2"/>
              </a:buClr>
              <a:buSzPts val="1800"/>
              <a:buNone/>
              <a:defRPr sz="1800" b="1">
                <a:solidFill>
                  <a:schemeClr val="dk2"/>
                </a:solidFill>
              </a:defRPr>
            </a:lvl2pPr>
            <a:lvl3pPr lvl="2" algn="l">
              <a:lnSpc>
                <a:spcPct val="100000"/>
              </a:lnSpc>
              <a:spcBef>
                <a:spcPct val="0"/>
              </a:spcBef>
              <a:spcAft>
                <a:spcPct val="0"/>
              </a:spcAft>
              <a:buClr>
                <a:schemeClr val="dk2"/>
              </a:buClr>
              <a:buSzPts val="1800"/>
              <a:buNone/>
              <a:defRPr sz="1800" b="1">
                <a:solidFill>
                  <a:schemeClr val="dk2"/>
                </a:solidFill>
              </a:defRPr>
            </a:lvl3pPr>
            <a:lvl4pPr lvl="3" algn="l">
              <a:lnSpc>
                <a:spcPct val="100000"/>
              </a:lnSpc>
              <a:spcBef>
                <a:spcPct val="0"/>
              </a:spcBef>
              <a:spcAft>
                <a:spcPct val="0"/>
              </a:spcAft>
              <a:buClr>
                <a:schemeClr val="dk2"/>
              </a:buClr>
              <a:buSzPts val="1800"/>
              <a:buNone/>
              <a:defRPr sz="1800" b="1">
                <a:solidFill>
                  <a:schemeClr val="dk2"/>
                </a:solidFill>
              </a:defRPr>
            </a:lvl4pPr>
            <a:lvl5pPr lvl="4" algn="l">
              <a:lnSpc>
                <a:spcPct val="100000"/>
              </a:lnSpc>
              <a:spcBef>
                <a:spcPct val="0"/>
              </a:spcBef>
              <a:spcAft>
                <a:spcPct val="0"/>
              </a:spcAft>
              <a:buClr>
                <a:schemeClr val="dk2"/>
              </a:buClr>
              <a:buSzPts val="1800"/>
              <a:buNone/>
              <a:defRPr sz="1800" b="1">
                <a:solidFill>
                  <a:schemeClr val="dk2"/>
                </a:solidFill>
              </a:defRPr>
            </a:lvl5pPr>
            <a:lvl6pPr lvl="5" algn="l">
              <a:lnSpc>
                <a:spcPct val="100000"/>
              </a:lnSpc>
              <a:spcBef>
                <a:spcPct val="0"/>
              </a:spcBef>
              <a:spcAft>
                <a:spcPct val="0"/>
              </a:spcAft>
              <a:buClr>
                <a:schemeClr val="dk2"/>
              </a:buClr>
              <a:buSzPts val="1800"/>
              <a:buNone/>
              <a:defRPr sz="1800" b="1">
                <a:solidFill>
                  <a:schemeClr val="dk2"/>
                </a:solidFill>
              </a:defRPr>
            </a:lvl6pPr>
            <a:lvl7pPr lvl="6" algn="l">
              <a:lnSpc>
                <a:spcPct val="100000"/>
              </a:lnSpc>
              <a:spcBef>
                <a:spcPct val="0"/>
              </a:spcBef>
              <a:spcAft>
                <a:spcPct val="0"/>
              </a:spcAft>
              <a:buClr>
                <a:schemeClr val="dk2"/>
              </a:buClr>
              <a:buSzPts val="1800"/>
              <a:buNone/>
              <a:defRPr sz="1800" b="1">
                <a:solidFill>
                  <a:schemeClr val="dk2"/>
                </a:solidFill>
              </a:defRPr>
            </a:lvl7pPr>
            <a:lvl8pPr lvl="7" algn="l">
              <a:lnSpc>
                <a:spcPct val="100000"/>
              </a:lnSpc>
              <a:spcBef>
                <a:spcPct val="0"/>
              </a:spcBef>
              <a:spcAft>
                <a:spcPct val="0"/>
              </a:spcAft>
              <a:buClr>
                <a:schemeClr val="dk2"/>
              </a:buClr>
              <a:buSzPts val="1800"/>
              <a:buNone/>
              <a:defRPr sz="1800" b="1">
                <a:solidFill>
                  <a:schemeClr val="dk2"/>
                </a:solidFill>
              </a:defRPr>
            </a:lvl8pPr>
            <a:lvl9pPr lvl="8" algn="l">
              <a:lnSpc>
                <a:spcPct val="100000"/>
              </a:lnSpc>
              <a:spcBef>
                <a:spcPct val="0"/>
              </a:spcBef>
              <a:spcAft>
                <a:spcPct val="0"/>
              </a:spcAft>
              <a:buClr>
                <a:schemeClr val="dk2"/>
              </a:buClr>
              <a:buSzPts val="1800"/>
              <a:buNone/>
              <a:defRPr sz="1800" b="1">
                <a:solidFill>
                  <a:schemeClr val="dk2"/>
                </a:solidFill>
              </a:defRPr>
            </a:lvl9pPr>
          </a:lstStyle>
          <a:p>
            <a:endParaRPr/>
          </a:p>
        </p:txBody>
      </p:sp>
    </p:spTree>
    <p:extLst>
      <p:ext uri="{BB962C8B-B14F-4D97-AF65-F5344CB8AC3E}">
        <p14:creationId xmlns:p14="http://schemas.microsoft.com/office/powerpoint/2010/main" val="4191775328"/>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_Section En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F246B44-0DB4-B377-037E-18A23B20230A}"/>
              </a:ext>
            </a:extLst>
          </p:cNvPr>
          <p:cNvGraphicFramePr>
            <a:graphicFrameLocks noChangeAspect="1"/>
          </p:cNvGraphicFramePr>
          <p:nvPr userDrawn="1">
            <p:custDataLst>
              <p:tags r:id="rId1"/>
            </p:custDataLst>
            <p:extLst>
              <p:ext uri="{D42A27DB-BD31-4B8C-83A1-F6EECF244321}">
                <p14:modId xmlns:p14="http://schemas.microsoft.com/office/powerpoint/2010/main" val="3485990775"/>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0F246B44-0DB4-B377-037E-18A23B20230A}"/>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FCF1BAA-78FF-5635-E9C9-AF3728DA087E}"/>
              </a:ext>
            </a:extLst>
          </p:cNvPr>
          <p:cNvSpPr/>
          <p:nvPr userDrawn="1"/>
        </p:nvSpPr>
        <p:spPr>
          <a:xfrm>
            <a:off x="-110653" y="-48080"/>
            <a:ext cx="12413311" cy="6992451"/>
          </a:xfrm>
          <a:prstGeom prst="rect">
            <a:avLst/>
          </a:prstGeom>
          <a:solidFill>
            <a:srgbClr val="013530"/>
          </a:solidFill>
          <a:ln w="12700" cap="flat" cmpd="sng" algn="ctr">
            <a:noFill/>
            <a:prstDash val="solid"/>
            <a:miter lim="800000"/>
          </a:ln>
          <a:effectLst/>
        </p:spPr>
        <p:txBody>
          <a:bodyPr rtlCol="0" anchor="ctr"/>
          <a:lstStyle/>
          <a:p>
            <a:pPr marL="0" marR="0" lvl="0" indent="0" algn="ctr" defTabSz="880463"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pic>
        <p:nvPicPr>
          <p:cNvPr id="10" name="Picture 9">
            <a:extLst>
              <a:ext uri="{FF2B5EF4-FFF2-40B4-BE49-F238E27FC236}">
                <a16:creationId xmlns:a16="http://schemas.microsoft.com/office/drawing/2014/main" id="{96DCD699-B0F7-A829-3132-5876D61EEE24}"/>
              </a:ext>
            </a:extLst>
          </p:cNvPr>
          <p:cNvPicPr>
            <a:picLocks noChangeAspect="1"/>
          </p:cNvPicPr>
          <p:nvPr userDrawn="1"/>
        </p:nvPicPr>
        <p:blipFill rotWithShape="1">
          <a:blip r:embed="rId5" cstate="screen">
            <a:alphaModFix amt="50000"/>
            <a:extLst>
              <a:ext uri="{28A0092B-C50C-407E-A947-70E740481C1C}">
                <a14:useLocalDpi xmlns:a14="http://schemas.microsoft.com/office/drawing/2010/main"/>
              </a:ext>
            </a:extLst>
          </a:blip>
          <a:srcRect b="-49"/>
          <a:stretch/>
        </p:blipFill>
        <p:spPr>
          <a:xfrm rot="16200000">
            <a:off x="2596589" y="-2755323"/>
            <a:ext cx="6992451" cy="12406936"/>
          </a:xfrm>
          <a:prstGeom prst="rect">
            <a:avLst/>
          </a:prstGeom>
        </p:spPr>
      </p:pic>
      <p:sp>
        <p:nvSpPr>
          <p:cNvPr id="5" name="Text Placeholder 4">
            <a:extLst>
              <a:ext uri="{FF2B5EF4-FFF2-40B4-BE49-F238E27FC236}">
                <a16:creationId xmlns:a16="http://schemas.microsoft.com/office/drawing/2014/main" id="{754B1C03-5913-4331-839C-69355BC79A11}"/>
              </a:ext>
            </a:extLst>
          </p:cNvPr>
          <p:cNvSpPr>
            <a:spLocks noGrp="1"/>
          </p:cNvSpPr>
          <p:nvPr>
            <p:ph type="body" sz="quarter" idx="10" hasCustomPrompt="1"/>
          </p:nvPr>
        </p:nvSpPr>
        <p:spPr>
          <a:xfrm>
            <a:off x="442914" y="3597075"/>
            <a:ext cx="5473699" cy="1330008"/>
          </a:xfrm>
        </p:spPr>
        <p:txBody>
          <a:bodyPr vert="horz" lIns="0" tIns="0" rIns="0" bIns="0" rtlCol="0" anchor="b" anchorCtr="0">
            <a:noAutofit/>
          </a:bodyPr>
          <a:lstStyle>
            <a:lvl1pPr marL="0" indent="0">
              <a:buNone/>
              <a:defRPr lang="en-US" sz="6000" dirty="0" smtClean="0">
                <a:solidFill>
                  <a:schemeClr val="accent2"/>
                </a:solidFill>
                <a:latin typeface="+mj-lt"/>
                <a:ea typeface="+mj-ea"/>
                <a:cs typeface="+mj-cs"/>
              </a:defRPr>
            </a:lvl1pPr>
            <a:lvl2pPr marL="274306" indent="0">
              <a:buNone/>
              <a:defRPr lang="en-US" sz="1800" dirty="0" smtClean="0"/>
            </a:lvl2pPr>
            <a:lvl3pPr marL="731484" indent="0">
              <a:buNone/>
              <a:defRPr lang="en-US" sz="1800" dirty="0" smtClean="0"/>
            </a:lvl3pPr>
            <a:lvl4pPr marL="1188661" indent="0">
              <a:buNone/>
              <a:defRPr lang="en-US" sz="1800" dirty="0" smtClean="0"/>
            </a:lvl4pPr>
            <a:lvl5pPr marL="1645838" indent="0">
              <a:buNone/>
              <a:defRPr lang="en-US" sz="1800" dirty="0"/>
            </a:lvl5pPr>
          </a:lstStyle>
          <a:p>
            <a:r>
              <a:rPr lang="en-US" sz="6000">
                <a:solidFill>
                  <a:schemeClr val="accent2"/>
                </a:solidFill>
              </a:rPr>
              <a:t>Appendix / Thankyou</a:t>
            </a:r>
            <a:endParaRPr lang="en-GB" sz="6000">
              <a:solidFill>
                <a:schemeClr val="accent2"/>
              </a:solidFill>
            </a:endParaRPr>
          </a:p>
        </p:txBody>
      </p:sp>
      <p:pic>
        <p:nvPicPr>
          <p:cNvPr id="4" name="Graphic 3">
            <a:extLst>
              <a:ext uri="{FF2B5EF4-FFF2-40B4-BE49-F238E27FC236}">
                <a16:creationId xmlns:a16="http://schemas.microsoft.com/office/drawing/2014/main" id="{A682F845-0243-6B00-C3A2-56635C6AE5AF}"/>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420799" y="228606"/>
            <a:ext cx="2974585" cy="1040334"/>
          </a:xfrm>
          <a:prstGeom prst="rect">
            <a:avLst/>
          </a:prstGeom>
        </p:spPr>
      </p:pic>
    </p:spTree>
    <p:extLst>
      <p:ext uri="{BB962C8B-B14F-4D97-AF65-F5344CB8AC3E}">
        <p14:creationId xmlns:p14="http://schemas.microsoft.com/office/powerpoint/2010/main" val="234856793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extLst>
              <p:ext uri="{D42A27DB-BD31-4B8C-83A1-F6EECF244321}">
                <p14:modId xmlns:p14="http://schemas.microsoft.com/office/powerpoint/2010/main" val="23914086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687E60-8AEC-262A-2FB5-96BA1810D674}"/>
              </a:ext>
            </a:extLst>
          </p:cNvPr>
          <p:cNvSpPr>
            <a:spLocks noGrp="1"/>
          </p:cNvSpPr>
          <p:nvPr>
            <p:ph type="title" hasCustomPrompt="1"/>
          </p:nvPr>
        </p:nvSpPr>
        <p:spPr>
          <a:xfrm>
            <a:off x="1426634" y="294192"/>
            <a:ext cx="10220962" cy="646331"/>
          </a:xfrm>
        </p:spPr>
        <p:txBody>
          <a:bodyPr vert="horz">
            <a:noAutofit/>
          </a:bodyPr>
          <a:lstStyle>
            <a:lvl1pPr>
              <a:defRPr/>
            </a:lvl1pPr>
          </a:lstStyle>
          <a:p>
            <a:r>
              <a:rPr lang="en-US"/>
              <a:t>Click to edit Master title style</a:t>
            </a:r>
            <a:br>
              <a:rPr lang="en-US"/>
            </a:br>
            <a:r>
              <a:rPr lang="en-US"/>
              <a:t>XX</a:t>
            </a:r>
          </a:p>
        </p:txBody>
      </p:sp>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a:xfrm>
            <a:off x="10165545" y="6405036"/>
            <a:ext cx="1482051" cy="153888"/>
          </a:xfrm>
        </p:spPr>
        <p:txBody>
          <a:bodyPr/>
          <a:lstStyle/>
          <a:p>
            <a:endParaRPr lang="en-US"/>
          </a:p>
        </p:txBody>
      </p:sp>
      <p:sp>
        <p:nvSpPr>
          <p:cNvPr id="6" name="Footnotes">
            <a:extLst>
              <a:ext uri="{FF2B5EF4-FFF2-40B4-BE49-F238E27FC236}">
                <a16:creationId xmlns:a16="http://schemas.microsoft.com/office/drawing/2014/main" id="{A38BC600-A187-6028-DFB1-B9C9AC26A327}"/>
              </a:ext>
            </a:extLst>
          </p:cNvPr>
          <p:cNvSpPr>
            <a:spLocks noGrp="1"/>
          </p:cNvSpPr>
          <p:nvPr>
            <p:ph type="body" sz="quarter" idx="25" hasCustomPrompt="1"/>
            <p:custDataLst>
              <p:tags r:id="rId2"/>
            </p:custDataLst>
          </p:nvPr>
        </p:nvSpPr>
        <p:spPr>
          <a:xfrm>
            <a:off x="419100" y="6355077"/>
            <a:ext cx="8138160" cy="274322"/>
          </a:xfrm>
        </p:spPr>
        <p:txBody>
          <a:bodyPr anchor="b" anchorCtr="0">
            <a:noAutofit/>
          </a:bodyPr>
          <a:lstStyle>
            <a:lvl1pPr marL="0" indent="0">
              <a:spcAft>
                <a:spcPct val="0"/>
              </a:spcAft>
              <a:buFontTx/>
              <a:buNone/>
              <a:defRPr sz="800"/>
            </a:lvl1pPr>
            <a:lvl2pPr marL="0" indent="0">
              <a:spcAft>
                <a:spcPct val="0"/>
              </a:spcAft>
              <a:buFontTx/>
              <a:buNone/>
              <a:defRPr sz="750"/>
            </a:lvl2pPr>
            <a:lvl3pPr marL="0" indent="0">
              <a:spcAft>
                <a:spcPct val="0"/>
              </a:spcAft>
              <a:buFontTx/>
              <a:buNone/>
              <a:defRPr sz="750"/>
            </a:lvl3pPr>
            <a:lvl4pPr marL="0" indent="0">
              <a:spcAft>
                <a:spcPct val="0"/>
              </a:spcAft>
              <a:buFontTx/>
              <a:buNone/>
              <a:defRPr sz="750"/>
            </a:lvl4pPr>
            <a:lvl5pPr marL="0" indent="0">
              <a:spcAft>
                <a:spcPct val="0"/>
              </a:spcAft>
              <a:buFontTx/>
              <a:buNone/>
              <a:defRPr sz="750"/>
            </a:lvl5pPr>
            <a:lvl6pPr marL="0" indent="0">
              <a:spcAft>
                <a:spcPct val="0"/>
              </a:spcAft>
              <a:buFontTx/>
              <a:buNone/>
              <a:defRPr sz="750"/>
            </a:lvl6pPr>
            <a:lvl7pPr marL="0" indent="0">
              <a:spcAft>
                <a:spcPct val="0"/>
              </a:spcAft>
              <a:buFontTx/>
              <a:buNone/>
              <a:defRPr sz="750"/>
            </a:lvl7pPr>
            <a:lvl8pPr marL="0" indent="0">
              <a:spcAft>
                <a:spcPct val="0"/>
              </a:spcAft>
              <a:buFontTx/>
              <a:buNone/>
              <a:defRPr sz="750"/>
            </a:lvl8pPr>
            <a:lvl9pPr marL="0" indent="0">
              <a:spcAft>
                <a:spcPct val="0"/>
              </a:spcAft>
              <a:buFontTx/>
              <a:buNone/>
              <a:defRPr sz="750"/>
            </a:lvl9pPr>
          </a:lstStyle>
          <a:p>
            <a:pPr lvl="0"/>
            <a:r>
              <a:rPr lang="en-US"/>
              <a:t>[Optional footnotes/references]</a:t>
            </a:r>
          </a:p>
        </p:txBody>
      </p:sp>
    </p:spTree>
    <p:extLst>
      <p:ext uri="{BB962C8B-B14F-4D97-AF65-F5344CB8AC3E}">
        <p14:creationId xmlns:p14="http://schemas.microsoft.com/office/powerpoint/2010/main" val="25847711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B6522A6-CA04-4A9E-AD16-DE9E21B621F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DB6522A6-CA04-4A9E-AD16-DE9E21B621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sp>
        <p:nvSpPr>
          <p:cNvPr id="9" name="Title Placeholder 1">
            <a:extLst>
              <a:ext uri="{FF2B5EF4-FFF2-40B4-BE49-F238E27FC236}">
                <a16:creationId xmlns:a16="http://schemas.microsoft.com/office/drawing/2014/main" id="{ACA6F389-5634-4AF9-9CF6-A099E02F17AA}"/>
              </a:ext>
            </a:extLst>
          </p:cNvPr>
          <p:cNvSpPr>
            <a:spLocks noGrp="1"/>
          </p:cNvSpPr>
          <p:nvPr>
            <p:ph type="title" hasCustomPrompt="1"/>
          </p:nvPr>
        </p:nvSpPr>
        <p:spPr>
          <a:xfrm>
            <a:off x="1426634" y="288921"/>
            <a:ext cx="10220962" cy="646331"/>
          </a:xfrm>
          <a:prstGeom prst="rect">
            <a:avLst/>
          </a:prstGeom>
        </p:spPr>
        <p:txBody>
          <a:bodyPr vert="horz" wrap="square" lIns="91440" tIns="45720" rIns="91440" bIns="45720" rtlCol="0" anchor="b">
            <a:noAutofit/>
          </a:bodyPr>
          <a:lstStyle/>
          <a:p>
            <a:r>
              <a:rPr lang="en-US"/>
              <a:t>Click to add title</a:t>
            </a:r>
          </a:p>
        </p:txBody>
      </p:sp>
      <p:grpSp>
        <p:nvGrpSpPr>
          <p:cNvPr id="11" name="Group 10">
            <a:extLst>
              <a:ext uri="{FF2B5EF4-FFF2-40B4-BE49-F238E27FC236}">
                <a16:creationId xmlns:a16="http://schemas.microsoft.com/office/drawing/2014/main" id="{71944CE1-54A6-4380-BFF3-3BACE3BA065F}"/>
              </a:ext>
            </a:extLst>
          </p:cNvPr>
          <p:cNvGrpSpPr/>
          <p:nvPr userDrawn="1"/>
        </p:nvGrpSpPr>
        <p:grpSpPr>
          <a:xfrm>
            <a:off x="346407" y="593754"/>
            <a:ext cx="1011242" cy="393036"/>
            <a:chOff x="-1167110" y="595256"/>
            <a:chExt cx="1016594" cy="395116"/>
          </a:xfrm>
        </p:grpSpPr>
        <p:pic>
          <p:nvPicPr>
            <p:cNvPr id="12" name="Graphic 11">
              <a:extLst>
                <a:ext uri="{FF2B5EF4-FFF2-40B4-BE49-F238E27FC236}">
                  <a16:creationId xmlns:a16="http://schemas.microsoft.com/office/drawing/2014/main" id="{507D64FB-500C-4E8C-90A9-E228FA1DA285}"/>
                </a:ext>
              </a:extLst>
            </p:cNvPr>
            <p:cNvPicPr>
              <a:picLocks noChangeAspect="1"/>
            </p:cNvPicPr>
            <p:nvPr/>
          </p:nvPicPr>
          <p:blipFill rotWithShape="1">
            <a:blip>
              <a:extLst>
                <a:ext uri="{96DAC541-7B7A-43D3-8B79-37D633B846F1}">
                  <asvg:svgBlip xmlns:asvg="http://schemas.microsoft.com/office/drawing/2016/SVG/main" r:embed="rId5"/>
                </a:ext>
              </a:extLst>
            </a:blip>
            <a:srcRect r="70656"/>
            <a:stretch/>
          </p:blipFill>
          <p:spPr>
            <a:xfrm>
              <a:off x="-1167110" y="595256"/>
              <a:ext cx="331507" cy="395116"/>
            </a:xfrm>
            <a:prstGeom prst="rect">
              <a:avLst/>
            </a:prstGeom>
          </p:spPr>
        </p:pic>
        <p:pic>
          <p:nvPicPr>
            <p:cNvPr id="13" name="Graphic 12">
              <a:extLst>
                <a:ext uri="{FF2B5EF4-FFF2-40B4-BE49-F238E27FC236}">
                  <a16:creationId xmlns:a16="http://schemas.microsoft.com/office/drawing/2014/main" id="{2C142C50-4AD8-4F2A-AEC7-76785A414990}"/>
                </a:ext>
              </a:extLst>
            </p:cNvPr>
            <p:cNvPicPr>
              <a:picLocks noChangeAspect="1"/>
            </p:cNvPicPr>
            <p:nvPr/>
          </p:nvPicPr>
          <p:blipFill rotWithShape="1">
            <a:blip>
              <a:extLst>
                <a:ext uri="{96DAC541-7B7A-43D3-8B79-37D633B846F1}">
                  <asvg:svgBlip xmlns:asvg="http://schemas.microsoft.com/office/drawing/2016/SVG/main" r:embed="rId5"/>
                </a:ext>
              </a:extLst>
            </a:blip>
            <a:srcRect l="29344"/>
            <a:stretch/>
          </p:blipFill>
          <p:spPr>
            <a:xfrm>
              <a:off x="-870149" y="614709"/>
              <a:ext cx="719633" cy="356211"/>
            </a:xfrm>
            <a:prstGeom prst="rect">
              <a:avLst/>
            </a:prstGeom>
          </p:spPr>
        </p:pic>
      </p:grpSp>
      <p:cxnSp>
        <p:nvCxnSpPr>
          <p:cNvPr id="14" name="Straight Connector 13">
            <a:extLst>
              <a:ext uri="{FF2B5EF4-FFF2-40B4-BE49-F238E27FC236}">
                <a16:creationId xmlns:a16="http://schemas.microsoft.com/office/drawing/2014/main" id="{8B13CD00-65B2-4F00-B1BC-EBACA3777DBE}"/>
              </a:ext>
            </a:extLst>
          </p:cNvPr>
          <p:cNvCxnSpPr>
            <a:cxnSpLocks/>
          </p:cNvCxnSpPr>
          <p:nvPr userDrawn="1"/>
        </p:nvCxnSpPr>
        <p:spPr>
          <a:xfrm>
            <a:off x="1426634" y="948410"/>
            <a:ext cx="10220962" cy="0"/>
          </a:xfrm>
          <a:prstGeom prst="line">
            <a:avLst/>
          </a:prstGeom>
          <a:noFill/>
          <a:ln w="19050" cap="rnd" cmpd="sng" algn="ctr">
            <a:solidFill>
              <a:srgbClr val="C4984F"/>
            </a:solidFill>
            <a:prstDash val="solid"/>
            <a:round/>
          </a:ln>
          <a:effectLst/>
        </p:spPr>
      </p:cxnSp>
    </p:spTree>
    <p:extLst>
      <p:ext uri="{BB962C8B-B14F-4D97-AF65-F5344CB8AC3E}">
        <p14:creationId xmlns:p14="http://schemas.microsoft.com/office/powerpoint/2010/main" val="21011119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7_Title_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07135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5">
            <a:extLst>
              <a:ext uri="{FF2B5EF4-FFF2-40B4-BE49-F238E27FC236}">
                <a16:creationId xmlns:a16="http://schemas.microsoft.com/office/drawing/2014/main" id="{EAACD270-C128-4C45-B1B9-99A5F05C36DD}"/>
              </a:ext>
            </a:extLst>
          </p:cNvPr>
          <p:cNvPicPr>
            <a:picLocks noChangeAspect="1" noChangeArrowheads="1"/>
          </p:cNvPicPr>
          <p:nvPr userDrawn="1"/>
        </p:nvPicPr>
        <p:blipFill rotWithShape="1">
          <a:blip r:embed="rId5" cstate="email">
            <a:extLst>
              <a:ext uri="{28A0092B-C50C-407E-A947-70E740481C1C}">
                <a14:useLocalDpi xmlns:a14="http://schemas.microsoft.com/office/drawing/2010/main"/>
              </a:ext>
            </a:extLst>
          </a:blip>
          <a:srcRect/>
          <a:stretch/>
        </p:blipFill>
        <p:spPr bwMode="auto">
          <a:xfrm>
            <a:off x="-1273" y="0"/>
            <a:ext cx="12190966" cy="6858001"/>
          </a:xfrm>
          <a:prstGeom prst="rect">
            <a:avLst/>
          </a:prstGeom>
          <a:noFill/>
          <a:extLst>
            <a:ext uri="{909E8E84-426E-40DD-AFC4-6F175D3DCCD1}">
              <a14:hiddenFill xmlns:a14="http://schemas.microsoft.com/office/drawing/2010/main">
                <a:solidFill>
                  <a:srgbClr val="FFFFFF"/>
                </a:solidFill>
              </a14:hiddenFill>
            </a:ext>
          </a:extLst>
        </p:spPr>
      </p:pic>
      <p:sp>
        <p:nvSpPr>
          <p:cNvPr id="49" name="Rectangle 48">
            <a:extLst>
              <a:ext uri="{FF2B5EF4-FFF2-40B4-BE49-F238E27FC236}">
                <a16:creationId xmlns:a16="http://schemas.microsoft.com/office/drawing/2014/main" id="{9E2FDAF0-6211-45DB-A6FA-3D578AA8A388}"/>
              </a:ext>
            </a:extLst>
          </p:cNvPr>
          <p:cNvSpPr/>
          <p:nvPr userDrawn="1"/>
        </p:nvSpPr>
        <p:spPr>
          <a:xfrm>
            <a:off x="-1273" y="0"/>
            <a:ext cx="12192000" cy="6858000"/>
          </a:xfrm>
          <a:prstGeom prst="rect">
            <a:avLst/>
          </a:prstGeom>
          <a:solidFill>
            <a:srgbClr val="1A1918">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69240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extLst>
              <p:ext uri="{D42A27DB-BD31-4B8C-83A1-F6EECF244321}">
                <p14:modId xmlns:p14="http://schemas.microsoft.com/office/powerpoint/2010/main" val="23914086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687E60-8AEC-262A-2FB5-96BA1810D674}"/>
              </a:ext>
            </a:extLst>
          </p:cNvPr>
          <p:cNvSpPr>
            <a:spLocks noGrp="1"/>
          </p:cNvSpPr>
          <p:nvPr>
            <p:ph type="title" hasCustomPrompt="1"/>
          </p:nvPr>
        </p:nvSpPr>
        <p:spPr>
          <a:xfrm>
            <a:off x="1426634" y="294192"/>
            <a:ext cx="10220962" cy="646331"/>
          </a:xfrm>
        </p:spPr>
        <p:txBody>
          <a:bodyPr vert="horz">
            <a:noAutofit/>
          </a:bodyPr>
          <a:lstStyle>
            <a:lvl1pPr>
              <a:defRPr/>
            </a:lvl1pPr>
          </a:lstStyle>
          <a:p>
            <a:r>
              <a:rPr lang="en-US"/>
              <a:t>Click to edit Master title style</a:t>
            </a:r>
            <a:br>
              <a:rPr lang="en-US"/>
            </a:br>
            <a:r>
              <a:rPr lang="en-US"/>
              <a:t>XX</a:t>
            </a:r>
          </a:p>
        </p:txBody>
      </p:sp>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a:xfrm>
            <a:off x="10165545" y="6405036"/>
            <a:ext cx="1482051" cy="153888"/>
          </a:xfrm>
        </p:spPr>
        <p:txBody>
          <a:bodyPr/>
          <a:lstStyle/>
          <a:p>
            <a:endParaRPr lang="en-US"/>
          </a:p>
        </p:txBody>
      </p:sp>
      <p:sp>
        <p:nvSpPr>
          <p:cNvPr id="6" name="Footnotes">
            <a:extLst>
              <a:ext uri="{FF2B5EF4-FFF2-40B4-BE49-F238E27FC236}">
                <a16:creationId xmlns:a16="http://schemas.microsoft.com/office/drawing/2014/main" id="{A38BC600-A187-6028-DFB1-B9C9AC26A327}"/>
              </a:ext>
            </a:extLst>
          </p:cNvPr>
          <p:cNvSpPr>
            <a:spLocks noGrp="1"/>
          </p:cNvSpPr>
          <p:nvPr>
            <p:ph type="body" sz="quarter" idx="25" hasCustomPrompt="1"/>
            <p:custDataLst>
              <p:tags r:id="rId2"/>
            </p:custDataLst>
          </p:nvPr>
        </p:nvSpPr>
        <p:spPr>
          <a:xfrm>
            <a:off x="419100" y="6355077"/>
            <a:ext cx="8138160" cy="274322"/>
          </a:xfrm>
        </p:spPr>
        <p:txBody>
          <a:bodyPr anchor="b" anchorCtr="0">
            <a:noAutofit/>
          </a:bodyPr>
          <a:lstStyle>
            <a:lvl1pPr marL="0" indent="0">
              <a:spcAft>
                <a:spcPct val="0"/>
              </a:spcAft>
              <a:buFontTx/>
              <a:buNone/>
              <a:defRPr sz="800"/>
            </a:lvl1pPr>
            <a:lvl2pPr marL="0" indent="0">
              <a:spcAft>
                <a:spcPct val="0"/>
              </a:spcAft>
              <a:buFontTx/>
              <a:buNone/>
              <a:defRPr sz="750"/>
            </a:lvl2pPr>
            <a:lvl3pPr marL="0" indent="0">
              <a:spcAft>
                <a:spcPct val="0"/>
              </a:spcAft>
              <a:buFontTx/>
              <a:buNone/>
              <a:defRPr sz="750"/>
            </a:lvl3pPr>
            <a:lvl4pPr marL="0" indent="0">
              <a:spcAft>
                <a:spcPct val="0"/>
              </a:spcAft>
              <a:buFontTx/>
              <a:buNone/>
              <a:defRPr sz="750"/>
            </a:lvl4pPr>
            <a:lvl5pPr marL="0" indent="0">
              <a:spcAft>
                <a:spcPct val="0"/>
              </a:spcAft>
              <a:buFontTx/>
              <a:buNone/>
              <a:defRPr sz="750"/>
            </a:lvl5pPr>
            <a:lvl6pPr marL="0" indent="0">
              <a:spcAft>
                <a:spcPct val="0"/>
              </a:spcAft>
              <a:buFontTx/>
              <a:buNone/>
              <a:defRPr sz="750"/>
            </a:lvl6pPr>
            <a:lvl7pPr marL="0" indent="0">
              <a:spcAft>
                <a:spcPct val="0"/>
              </a:spcAft>
              <a:buFontTx/>
              <a:buNone/>
              <a:defRPr sz="750"/>
            </a:lvl7pPr>
            <a:lvl8pPr marL="0" indent="0">
              <a:spcAft>
                <a:spcPct val="0"/>
              </a:spcAft>
              <a:buFontTx/>
              <a:buNone/>
              <a:defRPr sz="750"/>
            </a:lvl8pPr>
            <a:lvl9pPr marL="0" indent="0">
              <a:spcAft>
                <a:spcPct val="0"/>
              </a:spcAft>
              <a:buFontTx/>
              <a:buNone/>
              <a:defRPr sz="750"/>
            </a:lvl9pPr>
          </a:lstStyle>
          <a:p>
            <a:pPr lvl="0"/>
            <a:r>
              <a:rPr lang="en-US"/>
              <a:t>[Optional footnotes/references]</a:t>
            </a:r>
          </a:p>
        </p:txBody>
      </p:sp>
    </p:spTree>
    <p:extLst>
      <p:ext uri="{BB962C8B-B14F-4D97-AF65-F5344CB8AC3E}">
        <p14:creationId xmlns:p14="http://schemas.microsoft.com/office/powerpoint/2010/main" val="42119930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D9CAAA2-0C9C-3D11-D920-E6D3D1FF2B0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2" name="think-cell data - do not delete" hidden="1">
                        <a:extLst>
                          <a:ext uri="{FF2B5EF4-FFF2-40B4-BE49-F238E27FC236}">
                            <a16:creationId xmlns:a16="http://schemas.microsoft.com/office/drawing/2014/main" id="{3D9CAAA2-0C9C-3D11-D920-E6D3D1FF2B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D687E60-8AEC-262A-2FB5-96BA1810D674}"/>
              </a:ext>
            </a:extLst>
          </p:cNvPr>
          <p:cNvSpPr>
            <a:spLocks noGrp="1"/>
          </p:cNvSpPr>
          <p:nvPr>
            <p:ph type="title" hasCustomPrompt="1"/>
          </p:nvPr>
        </p:nvSpPr>
        <p:spPr>
          <a:xfrm>
            <a:off x="1426634" y="294192"/>
            <a:ext cx="10220962" cy="646331"/>
          </a:xfrm>
        </p:spPr>
        <p:txBody>
          <a:bodyPr vert="horz"/>
          <a:lstStyle>
            <a:lvl1pPr>
              <a:defRPr/>
            </a:lvl1pPr>
          </a:lstStyle>
          <a:p>
            <a:r>
              <a:rPr lang="en-US"/>
              <a:t>Click to edit Master title style</a:t>
            </a:r>
            <a:br>
              <a:rPr lang="en-US"/>
            </a:br>
            <a:r>
              <a:rPr lang="en-US"/>
              <a:t>XX</a:t>
            </a:r>
          </a:p>
        </p:txBody>
      </p:sp>
      <p:sp>
        <p:nvSpPr>
          <p:cNvPr id="3" name="Date Placeholder 2">
            <a:extLst>
              <a:ext uri="{FF2B5EF4-FFF2-40B4-BE49-F238E27FC236}">
                <a16:creationId xmlns:a16="http://schemas.microsoft.com/office/drawing/2014/main" id="{14DDCDC5-F2A5-F1FA-CFB2-84E475A21C57}"/>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181508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53CB4E5-B16E-4B65-85F0-977D4FD51DF2}"/>
              </a:ext>
            </a:extLst>
          </p:cNvPr>
          <p:cNvGraphicFramePr>
            <a:graphicFrameLocks noChangeAspect="1"/>
          </p:cNvGraphicFramePr>
          <p:nvPr userDrawn="1">
            <p:custDataLst>
              <p:tags r:id="rId1"/>
            </p:custDataLst>
            <p:extLst>
              <p:ext uri="{D42A27DB-BD31-4B8C-83A1-F6EECF244321}">
                <p14:modId xmlns:p14="http://schemas.microsoft.com/office/powerpoint/2010/main" val="171977472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953CB4E5-B16E-4B65-85F0-977D4FD51DF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5E80089B-A60E-4C34-B972-11D74A813D26}"/>
              </a:ext>
            </a:extLst>
          </p:cNvPr>
          <p:cNvSpPr>
            <a:spLocks/>
          </p:cNvSpPr>
          <p:nvPr userDrawn="1"/>
        </p:nvSpPr>
        <p:spPr>
          <a:xfrm>
            <a:off x="-110654" y="-48081"/>
            <a:ext cx="12413311" cy="6992451"/>
          </a:xfrm>
          <a:prstGeom prst="rect">
            <a:avLst/>
          </a:prstGeom>
          <a:blipFill>
            <a:blip r:embed="rId5" cstate="email">
              <a:extLst>
                <a:ext uri="{28A0092B-C50C-407E-A947-70E740481C1C}">
                  <a14:useLocalDpi xmlns:a14="http://schemas.microsoft.com/office/drawing/2010/main"/>
                </a:ext>
              </a:extLst>
            </a:blip>
            <a:tile tx="0" ty="0" sx="100000" sy="100000" flip="none" algn="ctr"/>
          </a:blip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6" name="Rectangle 5">
            <a:extLst>
              <a:ext uri="{FF2B5EF4-FFF2-40B4-BE49-F238E27FC236}">
                <a16:creationId xmlns:a16="http://schemas.microsoft.com/office/drawing/2014/main" id="{95B195FA-4B51-65F9-811B-F5E5FA49DC8F}"/>
              </a:ext>
            </a:extLst>
          </p:cNvPr>
          <p:cNvSpPr>
            <a:spLocks/>
          </p:cNvSpPr>
          <p:nvPr userDrawn="1"/>
        </p:nvSpPr>
        <p:spPr>
          <a:xfrm>
            <a:off x="-110654" y="-48081"/>
            <a:ext cx="12413311" cy="6992451"/>
          </a:xfrm>
          <a:prstGeom prst="rect">
            <a:avLst/>
          </a:prstGeom>
          <a:solidFill>
            <a:schemeClr val="accent6">
              <a:alpha val="93000"/>
            </a:schemeClr>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44" name="Text Placeholder 43">
            <a:extLst>
              <a:ext uri="{FF2B5EF4-FFF2-40B4-BE49-F238E27FC236}">
                <a16:creationId xmlns:a16="http://schemas.microsoft.com/office/drawing/2014/main" id="{2D111875-9167-4086-937E-052C1C93C330}"/>
              </a:ext>
            </a:extLst>
          </p:cNvPr>
          <p:cNvSpPr>
            <a:spLocks noGrp="1"/>
          </p:cNvSpPr>
          <p:nvPr>
            <p:ph type="body" sz="quarter" idx="11" hasCustomPrompt="1"/>
          </p:nvPr>
        </p:nvSpPr>
        <p:spPr>
          <a:xfrm>
            <a:off x="420799" y="3902581"/>
            <a:ext cx="2596579" cy="432536"/>
          </a:xfrm>
        </p:spPr>
        <p:txBody>
          <a:bodyPr lIns="0" tIns="45720" rIns="0" bIns="45720" anchor="ctr">
            <a:normAutofit/>
          </a:bodyPr>
          <a:lstStyle>
            <a:lvl1pPr>
              <a:defRPr lang="en-US" sz="1333" b="0" i="0" dirty="0">
                <a:solidFill>
                  <a:schemeClr val="bg1"/>
                </a:solidFill>
                <a:latin typeface="Fund Light"/>
              </a:defRPr>
            </a:lvl1pPr>
          </a:lstStyle>
          <a:p>
            <a:pPr marR="33018" lvl="0" defTabSz="1219170" rtl="1">
              <a:lnSpc>
                <a:spcPct val="90000"/>
              </a:lnSpc>
              <a:spcBef>
                <a:spcPts val="108"/>
              </a:spcBef>
              <a:buNone/>
            </a:pPr>
            <a:r>
              <a:rPr lang="en-US"/>
              <a:t>Date</a:t>
            </a:r>
          </a:p>
        </p:txBody>
      </p:sp>
      <p:sp>
        <p:nvSpPr>
          <p:cNvPr id="30" name="Rectangle 29">
            <a:extLst>
              <a:ext uri="{FF2B5EF4-FFF2-40B4-BE49-F238E27FC236}">
                <a16:creationId xmlns:a16="http://schemas.microsoft.com/office/drawing/2014/main" id="{F9BDEE64-36E0-43E9-9E85-8B3E6F776799}"/>
              </a:ext>
            </a:extLst>
          </p:cNvPr>
          <p:cNvSpPr/>
          <p:nvPr userDrawn="1"/>
        </p:nvSpPr>
        <p:spPr>
          <a:xfrm>
            <a:off x="-110654" y="5530185"/>
            <a:ext cx="5727505" cy="1032337"/>
          </a:xfrm>
          <a:prstGeom prst="rect">
            <a:avLst/>
          </a:prstGeom>
          <a:solidFill>
            <a:srgbClr val="C4984F"/>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srgbClr val="C4984F"/>
              </a:solidFill>
              <a:effectLst/>
              <a:uLnTx/>
              <a:uFillTx/>
              <a:latin typeface="Fund Light"/>
              <a:ea typeface="+mn-ea"/>
              <a:cs typeface="+mn-cs"/>
            </a:endParaRPr>
          </a:p>
        </p:txBody>
      </p:sp>
      <p:sp>
        <p:nvSpPr>
          <p:cNvPr id="31" name="TextBox 30">
            <a:extLst>
              <a:ext uri="{FF2B5EF4-FFF2-40B4-BE49-F238E27FC236}">
                <a16:creationId xmlns:a16="http://schemas.microsoft.com/office/drawing/2014/main" id="{4CEB05F9-D8E8-4905-B874-933AB978F443}"/>
              </a:ext>
            </a:extLst>
          </p:cNvPr>
          <p:cNvSpPr txBox="1"/>
          <p:nvPr userDrawn="1"/>
        </p:nvSpPr>
        <p:spPr>
          <a:xfrm>
            <a:off x="420800" y="5562888"/>
            <a:ext cx="4795444" cy="966931"/>
          </a:xfrm>
          <a:prstGeom prst="rect">
            <a:avLst/>
          </a:prstGeom>
          <a:noFill/>
        </p:spPr>
        <p:txBody>
          <a:bodyPr wrap="square" lIns="0" rIns="0">
            <a:spAutoFit/>
          </a:bodyPr>
          <a:lstStyle/>
          <a:p>
            <a:pPr marL="0" marR="33018" lvl="0" indent="0" algn="just" defTabSz="609585" eaLnBrk="1" fontAlgn="auto" latinLnBrk="0" hangingPunct="1">
              <a:lnSpc>
                <a:spcPct val="100000"/>
              </a:lnSpc>
              <a:spcBef>
                <a:spcPts val="108"/>
              </a:spcBef>
              <a:spcAft>
                <a:spcPts val="0"/>
              </a:spcAft>
              <a:buClrTx/>
              <a:buSzTx/>
              <a:buFontTx/>
              <a:buNone/>
              <a:tabLst/>
              <a:defRPr/>
            </a:pPr>
            <a:r>
              <a:rPr kumimoji="0" lang="en-US" sz="1600" b="0" i="0" u="none" strike="noStrike" kern="0" cap="none" spc="0" normalizeH="0" baseline="0" noProof="0">
                <a:ln>
                  <a:noFill/>
                </a:ln>
                <a:solidFill>
                  <a:srgbClr val="00342B"/>
                </a:solidFill>
                <a:effectLst/>
                <a:uLnTx/>
                <a:uFillTx/>
              </a:rPr>
              <a:t>CONFIDENTIAL </a:t>
            </a:r>
          </a:p>
          <a:p>
            <a:pPr marL="0" marR="33018" lvl="0" indent="0" algn="just" defTabSz="609585" rtl="0" eaLnBrk="1" fontAlgn="auto" latinLnBrk="0" hangingPunct="1">
              <a:lnSpc>
                <a:spcPct val="100000"/>
              </a:lnSpc>
              <a:spcBef>
                <a:spcPts val="108"/>
              </a:spcBef>
              <a:spcAft>
                <a:spcPts val="0"/>
              </a:spcAft>
              <a:buClrTx/>
              <a:buSzTx/>
              <a:buFontTx/>
              <a:buNone/>
              <a:tabLst/>
              <a:defRPr/>
            </a:pPr>
            <a:r>
              <a:rPr kumimoji="0" lang="en-US" sz="1000" b="0" i="0" u="none" strike="noStrike" kern="0" cap="none" spc="0" normalizeH="0" baseline="0">
                <a:ln>
                  <a:noFill/>
                </a:ln>
                <a:solidFill>
                  <a:srgbClr val="00342B"/>
                </a:solidFill>
                <a:effectLst/>
                <a:uLnTx/>
                <a:uFillTx/>
                <a:latin typeface="+mn-lt"/>
                <a:ea typeface="+mn-ea"/>
                <a:cs typeface="+mn-cs"/>
              </a:rPr>
              <a:t>The contents of this document are strictly confidential and are not to be used, copied, shared, distributed, published, displayed, modified or reported upon (in part or in full) for any purpose, in any form or by any means without the prior and express consent of the Public Investment Fund</a:t>
            </a:r>
          </a:p>
        </p:txBody>
      </p:sp>
      <p:pic>
        <p:nvPicPr>
          <p:cNvPr id="36" name="Picture 35">
            <a:extLst>
              <a:ext uri="{FF2B5EF4-FFF2-40B4-BE49-F238E27FC236}">
                <a16:creationId xmlns:a16="http://schemas.microsoft.com/office/drawing/2014/main" id="{89B44578-7C7B-4A2B-AADA-7B80D09491B7}"/>
              </a:ext>
            </a:extLst>
          </p:cNvPr>
          <p:cNvPicPr>
            <a:picLocks/>
          </p:cNvPicPr>
          <p:nvPr userDrawn="1"/>
        </p:nvPicPr>
        <p:blipFill rotWithShape="1">
          <a:blip r:embed="rId6" cstate="screen">
            <a:extLst>
              <a:ext uri="{28A0092B-C50C-407E-A947-70E740481C1C}">
                <a14:useLocalDpi xmlns:a14="http://schemas.microsoft.com/office/drawing/2010/main"/>
              </a:ext>
            </a:extLst>
          </a:blip>
          <a:srcRect t="2" r="21396" b="16133"/>
          <a:stretch/>
        </p:blipFill>
        <p:spPr>
          <a:xfrm flipH="1">
            <a:off x="-577494" y="3680431"/>
            <a:ext cx="10320000" cy="41953"/>
          </a:xfrm>
          <a:prstGeom prst="rect">
            <a:avLst/>
          </a:prstGeom>
        </p:spPr>
      </p:pic>
      <p:pic>
        <p:nvPicPr>
          <p:cNvPr id="37" name="Picture 36">
            <a:extLst>
              <a:ext uri="{FF2B5EF4-FFF2-40B4-BE49-F238E27FC236}">
                <a16:creationId xmlns:a16="http://schemas.microsoft.com/office/drawing/2014/main" id="{F721D004-708D-4F91-A0A6-FB17E85F6CC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3651196" y="-1143000"/>
            <a:ext cx="3252831" cy="3994568"/>
          </a:xfrm>
          <a:prstGeom prst="rect">
            <a:avLst/>
          </a:prstGeom>
        </p:spPr>
      </p:pic>
      <p:sp>
        <p:nvSpPr>
          <p:cNvPr id="4" name="Title 3">
            <a:extLst>
              <a:ext uri="{FF2B5EF4-FFF2-40B4-BE49-F238E27FC236}">
                <a16:creationId xmlns:a16="http://schemas.microsoft.com/office/drawing/2014/main" id="{00414F0F-5F7D-4B28-908C-A81F9197932E}"/>
              </a:ext>
            </a:extLst>
          </p:cNvPr>
          <p:cNvSpPr>
            <a:spLocks noGrp="1"/>
          </p:cNvSpPr>
          <p:nvPr userDrawn="1">
            <p:ph type="title" hasCustomPrompt="1"/>
          </p:nvPr>
        </p:nvSpPr>
        <p:spPr>
          <a:xfrm>
            <a:off x="420799" y="2766401"/>
            <a:ext cx="9239608" cy="502766"/>
          </a:xfrm>
          <a:noFill/>
        </p:spPr>
        <p:txBody>
          <a:bodyPr vert="horz" wrap="square" lIns="0" tIns="45720" rIns="0">
            <a:spAutoFit/>
          </a:bodyPr>
          <a:lstStyle>
            <a:lvl1pPr>
              <a:defRPr kumimoji="0" lang="en-US" sz="2667" b="0" i="0" u="none" strike="noStrike" kern="0" cap="none" spc="0" normalizeH="0" baseline="0" dirty="0">
                <a:ln>
                  <a:noFill/>
                </a:ln>
                <a:solidFill>
                  <a:srgbClr val="FFFFFF"/>
                </a:solidFill>
                <a:effectLst/>
                <a:uLnTx/>
                <a:uFillTx/>
                <a:latin typeface="+mn-lt"/>
                <a:ea typeface="+mn-ea"/>
                <a:cs typeface="+mn-cs"/>
              </a:defRPr>
            </a:lvl1pPr>
          </a:lstStyle>
          <a:p>
            <a:pPr marL="0" marR="33018" lvl="0" indent="0" defTabSz="609585" rtl="1" eaLnBrk="1" fontAlgn="auto" latinLnBrk="0" hangingPunct="1">
              <a:lnSpc>
                <a:spcPct val="100000"/>
              </a:lnSpc>
              <a:spcBef>
                <a:spcPts val="108"/>
              </a:spcBef>
              <a:spcAft>
                <a:spcPts val="0"/>
              </a:spcAft>
              <a:buClrTx/>
              <a:buSzTx/>
              <a:buFontTx/>
              <a:buNone/>
              <a:tabLst/>
              <a:defRPr/>
            </a:pPr>
            <a:r>
              <a:rPr kumimoji="0" lang="en-US" sz="2667" b="0" i="0" u="none" strike="noStrike" kern="0" cap="none" spc="0" normalizeH="0" baseline="0" noProof="0">
                <a:ln>
                  <a:noFill/>
                </a:ln>
                <a:solidFill>
                  <a:srgbClr val="FFFFFF"/>
                </a:solidFill>
                <a:effectLst/>
                <a:uLnTx/>
                <a:uFillTx/>
              </a:rPr>
              <a:t>TITLE GOES HERE</a:t>
            </a:r>
          </a:p>
        </p:txBody>
      </p:sp>
      <p:sp>
        <p:nvSpPr>
          <p:cNvPr id="41" name="Text Placeholder 40">
            <a:extLst>
              <a:ext uri="{FF2B5EF4-FFF2-40B4-BE49-F238E27FC236}">
                <a16:creationId xmlns:a16="http://schemas.microsoft.com/office/drawing/2014/main" id="{91A94A49-6AF0-4BC4-A668-79497BB130C4}"/>
              </a:ext>
            </a:extLst>
          </p:cNvPr>
          <p:cNvSpPr>
            <a:spLocks noGrp="1"/>
          </p:cNvSpPr>
          <p:nvPr userDrawn="1">
            <p:ph type="body" sz="quarter" idx="10" hasCustomPrompt="1"/>
          </p:nvPr>
        </p:nvSpPr>
        <p:spPr>
          <a:xfrm>
            <a:off x="420799" y="3258812"/>
            <a:ext cx="9239608" cy="355739"/>
          </a:xfrm>
        </p:spPr>
        <p:txBody>
          <a:bodyPr lIns="0" tIns="45720" rIns="0" bIns="45720">
            <a:noAutofit/>
          </a:bodyPr>
          <a:lstStyle>
            <a:lvl1pPr>
              <a:defRPr sz="1467">
                <a:solidFill>
                  <a:srgbClr val="FFFFFF"/>
                </a:solidFill>
              </a:defRPr>
            </a:lvl1pPr>
          </a:lstStyle>
          <a:p>
            <a:pPr lvl="0"/>
            <a:r>
              <a:rPr lang="en-US"/>
              <a:t>SUB TITLE GOES HERE</a:t>
            </a:r>
          </a:p>
        </p:txBody>
      </p:sp>
      <p:pic>
        <p:nvPicPr>
          <p:cNvPr id="2" name="Graphic 1">
            <a:extLst>
              <a:ext uri="{FF2B5EF4-FFF2-40B4-BE49-F238E27FC236}">
                <a16:creationId xmlns:a16="http://schemas.microsoft.com/office/drawing/2014/main" id="{64B827F2-231A-0155-67BC-0352B6F45C85}"/>
              </a:ext>
            </a:extLst>
          </p:cNvPr>
          <p:cNvPicPr>
            <a:picLocks/>
          </p:cNvPicPr>
          <p:nvPr userDrawn="1"/>
        </p:nvPicPr>
        <p:blipFill>
          <a:blip>
            <a:extLst>
              <a:ext uri="{96DAC541-7B7A-43D3-8B79-37D633B846F1}">
                <asvg:svgBlip xmlns:asvg="http://schemas.microsoft.com/office/drawing/2016/SVG/main" r:embed="rId8"/>
              </a:ext>
            </a:extLst>
          </a:blip>
          <a:stretch>
            <a:fillRect/>
          </a:stretch>
        </p:blipFill>
        <p:spPr>
          <a:xfrm>
            <a:off x="420799" y="228606"/>
            <a:ext cx="2974585" cy="1040334"/>
          </a:xfrm>
          <a:prstGeom prst="rect">
            <a:avLst/>
          </a:prstGeom>
        </p:spPr>
      </p:pic>
      <p:sp>
        <p:nvSpPr>
          <p:cNvPr id="10" name="Rectangle 9">
            <a:extLst>
              <a:ext uri="{FF2B5EF4-FFF2-40B4-BE49-F238E27FC236}">
                <a16:creationId xmlns:a16="http://schemas.microsoft.com/office/drawing/2014/main" id="{B77ED56F-82EF-D17F-DD9A-DC1291030908}"/>
              </a:ext>
            </a:extLst>
          </p:cNvPr>
          <p:cNvSpPr/>
          <p:nvPr userDrawn="1"/>
        </p:nvSpPr>
        <p:spPr>
          <a:xfrm>
            <a:off x="7563678" y="-48081"/>
            <a:ext cx="4738979" cy="6992451"/>
          </a:xfrm>
          <a:prstGeom prst="rect">
            <a:avLst/>
          </a:prstGeom>
          <a:gradFill flip="none" rotWithShape="1">
            <a:gsLst>
              <a:gs pos="0">
                <a:schemeClr val="bg1">
                  <a:alpha val="20000"/>
                </a:schemeClr>
              </a:gs>
              <a:gs pos="100000">
                <a:schemeClr val="bg1">
                  <a:alpha val="0"/>
                </a:schemeClr>
              </a:gs>
            </a:gsLst>
            <a:lin ang="10800000" scaled="1"/>
            <a:tileRect/>
          </a:gra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lang="en-US" sz="1000" kern="0">
              <a:solidFill>
                <a:srgbClr val="000000"/>
              </a:solidFill>
            </a:endParaRPr>
          </a:p>
        </p:txBody>
      </p:sp>
    </p:spTree>
    <p:extLst>
      <p:ext uri="{BB962C8B-B14F-4D97-AF65-F5344CB8AC3E}">
        <p14:creationId xmlns:p14="http://schemas.microsoft.com/office/powerpoint/2010/main" val="575615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53CB4E5-B16E-4B65-85F0-977D4FD51DF2}"/>
              </a:ext>
            </a:extLst>
          </p:cNvPr>
          <p:cNvGraphicFramePr>
            <a:graphicFrameLocks noChangeAspect="1"/>
          </p:cNvGraphicFramePr>
          <p:nvPr userDrawn="1">
            <p:custDataLst>
              <p:tags r:id="rId1"/>
            </p:custDataLst>
            <p:extLst>
              <p:ext uri="{D42A27DB-BD31-4B8C-83A1-F6EECF244321}">
                <p14:modId xmlns:p14="http://schemas.microsoft.com/office/powerpoint/2010/main" val="171977472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953CB4E5-B16E-4B65-85F0-977D4FD51DF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5E80089B-A60E-4C34-B972-11D74A813D26}"/>
              </a:ext>
            </a:extLst>
          </p:cNvPr>
          <p:cNvSpPr>
            <a:spLocks/>
          </p:cNvSpPr>
          <p:nvPr userDrawn="1"/>
        </p:nvSpPr>
        <p:spPr>
          <a:xfrm>
            <a:off x="-110654" y="-48081"/>
            <a:ext cx="12413311" cy="6992451"/>
          </a:xfrm>
          <a:prstGeom prst="rect">
            <a:avLst/>
          </a:prstGeom>
          <a:blipFill>
            <a:blip r:embed="rId5" cstate="email">
              <a:extLst>
                <a:ext uri="{28A0092B-C50C-407E-A947-70E740481C1C}">
                  <a14:useLocalDpi xmlns:a14="http://schemas.microsoft.com/office/drawing/2010/main"/>
                </a:ext>
              </a:extLst>
            </a:blip>
            <a:tile tx="0" ty="0" sx="100000" sy="100000" flip="none" algn="ctr"/>
          </a:blip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6" name="Rectangle 5">
            <a:extLst>
              <a:ext uri="{FF2B5EF4-FFF2-40B4-BE49-F238E27FC236}">
                <a16:creationId xmlns:a16="http://schemas.microsoft.com/office/drawing/2014/main" id="{95B195FA-4B51-65F9-811B-F5E5FA49DC8F}"/>
              </a:ext>
            </a:extLst>
          </p:cNvPr>
          <p:cNvSpPr>
            <a:spLocks/>
          </p:cNvSpPr>
          <p:nvPr userDrawn="1"/>
        </p:nvSpPr>
        <p:spPr>
          <a:xfrm>
            <a:off x="-110654" y="-48081"/>
            <a:ext cx="12413311" cy="6992451"/>
          </a:xfrm>
          <a:prstGeom prst="rect">
            <a:avLst/>
          </a:prstGeom>
          <a:solidFill>
            <a:schemeClr val="accent6">
              <a:alpha val="93000"/>
            </a:schemeClr>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44" name="Text Placeholder 43">
            <a:extLst>
              <a:ext uri="{FF2B5EF4-FFF2-40B4-BE49-F238E27FC236}">
                <a16:creationId xmlns:a16="http://schemas.microsoft.com/office/drawing/2014/main" id="{2D111875-9167-4086-937E-052C1C93C330}"/>
              </a:ext>
            </a:extLst>
          </p:cNvPr>
          <p:cNvSpPr>
            <a:spLocks noGrp="1"/>
          </p:cNvSpPr>
          <p:nvPr>
            <p:ph type="body" sz="quarter" idx="11" hasCustomPrompt="1"/>
          </p:nvPr>
        </p:nvSpPr>
        <p:spPr>
          <a:xfrm>
            <a:off x="420799" y="3902581"/>
            <a:ext cx="2596579" cy="432536"/>
          </a:xfrm>
        </p:spPr>
        <p:txBody>
          <a:bodyPr lIns="0" tIns="45720" rIns="0" bIns="45720" anchor="ctr">
            <a:normAutofit/>
          </a:bodyPr>
          <a:lstStyle>
            <a:lvl1pPr>
              <a:defRPr lang="en-US" sz="1333" b="0" i="0" dirty="0">
                <a:solidFill>
                  <a:schemeClr val="bg1"/>
                </a:solidFill>
                <a:latin typeface="Fund Light"/>
              </a:defRPr>
            </a:lvl1pPr>
          </a:lstStyle>
          <a:p>
            <a:pPr marR="33018" lvl="0" defTabSz="1219170" rtl="1">
              <a:lnSpc>
                <a:spcPct val="90000"/>
              </a:lnSpc>
              <a:spcBef>
                <a:spcPts val="108"/>
              </a:spcBef>
              <a:buNone/>
            </a:pPr>
            <a:r>
              <a:rPr lang="en-US"/>
              <a:t>Date</a:t>
            </a:r>
          </a:p>
        </p:txBody>
      </p:sp>
      <p:sp>
        <p:nvSpPr>
          <p:cNvPr id="30" name="Rectangle 29">
            <a:extLst>
              <a:ext uri="{FF2B5EF4-FFF2-40B4-BE49-F238E27FC236}">
                <a16:creationId xmlns:a16="http://schemas.microsoft.com/office/drawing/2014/main" id="{F9BDEE64-36E0-43E9-9E85-8B3E6F776799}"/>
              </a:ext>
            </a:extLst>
          </p:cNvPr>
          <p:cNvSpPr/>
          <p:nvPr userDrawn="1"/>
        </p:nvSpPr>
        <p:spPr>
          <a:xfrm>
            <a:off x="-110654" y="5529330"/>
            <a:ext cx="5727505" cy="1032337"/>
          </a:xfrm>
          <a:prstGeom prst="rect">
            <a:avLst/>
          </a:prstGeom>
          <a:solidFill>
            <a:srgbClr val="C4984F"/>
          </a:solidFill>
          <a:ln w="12700" cap="flat" cmpd="sng" algn="ctr">
            <a:noFill/>
            <a:prstDash val="solid"/>
            <a:miter lim="800000"/>
          </a:ln>
          <a:effectLst/>
        </p:spPr>
        <p:txBody>
          <a:bodyPr rtlCol="0" anchor="ctr"/>
          <a:lstStyle/>
          <a:p>
            <a:pPr marL="0" marR="0" lvl="0" indent="0" algn="ctr" defTabSz="8804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srgbClr val="C4984F"/>
              </a:solidFill>
              <a:effectLst/>
              <a:uLnTx/>
              <a:uFillTx/>
              <a:latin typeface="Fund Light"/>
              <a:ea typeface="+mn-ea"/>
              <a:cs typeface="+mn-cs"/>
            </a:endParaRPr>
          </a:p>
        </p:txBody>
      </p:sp>
      <p:sp>
        <p:nvSpPr>
          <p:cNvPr id="31" name="TextBox 30">
            <a:extLst>
              <a:ext uri="{FF2B5EF4-FFF2-40B4-BE49-F238E27FC236}">
                <a16:creationId xmlns:a16="http://schemas.microsoft.com/office/drawing/2014/main" id="{4CEB05F9-D8E8-4905-B874-933AB978F443}"/>
              </a:ext>
            </a:extLst>
          </p:cNvPr>
          <p:cNvSpPr txBox="1"/>
          <p:nvPr userDrawn="1"/>
        </p:nvSpPr>
        <p:spPr>
          <a:xfrm>
            <a:off x="420800" y="5638977"/>
            <a:ext cx="4795444" cy="813043"/>
          </a:xfrm>
          <a:prstGeom prst="rect">
            <a:avLst/>
          </a:prstGeom>
          <a:noFill/>
        </p:spPr>
        <p:txBody>
          <a:bodyPr wrap="square" lIns="0" rIns="0">
            <a:spAutoFit/>
          </a:bodyPr>
          <a:lstStyle/>
          <a:p>
            <a:pPr marL="0" marR="33018" lvl="0" indent="0" algn="just" defTabSz="609585" eaLnBrk="1" fontAlgn="auto" latinLnBrk="0" hangingPunct="1">
              <a:lnSpc>
                <a:spcPct val="100000"/>
              </a:lnSpc>
              <a:spcBef>
                <a:spcPts val="108"/>
              </a:spcBef>
              <a:spcAft>
                <a:spcPts val="0"/>
              </a:spcAft>
              <a:buClrTx/>
              <a:buSzTx/>
              <a:buFontTx/>
              <a:buNone/>
              <a:tabLst/>
              <a:defRPr/>
            </a:pPr>
            <a:r>
              <a:rPr kumimoji="0" lang="en-US" sz="1600" b="0" i="0" u="none" strike="noStrike" kern="0" cap="none" spc="0" normalizeH="0" baseline="0" noProof="0">
                <a:ln>
                  <a:noFill/>
                </a:ln>
                <a:solidFill>
                  <a:srgbClr val="00342B"/>
                </a:solidFill>
                <a:effectLst/>
                <a:uLnTx/>
                <a:uFillTx/>
              </a:rPr>
              <a:t>CONFIDENTIAL </a:t>
            </a:r>
          </a:p>
          <a:p>
            <a:pPr marL="0" marR="33018" lvl="0" indent="0" algn="just" defTabSz="609585" eaLnBrk="1" fontAlgn="auto" latinLnBrk="0" hangingPunct="1">
              <a:lnSpc>
                <a:spcPct val="100000"/>
              </a:lnSpc>
              <a:spcBef>
                <a:spcPts val="108"/>
              </a:spcBef>
              <a:spcAft>
                <a:spcPts val="0"/>
              </a:spcAft>
              <a:buClrTx/>
              <a:buSzTx/>
              <a:buFontTx/>
              <a:buNone/>
              <a:tabLst/>
              <a:defRPr/>
            </a:pPr>
            <a:r>
              <a:rPr kumimoji="0" lang="en-US" sz="1000" b="0" i="0" u="none" strike="noStrike" kern="0" cap="none" spc="0" normalizeH="0" baseline="0" noProof="0">
                <a:ln>
                  <a:noFill/>
                </a:ln>
                <a:solidFill>
                  <a:srgbClr val="00342B"/>
                </a:solidFill>
                <a:effectLst/>
                <a:uLnTx/>
                <a:uFillTx/>
              </a:rPr>
              <a:t>The contents of this document are strictly confidential, please do not share, republish, display or report it for any purpose, in any form or by any means without the prior and express consent of the Public Investment Fund.</a:t>
            </a:r>
          </a:p>
        </p:txBody>
      </p:sp>
      <p:pic>
        <p:nvPicPr>
          <p:cNvPr id="36" name="Picture 35">
            <a:extLst>
              <a:ext uri="{FF2B5EF4-FFF2-40B4-BE49-F238E27FC236}">
                <a16:creationId xmlns:a16="http://schemas.microsoft.com/office/drawing/2014/main" id="{89B44578-7C7B-4A2B-AADA-7B80D09491B7}"/>
              </a:ext>
            </a:extLst>
          </p:cNvPr>
          <p:cNvPicPr>
            <a:picLocks/>
          </p:cNvPicPr>
          <p:nvPr userDrawn="1"/>
        </p:nvPicPr>
        <p:blipFill rotWithShape="1">
          <a:blip r:embed="rId6" cstate="screen">
            <a:extLst>
              <a:ext uri="{28A0092B-C50C-407E-A947-70E740481C1C}">
                <a14:useLocalDpi xmlns:a14="http://schemas.microsoft.com/office/drawing/2010/main"/>
              </a:ext>
            </a:extLst>
          </a:blip>
          <a:srcRect t="2" r="21396" b="16133"/>
          <a:stretch/>
        </p:blipFill>
        <p:spPr>
          <a:xfrm flipH="1">
            <a:off x="-577494" y="3680431"/>
            <a:ext cx="10320000" cy="41953"/>
          </a:xfrm>
          <a:prstGeom prst="rect">
            <a:avLst/>
          </a:prstGeom>
        </p:spPr>
      </p:pic>
      <p:pic>
        <p:nvPicPr>
          <p:cNvPr id="37" name="Picture 36">
            <a:extLst>
              <a:ext uri="{FF2B5EF4-FFF2-40B4-BE49-F238E27FC236}">
                <a16:creationId xmlns:a16="http://schemas.microsoft.com/office/drawing/2014/main" id="{F721D004-708D-4F91-A0A6-FB17E85F6CC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3651196" y="-1143000"/>
            <a:ext cx="3252831" cy="3994568"/>
          </a:xfrm>
          <a:prstGeom prst="rect">
            <a:avLst/>
          </a:prstGeom>
        </p:spPr>
      </p:pic>
      <p:sp>
        <p:nvSpPr>
          <p:cNvPr id="4" name="Title 3">
            <a:extLst>
              <a:ext uri="{FF2B5EF4-FFF2-40B4-BE49-F238E27FC236}">
                <a16:creationId xmlns:a16="http://schemas.microsoft.com/office/drawing/2014/main" id="{00414F0F-5F7D-4B28-908C-A81F9197932E}"/>
              </a:ext>
            </a:extLst>
          </p:cNvPr>
          <p:cNvSpPr>
            <a:spLocks noGrp="1"/>
          </p:cNvSpPr>
          <p:nvPr userDrawn="1">
            <p:ph type="title" hasCustomPrompt="1"/>
          </p:nvPr>
        </p:nvSpPr>
        <p:spPr>
          <a:xfrm>
            <a:off x="420799" y="2766401"/>
            <a:ext cx="9239608" cy="502766"/>
          </a:xfrm>
          <a:noFill/>
        </p:spPr>
        <p:txBody>
          <a:bodyPr vert="horz" wrap="square" lIns="0" tIns="45720" rIns="0">
            <a:spAutoFit/>
          </a:bodyPr>
          <a:lstStyle>
            <a:lvl1pPr>
              <a:defRPr kumimoji="0" lang="en-US" sz="2667" b="0" i="0" u="none" strike="noStrike" kern="0" cap="none" spc="0" normalizeH="0" baseline="0" dirty="0">
                <a:ln>
                  <a:noFill/>
                </a:ln>
                <a:solidFill>
                  <a:srgbClr val="FFFFFF"/>
                </a:solidFill>
                <a:effectLst/>
                <a:uLnTx/>
                <a:uFillTx/>
                <a:latin typeface="+mn-lt"/>
                <a:ea typeface="+mn-ea"/>
                <a:cs typeface="+mn-cs"/>
              </a:defRPr>
            </a:lvl1pPr>
          </a:lstStyle>
          <a:p>
            <a:pPr marL="0" marR="33018" lvl="0" indent="0" defTabSz="609585" rtl="1" eaLnBrk="1" fontAlgn="auto" latinLnBrk="0" hangingPunct="1">
              <a:lnSpc>
                <a:spcPct val="100000"/>
              </a:lnSpc>
              <a:spcBef>
                <a:spcPts val="108"/>
              </a:spcBef>
              <a:spcAft>
                <a:spcPts val="0"/>
              </a:spcAft>
              <a:buClrTx/>
              <a:buSzTx/>
              <a:buFontTx/>
              <a:buNone/>
              <a:tabLst/>
              <a:defRPr/>
            </a:pPr>
            <a:r>
              <a:rPr kumimoji="0" lang="en-US" sz="2667" b="0" i="0" u="none" strike="noStrike" kern="0" cap="none" spc="0" normalizeH="0" baseline="0" noProof="0">
                <a:ln>
                  <a:noFill/>
                </a:ln>
                <a:solidFill>
                  <a:srgbClr val="FFFFFF"/>
                </a:solidFill>
                <a:effectLst/>
                <a:uLnTx/>
                <a:uFillTx/>
              </a:rPr>
              <a:t>TITLE GOES HERE</a:t>
            </a:r>
          </a:p>
        </p:txBody>
      </p:sp>
      <p:sp>
        <p:nvSpPr>
          <p:cNvPr id="41" name="Text Placeholder 40">
            <a:extLst>
              <a:ext uri="{FF2B5EF4-FFF2-40B4-BE49-F238E27FC236}">
                <a16:creationId xmlns:a16="http://schemas.microsoft.com/office/drawing/2014/main" id="{91A94A49-6AF0-4BC4-A668-79497BB130C4}"/>
              </a:ext>
            </a:extLst>
          </p:cNvPr>
          <p:cNvSpPr>
            <a:spLocks noGrp="1"/>
          </p:cNvSpPr>
          <p:nvPr userDrawn="1">
            <p:ph type="body" sz="quarter" idx="10" hasCustomPrompt="1"/>
          </p:nvPr>
        </p:nvSpPr>
        <p:spPr>
          <a:xfrm>
            <a:off x="420799" y="3258812"/>
            <a:ext cx="9239608" cy="355739"/>
          </a:xfrm>
        </p:spPr>
        <p:txBody>
          <a:bodyPr lIns="0" tIns="45720" rIns="0" bIns="45720">
            <a:noAutofit/>
          </a:bodyPr>
          <a:lstStyle>
            <a:lvl1pPr>
              <a:defRPr sz="1467">
                <a:solidFill>
                  <a:srgbClr val="FFFFFF"/>
                </a:solidFill>
              </a:defRPr>
            </a:lvl1pPr>
          </a:lstStyle>
          <a:p>
            <a:pPr lvl="0"/>
            <a:r>
              <a:rPr lang="en-US"/>
              <a:t>SUB TITLE GOES HERE</a:t>
            </a:r>
          </a:p>
        </p:txBody>
      </p:sp>
      <p:pic>
        <p:nvPicPr>
          <p:cNvPr id="2" name="Graphic 1">
            <a:extLst>
              <a:ext uri="{FF2B5EF4-FFF2-40B4-BE49-F238E27FC236}">
                <a16:creationId xmlns:a16="http://schemas.microsoft.com/office/drawing/2014/main" id="{64B827F2-231A-0155-67BC-0352B6F45C85}"/>
              </a:ext>
            </a:extLst>
          </p:cNvPr>
          <p:cNvPicPr>
            <a:picLocks/>
          </p:cNvPicPr>
          <p:nvPr userDrawn="1"/>
        </p:nvPicPr>
        <p:blipFill>
          <a:blip>
            <a:extLst>
              <a:ext uri="{96DAC541-7B7A-43D3-8B79-37D633B846F1}">
                <asvg:svgBlip xmlns:asvg="http://schemas.microsoft.com/office/drawing/2016/SVG/main" r:embed="rId8"/>
              </a:ext>
            </a:extLst>
          </a:blip>
          <a:stretch>
            <a:fillRect/>
          </a:stretch>
        </p:blipFill>
        <p:spPr>
          <a:xfrm>
            <a:off x="420799" y="228606"/>
            <a:ext cx="2974585" cy="1040334"/>
          </a:xfrm>
          <a:prstGeom prst="rect">
            <a:avLst/>
          </a:prstGeom>
        </p:spPr>
      </p:pic>
      <p:sp>
        <p:nvSpPr>
          <p:cNvPr id="10" name="Rectangle 9">
            <a:extLst>
              <a:ext uri="{FF2B5EF4-FFF2-40B4-BE49-F238E27FC236}">
                <a16:creationId xmlns:a16="http://schemas.microsoft.com/office/drawing/2014/main" id="{B77ED56F-82EF-D17F-DD9A-DC1291030908}"/>
              </a:ext>
            </a:extLst>
          </p:cNvPr>
          <p:cNvSpPr/>
          <p:nvPr userDrawn="1"/>
        </p:nvSpPr>
        <p:spPr>
          <a:xfrm>
            <a:off x="7563678" y="-48081"/>
            <a:ext cx="4738979" cy="6992451"/>
          </a:xfrm>
          <a:prstGeom prst="rect">
            <a:avLst/>
          </a:prstGeom>
          <a:gradFill flip="none" rotWithShape="1">
            <a:gsLst>
              <a:gs pos="0">
                <a:schemeClr val="bg1">
                  <a:alpha val="20000"/>
                </a:schemeClr>
              </a:gs>
              <a:gs pos="100000">
                <a:schemeClr val="bg1">
                  <a:alpha val="0"/>
                </a:schemeClr>
              </a:gs>
            </a:gsLst>
            <a:lin ang="10800000" scaled="1"/>
            <a:tileRect/>
          </a:gra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lang="en-US" sz="1000" kern="0">
              <a:solidFill>
                <a:srgbClr val="000000"/>
              </a:solidFill>
            </a:endParaRPr>
          </a:p>
        </p:txBody>
      </p:sp>
    </p:spTree>
    <p:extLst>
      <p:ext uri="{BB962C8B-B14F-4D97-AF65-F5344CB8AC3E}">
        <p14:creationId xmlns:p14="http://schemas.microsoft.com/office/powerpoint/2010/main" val="16886377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NSPIRATION MUST US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D7625CD-4BD3-476C-8CCB-A355E4470ABC}"/>
              </a:ext>
            </a:extLst>
          </p:cNvPr>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338" imgH="338" progId="TCLayout.ActiveDocument.1">
                  <p:embed/>
                </p:oleObj>
              </mc:Choice>
              <mc:Fallback>
                <p:oleObj name="think-cell Slide" r:id="rId4" imgW="338" imgH="338" progId="TCLayout.ActiveDocument.1">
                  <p:embed/>
                  <p:pic>
                    <p:nvPicPr>
                      <p:cNvPr id="7" name="Object 6" hidden="1">
                        <a:extLst>
                          <a:ext uri="{FF2B5EF4-FFF2-40B4-BE49-F238E27FC236}">
                            <a16:creationId xmlns:a16="http://schemas.microsoft.com/office/drawing/2014/main" id="{8D7625CD-4BD3-476C-8CCB-A355E4470ABC}"/>
                          </a:ext>
                        </a:extLst>
                      </p:cNvPr>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A7041539-0E90-4D5C-BCBC-070DE1EED005}"/>
              </a:ext>
            </a:extLst>
          </p:cNvPr>
          <p:cNvSpPr/>
          <p:nvPr userDrawn="1">
            <p:custDataLst>
              <p:tags r:id="rId2"/>
            </p:custDataLst>
          </p:nvPr>
        </p:nvSpPr>
        <p:spPr>
          <a:xfrm>
            <a:off x="2" y="0"/>
            <a:ext cx="15875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eaLnBrk="1">
              <a:lnSpc>
                <a:spcPct val="90000"/>
              </a:lnSpc>
              <a:spcBef>
                <a:spcPct val="0"/>
              </a:spcBef>
              <a:spcAft>
                <a:spcPct val="0"/>
              </a:spcAft>
            </a:pPr>
            <a:endParaRPr lang="en-US" sz="3300" b="0" i="0" baseline="0">
              <a:latin typeface="Calibri Light" panose="020F0302020204030204" pitchFamily="34" charset="0"/>
              <a:ea typeface="+mj-ea"/>
              <a:cs typeface="+mj-cs"/>
              <a:sym typeface="Calibri Light" panose="020F0302020204030204" pitchFamily="34" charset="0"/>
            </a:endParaRPr>
          </a:p>
        </p:txBody>
      </p:sp>
    </p:spTree>
    <p:extLst>
      <p:ext uri="{BB962C8B-B14F-4D97-AF65-F5344CB8AC3E}">
        <p14:creationId xmlns:p14="http://schemas.microsoft.com/office/powerpoint/2010/main" val="287036768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B6522A6-CA04-4A9E-AD16-DE9E21B621F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3" name="think-cell data - do not delete" hidden="1">
                        <a:extLst>
                          <a:ext uri="{FF2B5EF4-FFF2-40B4-BE49-F238E27FC236}">
                            <a16:creationId xmlns:a16="http://schemas.microsoft.com/office/drawing/2014/main" id="{DB6522A6-CA04-4A9E-AD16-DE9E21B621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2026 by Boston Consulting Group. All rights reserved.</a:t>
            </a:r>
          </a:p>
        </p:txBody>
      </p:sp>
      <p:sp>
        <p:nvSpPr>
          <p:cNvPr id="9" name="Title Placeholder 1">
            <a:extLst>
              <a:ext uri="{FF2B5EF4-FFF2-40B4-BE49-F238E27FC236}">
                <a16:creationId xmlns:a16="http://schemas.microsoft.com/office/drawing/2014/main" id="{ACA6F389-5634-4AF9-9CF6-A099E02F17AA}"/>
              </a:ext>
            </a:extLst>
          </p:cNvPr>
          <p:cNvSpPr>
            <a:spLocks noGrp="1"/>
          </p:cNvSpPr>
          <p:nvPr>
            <p:ph type="title" hasCustomPrompt="1"/>
          </p:nvPr>
        </p:nvSpPr>
        <p:spPr>
          <a:xfrm>
            <a:off x="1426634" y="288921"/>
            <a:ext cx="10220962" cy="646331"/>
          </a:xfrm>
          <a:prstGeom prst="rect">
            <a:avLst/>
          </a:prstGeom>
        </p:spPr>
        <p:txBody>
          <a:bodyPr vert="horz" wrap="square" lIns="91440" tIns="45720" rIns="91440" bIns="45720" rtlCol="0" anchor="b">
            <a:noAutofit/>
          </a:bodyPr>
          <a:lstStyle/>
          <a:p>
            <a:r>
              <a:rPr lang="en-US"/>
              <a:t>Click to add title</a:t>
            </a:r>
          </a:p>
        </p:txBody>
      </p:sp>
      <p:grpSp>
        <p:nvGrpSpPr>
          <p:cNvPr id="11" name="Group 10">
            <a:extLst>
              <a:ext uri="{FF2B5EF4-FFF2-40B4-BE49-F238E27FC236}">
                <a16:creationId xmlns:a16="http://schemas.microsoft.com/office/drawing/2014/main" id="{71944CE1-54A6-4380-BFF3-3BACE3BA065F}"/>
              </a:ext>
            </a:extLst>
          </p:cNvPr>
          <p:cNvGrpSpPr/>
          <p:nvPr userDrawn="1"/>
        </p:nvGrpSpPr>
        <p:grpSpPr>
          <a:xfrm>
            <a:off x="346407" y="593754"/>
            <a:ext cx="1011242" cy="393036"/>
            <a:chOff x="-1167110" y="595256"/>
            <a:chExt cx="1016594" cy="395116"/>
          </a:xfrm>
        </p:grpSpPr>
        <p:pic>
          <p:nvPicPr>
            <p:cNvPr id="12" name="Graphic 11">
              <a:extLst>
                <a:ext uri="{FF2B5EF4-FFF2-40B4-BE49-F238E27FC236}">
                  <a16:creationId xmlns:a16="http://schemas.microsoft.com/office/drawing/2014/main" id="{507D64FB-500C-4E8C-90A9-E228FA1DA285}"/>
                </a:ext>
              </a:extLst>
            </p:cNvPr>
            <p:cNvPicPr>
              <a:picLocks noChangeAspect="1"/>
            </p:cNvPicPr>
            <p:nvPr/>
          </p:nvPicPr>
          <p:blipFill rotWithShape="1">
            <a:blip>
              <a:extLst>
                <a:ext uri="{96DAC541-7B7A-43D3-8B79-37D633B846F1}">
                  <asvg:svgBlip xmlns:asvg="http://schemas.microsoft.com/office/drawing/2016/SVG/main" r:embed="rId5"/>
                </a:ext>
              </a:extLst>
            </a:blip>
            <a:srcRect r="70656"/>
            <a:stretch/>
          </p:blipFill>
          <p:spPr>
            <a:xfrm>
              <a:off x="-1167110" y="595256"/>
              <a:ext cx="331507" cy="395116"/>
            </a:xfrm>
            <a:prstGeom prst="rect">
              <a:avLst/>
            </a:prstGeom>
          </p:spPr>
        </p:pic>
        <p:pic>
          <p:nvPicPr>
            <p:cNvPr id="13" name="Graphic 12">
              <a:extLst>
                <a:ext uri="{FF2B5EF4-FFF2-40B4-BE49-F238E27FC236}">
                  <a16:creationId xmlns:a16="http://schemas.microsoft.com/office/drawing/2014/main" id="{2C142C50-4AD8-4F2A-AEC7-76785A414990}"/>
                </a:ext>
              </a:extLst>
            </p:cNvPr>
            <p:cNvPicPr>
              <a:picLocks noChangeAspect="1"/>
            </p:cNvPicPr>
            <p:nvPr/>
          </p:nvPicPr>
          <p:blipFill rotWithShape="1">
            <a:blip>
              <a:extLst>
                <a:ext uri="{96DAC541-7B7A-43D3-8B79-37D633B846F1}">
                  <asvg:svgBlip xmlns:asvg="http://schemas.microsoft.com/office/drawing/2016/SVG/main" r:embed="rId5"/>
                </a:ext>
              </a:extLst>
            </a:blip>
            <a:srcRect l="29344"/>
            <a:stretch/>
          </p:blipFill>
          <p:spPr>
            <a:xfrm>
              <a:off x="-870149" y="614709"/>
              <a:ext cx="719633" cy="356211"/>
            </a:xfrm>
            <a:prstGeom prst="rect">
              <a:avLst/>
            </a:prstGeom>
          </p:spPr>
        </p:pic>
      </p:grpSp>
      <p:cxnSp>
        <p:nvCxnSpPr>
          <p:cNvPr id="14" name="Straight Connector 13">
            <a:extLst>
              <a:ext uri="{FF2B5EF4-FFF2-40B4-BE49-F238E27FC236}">
                <a16:creationId xmlns:a16="http://schemas.microsoft.com/office/drawing/2014/main" id="{8B13CD00-65B2-4F00-B1BC-EBACA3777DBE}"/>
              </a:ext>
            </a:extLst>
          </p:cNvPr>
          <p:cNvCxnSpPr>
            <a:cxnSpLocks/>
          </p:cNvCxnSpPr>
          <p:nvPr userDrawn="1"/>
        </p:nvCxnSpPr>
        <p:spPr>
          <a:xfrm>
            <a:off x="1426634" y="948410"/>
            <a:ext cx="10220962" cy="0"/>
          </a:xfrm>
          <a:prstGeom prst="line">
            <a:avLst/>
          </a:prstGeom>
          <a:noFill/>
          <a:ln w="19050" cap="rnd" cmpd="sng" algn="ctr">
            <a:solidFill>
              <a:srgbClr val="C4984F"/>
            </a:solidFill>
            <a:prstDash val="solid"/>
            <a:round/>
          </a:ln>
          <a:effectLst/>
        </p:spPr>
      </p:cxnSp>
    </p:spTree>
    <p:extLst>
      <p:ext uri="{BB962C8B-B14F-4D97-AF65-F5344CB8AC3E}">
        <p14:creationId xmlns:p14="http://schemas.microsoft.com/office/powerpoint/2010/main" val="2671503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7_Title_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07135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5">
            <a:extLst>
              <a:ext uri="{FF2B5EF4-FFF2-40B4-BE49-F238E27FC236}">
                <a16:creationId xmlns:a16="http://schemas.microsoft.com/office/drawing/2014/main" id="{EAACD270-C128-4C45-B1B9-99A5F05C36DD}"/>
              </a:ext>
            </a:extLst>
          </p:cNvPr>
          <p:cNvPicPr>
            <a:picLocks noChangeAspect="1" noChangeArrowheads="1"/>
          </p:cNvPicPr>
          <p:nvPr userDrawn="1"/>
        </p:nvPicPr>
        <p:blipFill rotWithShape="1">
          <a:blip r:embed="rId5" cstate="email">
            <a:extLst>
              <a:ext uri="{28A0092B-C50C-407E-A947-70E740481C1C}">
                <a14:useLocalDpi xmlns:a14="http://schemas.microsoft.com/office/drawing/2010/main"/>
              </a:ext>
            </a:extLst>
          </a:blip>
          <a:srcRect/>
          <a:stretch/>
        </p:blipFill>
        <p:spPr bwMode="auto">
          <a:xfrm>
            <a:off x="-1273" y="0"/>
            <a:ext cx="12190966" cy="6858001"/>
          </a:xfrm>
          <a:prstGeom prst="rect">
            <a:avLst/>
          </a:prstGeom>
          <a:noFill/>
          <a:extLst>
            <a:ext uri="{909E8E84-426E-40DD-AFC4-6F175D3DCCD1}">
              <a14:hiddenFill xmlns:a14="http://schemas.microsoft.com/office/drawing/2010/main">
                <a:solidFill>
                  <a:srgbClr val="FFFFFF"/>
                </a:solidFill>
              </a14:hiddenFill>
            </a:ext>
          </a:extLst>
        </p:spPr>
      </p:pic>
      <p:sp>
        <p:nvSpPr>
          <p:cNvPr id="49" name="Rectangle 48">
            <a:extLst>
              <a:ext uri="{FF2B5EF4-FFF2-40B4-BE49-F238E27FC236}">
                <a16:creationId xmlns:a16="http://schemas.microsoft.com/office/drawing/2014/main" id="{9E2FDAF0-6211-45DB-A6FA-3D578AA8A388}"/>
              </a:ext>
            </a:extLst>
          </p:cNvPr>
          <p:cNvSpPr/>
          <p:nvPr userDrawn="1"/>
        </p:nvSpPr>
        <p:spPr>
          <a:xfrm>
            <a:off x="-1273" y="0"/>
            <a:ext cx="12192000" cy="6858000"/>
          </a:xfrm>
          <a:prstGeom prst="rect">
            <a:avLst/>
          </a:prstGeom>
          <a:solidFill>
            <a:srgbClr val="1A1918">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07754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Logos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5EA3085-1ABD-4584-AC0E-2B66898FB4E5}"/>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9" imgH="396" progId="TCLayout.ActiveDocument.1">
                  <p:embed/>
                </p:oleObj>
              </mc:Choice>
              <mc:Fallback>
                <p:oleObj name="think-cell Slide" r:id="rId6" imgW="389" imgH="396" progId="TCLayout.ActiveDocument.1">
                  <p:embed/>
                  <p:pic>
                    <p:nvPicPr>
                      <p:cNvPr id="7" name="think-cell data - do not delete" hidden="1">
                        <a:extLst>
                          <a:ext uri="{FF2B5EF4-FFF2-40B4-BE49-F238E27FC236}">
                            <a16:creationId xmlns:a16="http://schemas.microsoft.com/office/drawing/2014/main" id="{75EA3085-1ABD-4584-AC0E-2B66898FB4E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 name="Subtitle">
            <a:extLst>
              <a:ext uri="{FF2B5EF4-FFF2-40B4-BE49-F238E27FC236}">
                <a16:creationId xmlns:a16="http://schemas.microsoft.com/office/drawing/2014/main" id="{61C63E5A-BD9E-F642-A58F-26B7A4F083FE}"/>
              </a:ext>
            </a:extLst>
          </p:cNvPr>
          <p:cNvSpPr>
            <a:spLocks noGrp="1"/>
          </p:cNvSpPr>
          <p:nvPr>
            <p:ph type="subTitle" idx="26" hasCustomPrompt="1"/>
            <p:custDataLst>
              <p:tags r:id="rId2"/>
            </p:custDataLst>
          </p:nvPr>
        </p:nvSpPr>
        <p:spPr>
          <a:xfrm>
            <a:off x="442913" y="1276212"/>
            <a:ext cx="11306173" cy="320177"/>
          </a:xfrm>
        </p:spPr>
        <p:txBody>
          <a:bodyPr>
            <a:noAutofit/>
          </a:bodyPr>
          <a:lstStyle>
            <a:lvl1pPr marL="0" indent="0" algn="l">
              <a:lnSpc>
                <a:spcPct val="100000"/>
              </a:lnSpc>
              <a:spcBef>
                <a:spcPct val="0"/>
              </a:spcBef>
              <a:spcAft>
                <a:spcPct val="0"/>
              </a:spcAft>
              <a:buNone/>
              <a:defRPr sz="1800" b="1">
                <a:solidFill>
                  <a:schemeClr val="accent6"/>
                </a:solidFill>
              </a:defRPr>
            </a:lvl1pPr>
            <a:lvl2pPr marL="0" indent="0" algn="l">
              <a:lnSpc>
                <a:spcPct val="100000"/>
              </a:lnSpc>
              <a:spcBef>
                <a:spcPct val="0"/>
              </a:spcBef>
              <a:spcAft>
                <a:spcPct val="0"/>
              </a:spcAft>
              <a:buNone/>
              <a:defRPr sz="1800" b="1">
                <a:solidFill>
                  <a:schemeClr val="tx2"/>
                </a:solidFill>
              </a:defRPr>
            </a:lvl2pPr>
            <a:lvl3pPr marL="0" indent="0" algn="l">
              <a:lnSpc>
                <a:spcPct val="100000"/>
              </a:lnSpc>
              <a:spcBef>
                <a:spcPct val="0"/>
              </a:spcBef>
              <a:spcAft>
                <a:spcPct val="0"/>
              </a:spcAft>
              <a:buNone/>
              <a:defRPr sz="1800" b="1">
                <a:solidFill>
                  <a:schemeClr val="tx2"/>
                </a:solidFill>
              </a:defRPr>
            </a:lvl3pPr>
            <a:lvl4pPr marL="0" indent="0" algn="l">
              <a:lnSpc>
                <a:spcPct val="100000"/>
              </a:lnSpc>
              <a:spcBef>
                <a:spcPct val="0"/>
              </a:spcBef>
              <a:spcAft>
                <a:spcPct val="0"/>
              </a:spcAft>
              <a:buNone/>
              <a:defRPr sz="1800" b="1">
                <a:solidFill>
                  <a:schemeClr val="tx2"/>
                </a:solidFill>
              </a:defRPr>
            </a:lvl4pPr>
            <a:lvl5pPr marL="0" indent="0" algn="l">
              <a:lnSpc>
                <a:spcPct val="100000"/>
              </a:lnSpc>
              <a:spcBef>
                <a:spcPct val="0"/>
              </a:spcBef>
              <a:spcAft>
                <a:spcPct val="0"/>
              </a:spcAft>
              <a:buNone/>
              <a:defRPr sz="1800" b="1">
                <a:solidFill>
                  <a:schemeClr val="tx2"/>
                </a:solidFill>
              </a:defRPr>
            </a:lvl5pPr>
            <a:lvl6pPr marL="0" indent="0" algn="l">
              <a:lnSpc>
                <a:spcPct val="100000"/>
              </a:lnSpc>
              <a:spcBef>
                <a:spcPct val="0"/>
              </a:spcBef>
              <a:spcAft>
                <a:spcPct val="0"/>
              </a:spcAft>
              <a:buNone/>
              <a:defRPr sz="1800" b="1">
                <a:solidFill>
                  <a:schemeClr val="tx2"/>
                </a:solidFill>
              </a:defRPr>
            </a:lvl6pPr>
            <a:lvl7pPr marL="0" indent="0" algn="l">
              <a:lnSpc>
                <a:spcPct val="100000"/>
              </a:lnSpc>
              <a:spcBef>
                <a:spcPct val="0"/>
              </a:spcBef>
              <a:spcAft>
                <a:spcPct val="0"/>
              </a:spcAft>
              <a:buNone/>
              <a:defRPr sz="1800" b="1">
                <a:solidFill>
                  <a:schemeClr val="tx2"/>
                </a:solidFill>
              </a:defRPr>
            </a:lvl7pPr>
            <a:lvl8pPr marL="0" indent="0" algn="l">
              <a:lnSpc>
                <a:spcPct val="100000"/>
              </a:lnSpc>
              <a:spcBef>
                <a:spcPct val="0"/>
              </a:spcBef>
              <a:spcAft>
                <a:spcPct val="0"/>
              </a:spcAft>
              <a:buNone/>
              <a:defRPr sz="1800" b="1">
                <a:solidFill>
                  <a:schemeClr val="tx2"/>
                </a:solidFill>
              </a:defRPr>
            </a:lvl8pPr>
            <a:lvl9pPr marL="0" indent="0" algn="l">
              <a:lnSpc>
                <a:spcPct val="100000"/>
              </a:lnSpc>
              <a:spcBef>
                <a:spcPct val="0"/>
              </a:spcBef>
              <a:spcAft>
                <a:spcPct val="0"/>
              </a:spcAft>
              <a:buNone/>
              <a:defRPr sz="1800" b="1">
                <a:solidFill>
                  <a:schemeClr val="tx2"/>
                </a:solidFill>
              </a:defRPr>
            </a:lvl9pPr>
          </a:lstStyle>
          <a:p>
            <a:r>
              <a:rPr lang="en-US"/>
              <a:t>[Optional slide subtitle]</a:t>
            </a:r>
          </a:p>
        </p:txBody>
      </p:sp>
      <p:sp>
        <p:nvSpPr>
          <p:cNvPr id="27" name="Footnotes">
            <a:extLst>
              <a:ext uri="{FF2B5EF4-FFF2-40B4-BE49-F238E27FC236}">
                <a16:creationId xmlns:a16="http://schemas.microsoft.com/office/drawing/2014/main" id="{DD8B5F4F-C81D-464D-B5FC-5F8941870CF3}"/>
              </a:ext>
            </a:extLst>
          </p:cNvPr>
          <p:cNvSpPr>
            <a:spLocks noGrp="1"/>
          </p:cNvSpPr>
          <p:nvPr>
            <p:ph type="body" sz="quarter" idx="25" hasCustomPrompt="1"/>
            <p:custDataLst>
              <p:tags r:id="rId3"/>
            </p:custDataLst>
          </p:nvPr>
        </p:nvSpPr>
        <p:spPr>
          <a:xfrm>
            <a:off x="2432304" y="6355077"/>
            <a:ext cx="7315200" cy="274322"/>
          </a:xfrm>
        </p:spPr>
        <p:txBody>
          <a:bodyPr anchor="b" anchorCtr="0">
            <a:noAutofit/>
          </a:bodyPr>
          <a:lstStyle>
            <a:lvl1pPr marL="0" indent="0">
              <a:spcAft>
                <a:spcPct val="0"/>
              </a:spcAft>
              <a:buFontTx/>
              <a:buNone/>
              <a:defRPr sz="750"/>
            </a:lvl1pPr>
            <a:lvl2pPr marL="0" indent="0">
              <a:spcAft>
                <a:spcPct val="0"/>
              </a:spcAft>
              <a:buFontTx/>
              <a:buNone/>
              <a:defRPr sz="750"/>
            </a:lvl2pPr>
            <a:lvl3pPr marL="0" indent="0">
              <a:spcAft>
                <a:spcPct val="0"/>
              </a:spcAft>
              <a:buFontTx/>
              <a:buNone/>
              <a:defRPr sz="750"/>
            </a:lvl3pPr>
            <a:lvl4pPr marL="0" indent="0">
              <a:spcAft>
                <a:spcPct val="0"/>
              </a:spcAft>
              <a:buFontTx/>
              <a:buNone/>
              <a:defRPr sz="750"/>
            </a:lvl4pPr>
            <a:lvl5pPr marL="0" indent="0">
              <a:spcAft>
                <a:spcPct val="0"/>
              </a:spcAft>
              <a:buFontTx/>
              <a:buNone/>
              <a:defRPr sz="750"/>
            </a:lvl5pPr>
            <a:lvl6pPr marL="0" indent="0">
              <a:spcAft>
                <a:spcPct val="0"/>
              </a:spcAft>
              <a:buFontTx/>
              <a:buNone/>
              <a:defRPr sz="750"/>
            </a:lvl6pPr>
            <a:lvl7pPr marL="0" indent="0">
              <a:spcAft>
                <a:spcPct val="0"/>
              </a:spcAft>
              <a:buFontTx/>
              <a:buNone/>
              <a:defRPr sz="750"/>
            </a:lvl7pPr>
            <a:lvl8pPr marL="0" indent="0">
              <a:spcAft>
                <a:spcPct val="0"/>
              </a:spcAft>
              <a:buFontTx/>
              <a:buNone/>
              <a:defRPr sz="750"/>
            </a:lvl8pPr>
            <a:lvl9pPr marL="0" indent="0">
              <a:spcAft>
                <a:spcPct val="0"/>
              </a:spcAft>
              <a:buFontTx/>
              <a:buNone/>
              <a:defRPr sz="750"/>
            </a:lvl9pPr>
          </a:lstStyle>
          <a:p>
            <a:pPr lvl="0"/>
            <a:r>
              <a:rPr lang="en-US"/>
              <a:t>[Optional footnotes/references]</a:t>
            </a:r>
          </a:p>
        </p:txBody>
      </p:sp>
      <p:sp>
        <p:nvSpPr>
          <p:cNvPr id="4" name="Date Placeholder">
            <a:extLst>
              <a:ext uri="{FF2B5EF4-FFF2-40B4-BE49-F238E27FC236}">
                <a16:creationId xmlns:a16="http://schemas.microsoft.com/office/drawing/2014/main" id="{470A3029-D834-5149-96EF-70010D8D5EB6}"/>
              </a:ext>
            </a:extLst>
          </p:cNvPr>
          <p:cNvSpPr>
            <a:spLocks noGrp="1"/>
          </p:cNvSpPr>
          <p:nvPr>
            <p:ph type="dt" sz="half" idx="11"/>
            <p:custDataLst>
              <p:tags r:id="rId4"/>
            </p:custDataLst>
          </p:nvPr>
        </p:nvSpPr>
        <p:spPr/>
        <p:txBody>
          <a:bodyPr/>
          <a:lstStyle/>
          <a:p>
            <a:fld id="{1E9640C0-E2C0-4ECF-A156-45620899EBCD}" type="datetime3">
              <a:rPr lang="en-US" smtClean="0"/>
              <a:t>28 June 2026</a:t>
            </a:fld>
            <a:endParaRPr lang="en-US"/>
          </a:p>
        </p:txBody>
      </p:sp>
      <p:sp>
        <p:nvSpPr>
          <p:cNvPr id="9" name="Title Placeholder 1">
            <a:extLst>
              <a:ext uri="{FF2B5EF4-FFF2-40B4-BE49-F238E27FC236}">
                <a16:creationId xmlns:a16="http://schemas.microsoft.com/office/drawing/2014/main" id="{846F097D-F6AA-4C25-BE8F-2A6D13480A94}"/>
              </a:ext>
            </a:extLst>
          </p:cNvPr>
          <p:cNvSpPr>
            <a:spLocks noGrp="1"/>
          </p:cNvSpPr>
          <p:nvPr>
            <p:ph type="title"/>
          </p:nvPr>
        </p:nvSpPr>
        <p:spPr>
          <a:xfrm>
            <a:off x="1426634" y="288921"/>
            <a:ext cx="10220962" cy="646331"/>
          </a:xfrm>
          <a:prstGeom prst="rect">
            <a:avLst/>
          </a:prstGeom>
        </p:spPr>
        <p:txBody>
          <a:bodyPr vert="horz" wrap="square" lIns="91440" tIns="45720" rIns="91440" bIns="45720" rtlCol="0" anchor="b">
            <a:noAutofit/>
          </a:bodyPr>
          <a:lstStyle/>
          <a:p>
            <a:r>
              <a:rPr lang="en-US"/>
              <a:t>Click to add title</a:t>
            </a:r>
          </a:p>
        </p:txBody>
      </p:sp>
      <p:grpSp>
        <p:nvGrpSpPr>
          <p:cNvPr id="10" name="Group 9">
            <a:extLst>
              <a:ext uri="{FF2B5EF4-FFF2-40B4-BE49-F238E27FC236}">
                <a16:creationId xmlns:a16="http://schemas.microsoft.com/office/drawing/2014/main" id="{BC41FCBA-9978-4179-A7E8-16DEF0E393CA}"/>
              </a:ext>
            </a:extLst>
          </p:cNvPr>
          <p:cNvGrpSpPr/>
          <p:nvPr userDrawn="1"/>
        </p:nvGrpSpPr>
        <p:grpSpPr>
          <a:xfrm>
            <a:off x="346407" y="593754"/>
            <a:ext cx="1011242" cy="393036"/>
            <a:chOff x="-1167110" y="595256"/>
            <a:chExt cx="1016594" cy="395116"/>
          </a:xfrm>
        </p:grpSpPr>
        <p:pic>
          <p:nvPicPr>
            <p:cNvPr id="11" name="Graphic 10">
              <a:extLst>
                <a:ext uri="{FF2B5EF4-FFF2-40B4-BE49-F238E27FC236}">
                  <a16:creationId xmlns:a16="http://schemas.microsoft.com/office/drawing/2014/main" id="{3E09D365-8120-4503-A1CE-CD05A7FA4C5A}"/>
                </a:ext>
              </a:extLst>
            </p:cNvPr>
            <p:cNvPicPr>
              <a:picLocks noChangeAspect="1"/>
            </p:cNvPicPr>
            <p:nvPr/>
          </p:nvPicPr>
          <p:blipFill rotWithShape="1">
            <a:blip>
              <a:extLst>
                <a:ext uri="{96DAC541-7B7A-43D3-8B79-37D633B846F1}">
                  <asvg:svgBlip xmlns:asvg="http://schemas.microsoft.com/office/drawing/2016/SVG/main" r:embed="rId8"/>
                </a:ext>
              </a:extLst>
            </a:blip>
            <a:srcRect r="70656"/>
            <a:stretch/>
          </p:blipFill>
          <p:spPr>
            <a:xfrm>
              <a:off x="-1167110" y="595256"/>
              <a:ext cx="331507" cy="395116"/>
            </a:xfrm>
            <a:prstGeom prst="rect">
              <a:avLst/>
            </a:prstGeom>
          </p:spPr>
        </p:pic>
        <p:pic>
          <p:nvPicPr>
            <p:cNvPr id="12" name="Graphic 11">
              <a:extLst>
                <a:ext uri="{FF2B5EF4-FFF2-40B4-BE49-F238E27FC236}">
                  <a16:creationId xmlns:a16="http://schemas.microsoft.com/office/drawing/2014/main" id="{1394A38B-98FE-4A04-A69E-DC6C1E5F651C}"/>
                </a:ext>
              </a:extLst>
            </p:cNvPr>
            <p:cNvPicPr>
              <a:picLocks noChangeAspect="1"/>
            </p:cNvPicPr>
            <p:nvPr/>
          </p:nvPicPr>
          <p:blipFill rotWithShape="1">
            <a:blip>
              <a:extLst>
                <a:ext uri="{96DAC541-7B7A-43D3-8B79-37D633B846F1}">
                  <asvg:svgBlip xmlns:asvg="http://schemas.microsoft.com/office/drawing/2016/SVG/main" r:embed="rId8"/>
                </a:ext>
              </a:extLst>
            </a:blip>
            <a:srcRect l="29344"/>
            <a:stretch/>
          </p:blipFill>
          <p:spPr>
            <a:xfrm>
              <a:off x="-870149" y="614709"/>
              <a:ext cx="719633" cy="356211"/>
            </a:xfrm>
            <a:prstGeom prst="rect">
              <a:avLst/>
            </a:prstGeom>
          </p:spPr>
        </p:pic>
      </p:grpSp>
      <p:cxnSp>
        <p:nvCxnSpPr>
          <p:cNvPr id="13" name="Straight Connector 12">
            <a:extLst>
              <a:ext uri="{FF2B5EF4-FFF2-40B4-BE49-F238E27FC236}">
                <a16:creationId xmlns:a16="http://schemas.microsoft.com/office/drawing/2014/main" id="{55149476-FE5E-41DF-9D31-76863F4B0C05}"/>
              </a:ext>
            </a:extLst>
          </p:cNvPr>
          <p:cNvCxnSpPr>
            <a:cxnSpLocks/>
          </p:cNvCxnSpPr>
          <p:nvPr userDrawn="1"/>
        </p:nvCxnSpPr>
        <p:spPr>
          <a:xfrm>
            <a:off x="1426634" y="948410"/>
            <a:ext cx="10220962" cy="0"/>
          </a:xfrm>
          <a:prstGeom prst="line">
            <a:avLst/>
          </a:prstGeom>
          <a:noFill/>
          <a:ln w="19050" cap="rnd" cmpd="sng" algn="ctr">
            <a:solidFill>
              <a:srgbClr val="C4984F"/>
            </a:solidFill>
            <a:prstDash val="solid"/>
            <a:round/>
          </a:ln>
          <a:effectLst/>
        </p:spPr>
      </p:cxnSp>
    </p:spTree>
    <p:extLst>
      <p:ext uri="{BB962C8B-B14F-4D97-AF65-F5344CB8AC3E}">
        <p14:creationId xmlns:p14="http://schemas.microsoft.com/office/powerpoint/2010/main" val="2020304763"/>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Section En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F246B44-0DB4-B377-037E-18A23B20230A}"/>
              </a:ext>
            </a:extLst>
          </p:cNvPr>
          <p:cNvGraphicFramePr>
            <a:graphicFrameLocks noChangeAspect="1"/>
          </p:cNvGraphicFramePr>
          <p:nvPr userDrawn="1">
            <p:custDataLst>
              <p:tags r:id="rId1"/>
            </p:custDataLst>
            <p:extLst>
              <p:ext uri="{D42A27DB-BD31-4B8C-83A1-F6EECF244321}">
                <p14:modId xmlns:p14="http://schemas.microsoft.com/office/powerpoint/2010/main" val="3485990775"/>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0F246B44-0DB4-B377-037E-18A23B20230A}"/>
                          </a:ext>
                        </a:extLst>
                      </p:cNvPr>
                      <p:cNvPicPr/>
                      <p:nvPr/>
                    </p:nvPicPr>
                    <p:blipFill>
                      <a:blip r:embed="rId4"/>
                      <a:stretch>
                        <a:fillRect/>
                      </a:stretch>
                    </p:blipFill>
                    <p:spPr>
                      <a:xfrm>
                        <a:off x="1590" y="1590"/>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FCF1BAA-78FF-5635-E9C9-AF3728DA087E}"/>
              </a:ext>
            </a:extLst>
          </p:cNvPr>
          <p:cNvSpPr/>
          <p:nvPr userDrawn="1"/>
        </p:nvSpPr>
        <p:spPr>
          <a:xfrm>
            <a:off x="-110653" y="-48080"/>
            <a:ext cx="12413311" cy="6992451"/>
          </a:xfrm>
          <a:prstGeom prst="rect">
            <a:avLst/>
          </a:prstGeom>
          <a:solidFill>
            <a:srgbClr val="013530"/>
          </a:solidFill>
          <a:ln w="12700" cap="flat" cmpd="sng" algn="ctr">
            <a:noFill/>
            <a:prstDash val="solid"/>
            <a:miter lim="800000"/>
          </a:ln>
          <a:effectLst/>
        </p:spPr>
        <p:txBody>
          <a:bodyPr rtlCol="0" anchor="ctr"/>
          <a:lstStyle/>
          <a:p>
            <a:pPr marL="0" marR="0" lvl="0" indent="0" algn="ctr" defTabSz="880463"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pic>
        <p:nvPicPr>
          <p:cNvPr id="10" name="Picture 9">
            <a:extLst>
              <a:ext uri="{FF2B5EF4-FFF2-40B4-BE49-F238E27FC236}">
                <a16:creationId xmlns:a16="http://schemas.microsoft.com/office/drawing/2014/main" id="{96DCD699-B0F7-A829-3132-5876D61EEE24}"/>
              </a:ext>
            </a:extLst>
          </p:cNvPr>
          <p:cNvPicPr>
            <a:picLocks noChangeAspect="1"/>
          </p:cNvPicPr>
          <p:nvPr userDrawn="1"/>
        </p:nvPicPr>
        <p:blipFill rotWithShape="1">
          <a:blip r:embed="rId5" cstate="screen">
            <a:alphaModFix amt="50000"/>
            <a:extLst>
              <a:ext uri="{28A0092B-C50C-407E-A947-70E740481C1C}">
                <a14:useLocalDpi xmlns:a14="http://schemas.microsoft.com/office/drawing/2010/main"/>
              </a:ext>
            </a:extLst>
          </a:blip>
          <a:srcRect b="-49"/>
          <a:stretch/>
        </p:blipFill>
        <p:spPr>
          <a:xfrm rot="16200000">
            <a:off x="2596589" y="-2755323"/>
            <a:ext cx="6992451" cy="12406936"/>
          </a:xfrm>
          <a:prstGeom prst="rect">
            <a:avLst/>
          </a:prstGeom>
        </p:spPr>
      </p:pic>
      <p:sp>
        <p:nvSpPr>
          <p:cNvPr id="5" name="Text Placeholder 4">
            <a:extLst>
              <a:ext uri="{FF2B5EF4-FFF2-40B4-BE49-F238E27FC236}">
                <a16:creationId xmlns:a16="http://schemas.microsoft.com/office/drawing/2014/main" id="{754B1C03-5913-4331-839C-69355BC79A11}"/>
              </a:ext>
            </a:extLst>
          </p:cNvPr>
          <p:cNvSpPr>
            <a:spLocks noGrp="1"/>
          </p:cNvSpPr>
          <p:nvPr>
            <p:ph type="body" sz="quarter" idx="10" hasCustomPrompt="1"/>
          </p:nvPr>
        </p:nvSpPr>
        <p:spPr>
          <a:xfrm>
            <a:off x="442914" y="3597075"/>
            <a:ext cx="5473699" cy="1330008"/>
          </a:xfrm>
        </p:spPr>
        <p:txBody>
          <a:bodyPr vert="horz" lIns="0" tIns="0" rIns="0" bIns="0" rtlCol="0" anchor="b" anchorCtr="0">
            <a:noAutofit/>
          </a:bodyPr>
          <a:lstStyle>
            <a:lvl1pPr marL="0" indent="0">
              <a:buNone/>
              <a:defRPr lang="en-US" sz="6000" dirty="0" smtClean="0">
                <a:solidFill>
                  <a:schemeClr val="accent2"/>
                </a:solidFill>
                <a:latin typeface="+mj-lt"/>
                <a:ea typeface="+mj-ea"/>
                <a:cs typeface="+mj-cs"/>
              </a:defRPr>
            </a:lvl1pPr>
            <a:lvl2pPr marL="274306" indent="0">
              <a:buNone/>
              <a:defRPr lang="en-US" sz="1800" dirty="0" smtClean="0"/>
            </a:lvl2pPr>
            <a:lvl3pPr marL="731484" indent="0">
              <a:buNone/>
              <a:defRPr lang="en-US" sz="1800" dirty="0" smtClean="0"/>
            </a:lvl3pPr>
            <a:lvl4pPr marL="1188661" indent="0">
              <a:buNone/>
              <a:defRPr lang="en-US" sz="1800" dirty="0" smtClean="0"/>
            </a:lvl4pPr>
            <a:lvl5pPr marL="1645838" indent="0">
              <a:buNone/>
              <a:defRPr lang="en-US" sz="1800" dirty="0"/>
            </a:lvl5pPr>
          </a:lstStyle>
          <a:p>
            <a:r>
              <a:rPr lang="en-US" sz="6000">
                <a:solidFill>
                  <a:schemeClr val="accent2"/>
                </a:solidFill>
              </a:rPr>
              <a:t>Appendix / Thankyou</a:t>
            </a:r>
            <a:endParaRPr lang="en-GB" sz="6000">
              <a:solidFill>
                <a:schemeClr val="accent2"/>
              </a:solidFill>
            </a:endParaRPr>
          </a:p>
        </p:txBody>
      </p:sp>
      <p:pic>
        <p:nvPicPr>
          <p:cNvPr id="4" name="Graphic 3">
            <a:extLst>
              <a:ext uri="{FF2B5EF4-FFF2-40B4-BE49-F238E27FC236}">
                <a16:creationId xmlns:a16="http://schemas.microsoft.com/office/drawing/2014/main" id="{A682F845-0243-6B00-C3A2-56635C6AE5AF}"/>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420799" y="228606"/>
            <a:ext cx="2974585" cy="1040334"/>
          </a:xfrm>
          <a:prstGeom prst="rect">
            <a:avLst/>
          </a:prstGeom>
        </p:spPr>
      </p:pic>
    </p:spTree>
    <p:extLst>
      <p:ext uri="{BB962C8B-B14F-4D97-AF65-F5344CB8AC3E}">
        <p14:creationId xmlns:p14="http://schemas.microsoft.com/office/powerpoint/2010/main" val="1414606172"/>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D. Title Onl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602E0E5-93F0-4C42-98D2-41364F2BD165}"/>
              </a:ext>
            </a:extLst>
          </p:cNvPr>
          <p:cNvGraphicFramePr>
            <a:graphicFrameLocks noChangeAspect="1"/>
          </p:cNvGraphicFramePr>
          <p:nvPr userDrawn="1">
            <p:custDataLst>
              <p:tags r:id="rId1"/>
            </p:custDataLst>
            <p:extLst>
              <p:ext uri="{D42A27DB-BD31-4B8C-83A1-F6EECF244321}">
                <p14:modId xmlns:p14="http://schemas.microsoft.com/office/powerpoint/2010/main" val="2345594077"/>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6602E0E5-93F0-4C42-98D2-41364F2BD165}"/>
                          </a:ext>
                        </a:extLst>
                      </p:cNvPr>
                      <p:cNvPicPr/>
                      <p:nvPr/>
                    </p:nvPicPr>
                    <p:blipFill>
                      <a:blip r:embed="rId4"/>
                      <a:stretch>
                        <a:fillRect/>
                      </a:stretch>
                    </p:blipFill>
                    <p:spPr>
                      <a:xfrm>
                        <a:off x="2119" y="2119"/>
                        <a:ext cx="2117" cy="211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mn-lt"/>
                <a:ea typeface="+mn-ea"/>
                <a:cs typeface="+mn-cs"/>
                <a:sym typeface="Trebuchet MS" panose="020B0603020202020204" pitchFamily="34" charset="0"/>
              </a:defRPr>
            </a:lvl1pPr>
          </a:lstStyle>
          <a:p>
            <a:endParaRPr lang="en-US"/>
          </a:p>
        </p:txBody>
      </p:sp>
      <p:sp>
        <p:nvSpPr>
          <p:cNvPr id="7" name="Copyright" hidden="1"/>
          <p:cNvSpPr txBox="1"/>
          <p:nvPr userDrawn="1"/>
        </p:nvSpPr>
        <p:spPr>
          <a:xfrm rot="16200000">
            <a:off x="9486903" y="3922497"/>
            <a:ext cx="5133975" cy="96950"/>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21" name="Rectangle 20">
            <a:extLst>
              <a:ext uri="{FF2B5EF4-FFF2-40B4-BE49-F238E27FC236}">
                <a16:creationId xmlns:a16="http://schemas.microsoft.com/office/drawing/2014/main" id="{0F633A17-57FB-4203-A1DB-A89E18778952}"/>
              </a:ext>
            </a:extLst>
          </p:cNvPr>
          <p:cNvSpPr/>
          <p:nvPr userDrawn="1"/>
        </p:nvSpPr>
        <p:spPr>
          <a:xfrm>
            <a:off x="11414291" y="6561139"/>
            <a:ext cx="347784" cy="305301"/>
          </a:xfrm>
          <a:prstGeom prst="rect">
            <a:avLst/>
          </a:prstGeom>
          <a:solidFill>
            <a:srgbClr val="C39A5C"/>
          </a:solidFill>
          <a:ln w="12700" cap="flat" cmpd="sng" algn="ctr">
            <a:noFill/>
            <a:prstDash val="solid"/>
            <a:miter lim="800000"/>
          </a:ln>
          <a:effectLst/>
        </p:spPr>
        <p:txBody>
          <a:bodyPr rtlCol="0" anchor="ctr"/>
          <a:lstStyle/>
          <a:p>
            <a:pPr marL="0" marR="0" lvl="0" indent="0" algn="ctr" defTabSz="609570"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mn-lt"/>
              <a:ea typeface="+mn-ea"/>
              <a:cs typeface="+mn-cs"/>
            </a:endParaRPr>
          </a:p>
        </p:txBody>
      </p:sp>
      <p:sp>
        <p:nvSpPr>
          <p:cNvPr id="22" name="TextBox 21">
            <a:extLst>
              <a:ext uri="{FF2B5EF4-FFF2-40B4-BE49-F238E27FC236}">
                <a16:creationId xmlns:a16="http://schemas.microsoft.com/office/drawing/2014/main" id="{37DE77A5-973E-4D2F-9486-3CED902B6AC6}"/>
              </a:ext>
            </a:extLst>
          </p:cNvPr>
          <p:cNvSpPr txBox="1"/>
          <p:nvPr userDrawn="1"/>
        </p:nvSpPr>
        <p:spPr>
          <a:xfrm>
            <a:off x="11312837" y="6530564"/>
            <a:ext cx="550695" cy="366445"/>
          </a:xfrm>
          <a:prstGeom prst="rect">
            <a:avLst/>
          </a:prstGeom>
        </p:spPr>
        <p:txBody>
          <a:bodyPr vert="horz" wrap="none" lIns="176107" tIns="88053" rIns="176107" bIns="88053" rtlCol="0" anchor="ctr"/>
          <a:lstStyle>
            <a:defPPr>
              <a:defRPr lang="en-US"/>
            </a:defPPr>
            <a:lvl1pPr marR="0" lvl="0" indent="0" algn="ctr" defTabSz="914400"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Fund Ligh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DFCF27A5-1A5B-48D3-A060-2758FFBB1ADD}" type="slidenum">
              <a:rPr lang="en-US" sz="1200" smtClean="0">
                <a:latin typeface="+mn-lt"/>
                <a:ea typeface="+mn-ea"/>
                <a:cs typeface="+mn-cs"/>
                <a:sym typeface="Trebuchet MS" panose="020B0603020202020204" pitchFamily="34" charset="0"/>
              </a:rPr>
              <a:pPr lvl="0"/>
              <a:t>‹#›</a:t>
            </a:fld>
            <a:endParaRPr lang="en-US" sz="1200">
              <a:latin typeface="+mn-lt"/>
              <a:ea typeface="+mn-ea"/>
              <a:cs typeface="+mn-cs"/>
              <a:sym typeface="Trebuchet MS" panose="020B0603020202020204" pitchFamily="34" charset="0"/>
            </a:endParaRPr>
          </a:p>
        </p:txBody>
      </p:sp>
      <p:sp>
        <p:nvSpPr>
          <p:cNvPr id="23" name="Title 7">
            <a:extLst>
              <a:ext uri="{FF2B5EF4-FFF2-40B4-BE49-F238E27FC236}">
                <a16:creationId xmlns:a16="http://schemas.microsoft.com/office/drawing/2014/main" id="{94275B92-2D94-4B61-8DB5-790ACF7D6C0E}"/>
              </a:ext>
            </a:extLst>
          </p:cNvPr>
          <p:cNvSpPr>
            <a:spLocks noGrp="1"/>
          </p:cNvSpPr>
          <p:nvPr>
            <p:ph type="title" hasCustomPrompt="1"/>
          </p:nvPr>
        </p:nvSpPr>
        <p:spPr>
          <a:xfrm>
            <a:off x="2011638" y="203345"/>
            <a:ext cx="9723164" cy="757131"/>
          </a:xfrm>
        </p:spPr>
        <p:txBody>
          <a:bodyPr vert="horz" anchor="ctr">
            <a:noAutofit/>
          </a:bodyPr>
          <a:lstStyle>
            <a:lvl1pPr rtl="0">
              <a:defRPr>
                <a:latin typeface="+mj-lt"/>
                <a:ea typeface="+mj-ea"/>
                <a:cs typeface="+mj-cs"/>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148776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32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D7625CD-4BD3-476C-8CCB-A355E4470ABC}"/>
              </a:ext>
            </a:extLst>
          </p:cNvPr>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5" imgW="338" imgH="338" progId="TCLayout.ActiveDocument.1">
                  <p:embed/>
                </p:oleObj>
              </mc:Choice>
              <mc:Fallback>
                <p:oleObj name="think-cell Slide" r:id="rId5" imgW="338" imgH="338" progId="TCLayout.ActiveDocument.1">
                  <p:embed/>
                  <p:pic>
                    <p:nvPicPr>
                      <p:cNvPr id="7" name="Object 6" hidden="1">
                        <a:extLst>
                          <a:ext uri="{FF2B5EF4-FFF2-40B4-BE49-F238E27FC236}">
                            <a16:creationId xmlns:a16="http://schemas.microsoft.com/office/drawing/2014/main" id="{8D7625CD-4BD3-476C-8CCB-A355E4470ABC}"/>
                          </a:ext>
                        </a:extLst>
                      </p:cNvPr>
                      <p:cNvPicPr/>
                      <p:nvPr/>
                    </p:nvPicPr>
                    <p:blipFill>
                      <a:blip r:embed="rId6"/>
                      <a:stretch>
                        <a:fillRect/>
                      </a:stretch>
                    </p:blipFill>
                    <p:spPr>
                      <a:xfrm>
                        <a:off x="1590"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A7041539-0E90-4D5C-BCBC-070DE1EED005}"/>
              </a:ext>
            </a:extLst>
          </p:cNvPr>
          <p:cNvSpPr/>
          <p:nvPr userDrawn="1">
            <p:custDataLst>
              <p:tags r:id="rId2"/>
            </p:custDataLst>
          </p:nvPr>
        </p:nvSpPr>
        <p:spPr>
          <a:xfrm>
            <a:off x="2" y="0"/>
            <a:ext cx="15875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eaLnBrk="1">
              <a:lnSpc>
                <a:spcPct val="90000"/>
              </a:lnSpc>
              <a:spcBef>
                <a:spcPct val="0"/>
              </a:spcBef>
              <a:spcAft>
                <a:spcPct val="0"/>
              </a:spcAft>
            </a:pPr>
            <a:endParaRPr lang="en-US" sz="3300" b="0" i="0" baseline="0">
              <a:latin typeface="Calibri Light" panose="020F0302020204030204" pitchFamily="34" charset="0"/>
              <a:ea typeface="+mj-ea"/>
              <a:cs typeface="+mj-cs"/>
              <a:sym typeface="Calibri Light" panose="020F0302020204030204" pitchFamily="34" charset="0"/>
            </a:endParaRPr>
          </a:p>
        </p:txBody>
      </p:sp>
      <p:sp>
        <p:nvSpPr>
          <p:cNvPr id="4" name="1 Shape Name"/>
          <p:cNvSpPr>
            <a:spLocks noGrp="1"/>
          </p:cNvSpPr>
          <p:nvPr>
            <p:ph type="title"/>
            <p:custDataLst>
              <p:tags r:id="rId3"/>
            </p:custDataLst>
          </p:nvPr>
        </p:nvSpPr>
        <p:spPr>
          <a:prstGeom prst="rect">
            <a:avLst/>
          </a:prstGeom>
        </p:spPr>
        <p:txBody>
          <a:bodyPr/>
          <a:lstStyle/>
          <a:p>
            <a:endParaRPr/>
          </a:p>
        </p:txBody>
      </p:sp>
    </p:spTree>
    <p:extLst>
      <p:ext uri="{BB962C8B-B14F-4D97-AF65-F5344CB8AC3E}">
        <p14:creationId xmlns:p14="http://schemas.microsoft.com/office/powerpoint/2010/main" val="1361715347"/>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4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53CB4E5-B16E-4B65-85F0-977D4FD51DF2}"/>
              </a:ext>
            </a:extLst>
          </p:cNvPr>
          <p:cNvGraphicFramePr>
            <a:graphicFrameLocks noChangeAspect="1"/>
          </p:cNvGraphicFramePr>
          <p:nvPr userDrawn="1">
            <p:custDataLst>
              <p:tags r:id="rId1"/>
            </p:custDataLst>
            <p:extLst>
              <p:ext uri="{D42A27DB-BD31-4B8C-83A1-F6EECF244321}">
                <p14:modId xmlns:p14="http://schemas.microsoft.com/office/powerpoint/2010/main" val="2841716113"/>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think-cell data - do not delete" hidden="1">
                        <a:extLst>
                          <a:ext uri="{FF2B5EF4-FFF2-40B4-BE49-F238E27FC236}">
                            <a16:creationId xmlns:a16="http://schemas.microsoft.com/office/drawing/2014/main" id="{953CB4E5-B16E-4B65-85F0-977D4FD51DF2}"/>
                          </a:ext>
                        </a:extLst>
                      </p:cNvPr>
                      <p:cNvPicPr/>
                      <p:nvPr/>
                    </p:nvPicPr>
                    <p:blipFill>
                      <a:blip r:embed="rId4"/>
                      <a:stretch>
                        <a:fillRect/>
                      </a:stretch>
                    </p:blipFill>
                    <p:spPr>
                      <a:xfrm>
                        <a:off x="2119" y="2119"/>
                        <a:ext cx="2117" cy="2117"/>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5E80089B-A60E-4C34-B972-11D74A813D26}"/>
              </a:ext>
            </a:extLst>
          </p:cNvPr>
          <p:cNvSpPr/>
          <p:nvPr userDrawn="1"/>
        </p:nvSpPr>
        <p:spPr>
          <a:xfrm>
            <a:off x="-110653" y="-48080"/>
            <a:ext cx="12413311" cy="6992451"/>
          </a:xfrm>
          <a:prstGeom prst="rect">
            <a:avLst/>
          </a:prstGeom>
          <a:solidFill>
            <a:srgbClr val="013530"/>
          </a:solidFill>
          <a:ln w="12700" cap="flat" cmpd="sng" algn="ctr">
            <a:noFill/>
            <a:prstDash val="solid"/>
            <a:miter lim="800000"/>
          </a:ln>
          <a:effectLst/>
        </p:spPr>
        <p:txBody>
          <a:bodyPr rtlCol="0" anchor="ctr"/>
          <a:lstStyle/>
          <a:p>
            <a:pPr marL="0" marR="0" lvl="0" indent="0" algn="ctr" defTabSz="880463"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pic>
        <p:nvPicPr>
          <p:cNvPr id="17" name="Picture 16">
            <a:extLst>
              <a:ext uri="{FF2B5EF4-FFF2-40B4-BE49-F238E27FC236}">
                <a16:creationId xmlns:a16="http://schemas.microsoft.com/office/drawing/2014/main" id="{827F3212-A2CE-4427-B8AB-B5FA49A73D7D}"/>
              </a:ext>
            </a:extLst>
          </p:cNvPr>
          <p:cNvPicPr>
            <a:picLocks noChangeAspect="1"/>
          </p:cNvPicPr>
          <p:nvPr userDrawn="1"/>
        </p:nvPicPr>
        <p:blipFill rotWithShape="1">
          <a:blip r:embed="rId5" cstate="screen">
            <a:alphaModFix amt="50000"/>
            <a:extLst>
              <a:ext uri="{28A0092B-C50C-407E-A947-70E740481C1C}">
                <a14:useLocalDpi xmlns:a14="http://schemas.microsoft.com/office/drawing/2010/main"/>
              </a:ext>
            </a:extLst>
          </a:blip>
          <a:srcRect b="-49"/>
          <a:stretch/>
        </p:blipFill>
        <p:spPr>
          <a:xfrm rot="16200000">
            <a:off x="2599777" y="-2755323"/>
            <a:ext cx="6992451" cy="12406936"/>
          </a:xfrm>
          <a:prstGeom prst="rect">
            <a:avLst/>
          </a:prstGeom>
        </p:spPr>
      </p:pic>
      <p:sp>
        <p:nvSpPr>
          <p:cNvPr id="31" name="TextBox 30">
            <a:extLst>
              <a:ext uri="{FF2B5EF4-FFF2-40B4-BE49-F238E27FC236}">
                <a16:creationId xmlns:a16="http://schemas.microsoft.com/office/drawing/2014/main" id="{4CEB05F9-D8E8-4905-B874-933AB978F443}"/>
              </a:ext>
            </a:extLst>
          </p:cNvPr>
          <p:cNvSpPr txBox="1"/>
          <p:nvPr userDrawn="1"/>
        </p:nvSpPr>
        <p:spPr>
          <a:xfrm>
            <a:off x="296277" y="5664306"/>
            <a:ext cx="4681539" cy="679610"/>
          </a:xfrm>
          <a:prstGeom prst="rect">
            <a:avLst/>
          </a:prstGeom>
          <a:noFill/>
        </p:spPr>
        <p:txBody>
          <a:bodyPr wrap="square">
            <a:spAutoFit/>
          </a:bodyPr>
          <a:lstStyle/>
          <a:p>
            <a:pPr marL="0" marR="33018" lvl="0" indent="0" algn="just" defTabSz="609570" eaLnBrk="1" fontAlgn="auto" latinLnBrk="0" hangingPunct="1">
              <a:lnSpc>
                <a:spcPct val="100000"/>
              </a:lnSpc>
              <a:spcBef>
                <a:spcPts val="108"/>
              </a:spcBef>
              <a:spcAft>
                <a:spcPts val="0"/>
              </a:spcAft>
              <a:buClrTx/>
              <a:buSzTx/>
              <a:buFontTx/>
              <a:buNone/>
              <a:tabLst/>
              <a:defRPr/>
            </a:pPr>
            <a:r>
              <a:rPr kumimoji="0" lang="en-US" sz="1333" b="0" i="0" u="none" strike="noStrike" kern="0" cap="none" spc="0" normalizeH="0" baseline="0" noProof="0">
                <a:ln>
                  <a:noFill/>
                </a:ln>
                <a:solidFill>
                  <a:srgbClr val="00342B"/>
                </a:solidFill>
                <a:effectLst/>
                <a:uLnTx/>
                <a:uFillTx/>
              </a:rPr>
              <a:t>CONFIDENTIAL </a:t>
            </a:r>
          </a:p>
          <a:p>
            <a:pPr marL="0" marR="33018" lvl="0" indent="0" algn="just" defTabSz="609570" eaLnBrk="1" fontAlgn="auto" latinLnBrk="0" hangingPunct="1">
              <a:lnSpc>
                <a:spcPct val="100000"/>
              </a:lnSpc>
              <a:spcBef>
                <a:spcPts val="108"/>
              </a:spcBef>
              <a:spcAft>
                <a:spcPts val="0"/>
              </a:spcAft>
              <a:buClrTx/>
              <a:buSzTx/>
              <a:buFontTx/>
              <a:buNone/>
              <a:tabLst/>
              <a:defRPr/>
            </a:pPr>
            <a:r>
              <a:rPr kumimoji="0" lang="en-US" sz="800" b="0" i="0" u="none" strike="noStrike" kern="0" cap="none" spc="0" normalizeH="0" baseline="0" noProof="0">
                <a:ln>
                  <a:noFill/>
                </a:ln>
                <a:solidFill>
                  <a:srgbClr val="00342B"/>
                </a:solidFill>
                <a:effectLst/>
                <a:uLnTx/>
                <a:uFillTx/>
              </a:rPr>
              <a:t>The contents of this document are strictly confidential, please do not share, republish,, display or report it for any purpose, in any form or by any means without the prior and express consent of the Public Investment Fund.</a:t>
            </a:r>
          </a:p>
        </p:txBody>
      </p:sp>
      <p:pic>
        <p:nvPicPr>
          <p:cNvPr id="2" name="Graphic 1">
            <a:extLst>
              <a:ext uri="{FF2B5EF4-FFF2-40B4-BE49-F238E27FC236}">
                <a16:creationId xmlns:a16="http://schemas.microsoft.com/office/drawing/2014/main" id="{64B827F2-231A-0155-67BC-0352B6F45C85}"/>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419100" y="605372"/>
            <a:ext cx="2974585" cy="1040335"/>
          </a:xfrm>
          <a:prstGeom prst="rect">
            <a:avLst/>
          </a:prstGeom>
        </p:spPr>
      </p:pic>
    </p:spTree>
    <p:extLst>
      <p:ext uri="{BB962C8B-B14F-4D97-AF65-F5344CB8AC3E}">
        <p14:creationId xmlns:p14="http://schemas.microsoft.com/office/powerpoint/2010/main" val="1772144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ags" Target="../tags/tag26.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2.xml"/><Relationship Id="rId2" Type="http://schemas.openxmlformats.org/officeDocument/2006/relationships/slideLayout" Target="../slideLayouts/slideLayout26.xml"/><Relationship Id="rId16" Type="http://schemas.openxmlformats.org/officeDocument/2006/relationships/image" Target="../media/image2.sv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emf"/><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oleObject" Target="../embeddings/oleObject14.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image" Target="../media/image2.svg"/><Relationship Id="rId2" Type="http://schemas.openxmlformats.org/officeDocument/2006/relationships/slideLayout" Target="../slideLayouts/slideLayout37.xml"/><Relationship Id="rId16" Type="http://schemas.openxmlformats.org/officeDocument/2006/relationships/image" Target="../media/image1.emf"/><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oleObject" Target="../embeddings/oleObject1.bin"/><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ags" Target="../tags/tag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6"/>
            </p:custDataLst>
            <p:extLst>
              <p:ext uri="{D42A27DB-BD31-4B8C-83A1-F6EECF244321}">
                <p14:modId xmlns:p14="http://schemas.microsoft.com/office/powerpoint/2010/main" val="2626781898"/>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 name="Object 1" hidden="1"/>
                      <p:cNvPicPr/>
                      <p:nvPr/>
                    </p:nvPicPr>
                    <p:blipFill>
                      <a:blip r:embed="rId28"/>
                      <a:stretch>
                        <a:fillRect/>
                      </a:stretch>
                    </p:blipFill>
                    <p:spPr>
                      <a:xfrm>
                        <a:off x="1589" y="1589"/>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1"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cs typeface="Fund Light" pitchFamily="2" charset="-78"/>
                <a:sym typeface="Trebuchet MS" panose="020B0603020202020204" pitchFamily="34" charset="0"/>
              </a:defRPr>
            </a:lvl1pPr>
          </a:lstStyle>
          <a:p>
            <a:endParaRPr lang="en-US"/>
          </a:p>
        </p:txBody>
      </p:sp>
      <p:sp>
        <p:nvSpPr>
          <p:cNvPr id="4" name="Text Placeholder 3"/>
          <p:cNvSpPr>
            <a:spLocks noGrp="1"/>
          </p:cNvSpPr>
          <p:nvPr>
            <p:ph type="body" idx="1"/>
          </p:nvPr>
        </p:nvSpPr>
        <p:spPr>
          <a:xfrm>
            <a:off x="418764" y="1394050"/>
            <a:ext cx="11228832" cy="479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p:cNvSpPr>
            <a:spLocks noGrp="1"/>
          </p:cNvSpPr>
          <p:nvPr>
            <p:ph type="title"/>
          </p:nvPr>
        </p:nvSpPr>
        <p:spPr>
          <a:xfrm>
            <a:off x="1426634" y="288921"/>
            <a:ext cx="10220962" cy="646331"/>
          </a:xfrm>
          <a:prstGeom prst="rect">
            <a:avLst/>
          </a:prstGeom>
          <a:solidFill>
            <a:schemeClr val="bg1"/>
          </a:solidFill>
          <a:effectLst/>
        </p:spPr>
        <p:txBody>
          <a:bodyPr vert="horz" wrap="square" anchor="b">
            <a:spAutoFit/>
          </a:bodyPr>
          <a:lstStyle/>
          <a:p>
            <a:pPr marL="0" lvl="0" rtl="1"/>
            <a:r>
              <a:rPr lang="en-US"/>
              <a:t>Click to add title</a:t>
            </a:r>
            <a:br>
              <a:rPr lang="en-US"/>
            </a:br>
            <a:r>
              <a:rPr lang="en-US"/>
              <a:t>XX</a:t>
            </a:r>
          </a:p>
        </p:txBody>
      </p:sp>
      <p:sp>
        <p:nvSpPr>
          <p:cNvPr id="28" name="Rectangle 27">
            <a:extLst>
              <a:ext uri="{FF2B5EF4-FFF2-40B4-BE49-F238E27FC236}">
                <a16:creationId xmlns:a16="http://schemas.microsoft.com/office/drawing/2014/main" id="{7F0D2172-D7FB-4EDD-B320-E9E3F0AF8532}"/>
              </a:ext>
            </a:extLst>
          </p:cNvPr>
          <p:cNvSpPr/>
          <p:nvPr userDrawn="1"/>
        </p:nvSpPr>
        <p:spPr>
          <a:xfrm>
            <a:off x="11414291" y="6561138"/>
            <a:ext cx="347784" cy="305301"/>
          </a:xfrm>
          <a:prstGeom prst="rect">
            <a:avLst/>
          </a:prstGeom>
          <a:solidFill>
            <a:srgbClr val="C39A5C"/>
          </a:solidFill>
          <a:ln w="12700" cap="flat" cmpd="sng" algn="ctr">
            <a:noFill/>
            <a:prstDash val="solid"/>
            <a:miter lim="800000"/>
          </a:ln>
          <a:effectLst/>
        </p:spPr>
        <p:txBody>
          <a:bodyPr rtlCol="0" anchor="ct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12" name="TextBox 11"/>
          <p:cNvSpPr txBox="1"/>
          <p:nvPr/>
        </p:nvSpPr>
        <p:spPr>
          <a:xfrm>
            <a:off x="11312835" y="6530564"/>
            <a:ext cx="550695" cy="366445"/>
          </a:xfrm>
          <a:prstGeom prst="rect">
            <a:avLst/>
          </a:prstGeom>
        </p:spPr>
        <p:txBody>
          <a:bodyPr vert="horz" wrap="none" lIns="176107" tIns="88053" rIns="176107" bIns="88053" rtlCol="0" anchor="ctr"/>
          <a:lstStyle>
            <a:defPPr>
              <a:defRPr lang="en-US"/>
            </a:defPPr>
            <a:lvl1pPr marR="0" lvl="0" indent="0" algn="ctr" defTabSz="914400"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Fund Ligh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DFCF27A5-1A5B-48D3-A060-2758FFBB1ADD}" type="slidenum">
              <a:rPr lang="en-US" sz="1200" smtClean="0">
                <a:sym typeface="Trebuchet MS" panose="020B0603020202020204" pitchFamily="34" charset="0"/>
              </a:rPr>
              <a:pPr lvl="0"/>
              <a:t>‹#›</a:t>
            </a:fld>
            <a:endParaRPr lang="en-US" sz="1200">
              <a:sym typeface="Trebuchet MS" panose="020B0603020202020204" pitchFamily="34" charset="0"/>
            </a:endParaRPr>
          </a:p>
        </p:txBody>
      </p:sp>
      <p:cxnSp>
        <p:nvCxnSpPr>
          <p:cNvPr id="22" name="Straight Connector 21">
            <a:extLst>
              <a:ext uri="{FF2B5EF4-FFF2-40B4-BE49-F238E27FC236}">
                <a16:creationId xmlns:a16="http://schemas.microsoft.com/office/drawing/2014/main" id="{8677D7D6-89BF-B47C-258F-6BDB3F4B2478}"/>
              </a:ext>
            </a:extLst>
          </p:cNvPr>
          <p:cNvCxnSpPr>
            <a:cxnSpLocks/>
          </p:cNvCxnSpPr>
          <p:nvPr userDrawn="1"/>
        </p:nvCxnSpPr>
        <p:spPr>
          <a:xfrm>
            <a:off x="1426634" y="948410"/>
            <a:ext cx="10220962" cy="0"/>
          </a:xfrm>
          <a:prstGeom prst="line">
            <a:avLst/>
          </a:prstGeom>
          <a:noFill/>
          <a:ln w="19050" cap="rnd" cmpd="sng" algn="ctr">
            <a:solidFill>
              <a:schemeClr val="tx2"/>
            </a:solidFill>
            <a:prstDash val="solid"/>
            <a:round/>
          </a:ln>
          <a:effectLst/>
        </p:spPr>
      </p:cxnSp>
      <p:grpSp>
        <p:nvGrpSpPr>
          <p:cNvPr id="3" name="Group 2">
            <a:extLst>
              <a:ext uri="{FF2B5EF4-FFF2-40B4-BE49-F238E27FC236}">
                <a16:creationId xmlns:a16="http://schemas.microsoft.com/office/drawing/2014/main" id="{B29BE3F3-4417-0DD3-5EA4-6172031A34F8}"/>
              </a:ext>
            </a:extLst>
          </p:cNvPr>
          <p:cNvGrpSpPr/>
          <p:nvPr userDrawn="1"/>
        </p:nvGrpSpPr>
        <p:grpSpPr>
          <a:xfrm>
            <a:off x="346407" y="593754"/>
            <a:ext cx="1011242" cy="393036"/>
            <a:chOff x="-1167110" y="595256"/>
            <a:chExt cx="1016594" cy="395116"/>
          </a:xfrm>
        </p:grpSpPr>
        <p:pic>
          <p:nvPicPr>
            <p:cNvPr id="5" name="Graphic 4">
              <a:extLst>
                <a:ext uri="{FF2B5EF4-FFF2-40B4-BE49-F238E27FC236}">
                  <a16:creationId xmlns:a16="http://schemas.microsoft.com/office/drawing/2014/main" id="{D5D5098A-A4F9-BC7A-029F-FE17785C168D}"/>
                </a:ext>
              </a:extLst>
            </p:cNvPr>
            <p:cNvPicPr>
              <a:picLocks noChangeAspect="1"/>
            </p:cNvPicPr>
            <p:nvPr/>
          </p:nvPicPr>
          <p:blipFill rotWithShape="1">
            <a:blip>
              <a:extLst>
                <a:ext uri="{96DAC541-7B7A-43D3-8B79-37D633B846F1}">
                  <asvg:svgBlip xmlns:asvg="http://schemas.microsoft.com/office/drawing/2016/SVG/main" r:embed="rId29"/>
                </a:ext>
              </a:extLst>
            </a:blip>
            <a:srcRect r="70656"/>
            <a:stretch/>
          </p:blipFill>
          <p:spPr>
            <a:xfrm>
              <a:off x="-1167110" y="595256"/>
              <a:ext cx="331507" cy="395116"/>
            </a:xfrm>
            <a:prstGeom prst="rect">
              <a:avLst/>
            </a:prstGeom>
          </p:spPr>
        </p:pic>
        <p:pic>
          <p:nvPicPr>
            <p:cNvPr id="6" name="Graphic 5">
              <a:extLst>
                <a:ext uri="{FF2B5EF4-FFF2-40B4-BE49-F238E27FC236}">
                  <a16:creationId xmlns:a16="http://schemas.microsoft.com/office/drawing/2014/main" id="{FDE37C71-D421-0C7A-04F3-D0D438F17B78}"/>
                </a:ext>
              </a:extLst>
            </p:cNvPr>
            <p:cNvPicPr>
              <a:picLocks noChangeAspect="1"/>
            </p:cNvPicPr>
            <p:nvPr/>
          </p:nvPicPr>
          <p:blipFill rotWithShape="1">
            <a:blip>
              <a:extLst>
                <a:ext uri="{96DAC541-7B7A-43D3-8B79-37D633B846F1}">
                  <asvg:svgBlip xmlns:asvg="http://schemas.microsoft.com/office/drawing/2016/SVG/main" r:embed="rId29"/>
                </a:ext>
              </a:extLst>
            </a:blip>
            <a:srcRect l="29344"/>
            <a:stretch/>
          </p:blipFill>
          <p:spPr>
            <a:xfrm>
              <a:off x="-870149" y="614709"/>
              <a:ext cx="719633" cy="356211"/>
            </a:xfrm>
            <a:prstGeom prst="rect">
              <a:avLst/>
            </a:prstGeom>
          </p:spPr>
        </p:pic>
      </p:grpSp>
    </p:spTree>
    <p:extLst>
      <p:ext uri="{BB962C8B-B14F-4D97-AF65-F5344CB8AC3E}">
        <p14:creationId xmlns:p14="http://schemas.microsoft.com/office/powerpoint/2010/main" val="304267383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377" rtl="0" eaLnBrk="1" latinLnBrk="0" hangingPunct="1">
        <a:lnSpc>
          <a:spcPct val="90000"/>
        </a:lnSpc>
        <a:spcBef>
          <a:spcPct val="0"/>
        </a:spcBef>
        <a:buNone/>
        <a:defRPr lang="en-US" sz="2000" kern="1200" dirty="0">
          <a:solidFill>
            <a:srgbClr val="C4995B"/>
          </a:solidFill>
          <a:latin typeface="+mj-lt"/>
          <a:ea typeface="+mn-ea"/>
          <a:cs typeface="+mn-cs"/>
          <a:sym typeface="Trebuchet MS" panose="020B0603020202020204" pitchFamily="34" charset="0"/>
        </a:defRPr>
      </a:lvl1pPr>
    </p:titleStyle>
    <p:bodyStyle>
      <a:lvl1pPr marL="0" indent="0" algn="l" defTabSz="914377" rtl="0" eaLnBrk="1" latinLnBrk="0" hangingPunct="1">
        <a:lnSpc>
          <a:spcPct val="110000"/>
        </a:lnSpc>
        <a:spcBef>
          <a:spcPts val="600"/>
        </a:spcBef>
        <a:spcAft>
          <a:spcPts val="300"/>
        </a:spcAft>
        <a:buClr>
          <a:srgbClr val="C4995B"/>
        </a:buClr>
        <a:buFont typeface="Arial" panose="020B0604020202020204" pitchFamily="34" charset="0"/>
        <a:buChar char="​"/>
        <a:defRPr lang="en-US" sz="1200" kern="1200">
          <a:solidFill>
            <a:srgbClr val="595959"/>
          </a:solidFill>
          <a:latin typeface="+mn-lt"/>
          <a:ea typeface="+mn-ea"/>
          <a:cs typeface="Fund Light" pitchFamily="2" charset="-78"/>
          <a:sym typeface="Trebuchet MS" panose="020B0603020202020204" pitchFamily="34" charset="0"/>
        </a:defRPr>
      </a:lvl1pPr>
      <a:lvl2pPr marL="284393" indent="-172796" algn="l" defTabSz="914377" rtl="0" eaLnBrk="1" latinLnBrk="0" hangingPunct="1">
        <a:lnSpc>
          <a:spcPct val="90000"/>
        </a:lnSpc>
        <a:spcBef>
          <a:spcPts val="0"/>
        </a:spcBef>
        <a:spcAft>
          <a:spcPts val="300"/>
        </a:spcAft>
        <a:buClr>
          <a:srgbClr val="404040"/>
        </a:buClr>
        <a:buFont typeface="Arial" panose="020B0604020202020204" pitchFamily="34" charset="0"/>
        <a:buChar char="•"/>
        <a:defRPr lang="en-US" sz="1200" kern="1200">
          <a:solidFill>
            <a:srgbClr val="595959"/>
          </a:solidFill>
          <a:latin typeface="+mn-lt"/>
          <a:ea typeface="+mn-ea"/>
          <a:cs typeface="Fund Light" pitchFamily="2" charset="-78"/>
          <a:sym typeface="Trebuchet MS" panose="020B0603020202020204" pitchFamily="34" charset="0"/>
        </a:defRPr>
      </a:lvl2pPr>
      <a:lvl3pPr marL="511187" indent="-165596" algn="l" defTabSz="914377" rtl="0" eaLnBrk="1" latinLnBrk="0" hangingPunct="1">
        <a:lnSpc>
          <a:spcPct val="90000"/>
        </a:lnSpc>
        <a:spcBef>
          <a:spcPts val="0"/>
        </a:spcBef>
        <a:spcAft>
          <a:spcPts val="300"/>
        </a:spcAft>
        <a:buClr>
          <a:srgbClr val="404040"/>
        </a:buClr>
        <a:buFont typeface="Fund Light" pitchFamily="2" charset="-78"/>
        <a:buChar char="‐"/>
        <a:defRPr lang="en-US" sz="1200" kern="1200">
          <a:solidFill>
            <a:srgbClr val="595959"/>
          </a:solidFill>
          <a:latin typeface="+mn-lt"/>
          <a:ea typeface="+mn-ea"/>
          <a:cs typeface="Fund Light" pitchFamily="2" charset="-78"/>
          <a:sym typeface="Trebuchet MS" panose="020B0603020202020204" pitchFamily="34" charset="0"/>
        </a:defRPr>
      </a:lvl3pPr>
      <a:lvl4pPr marL="0" indent="0" algn="l" defTabSz="914377" rtl="0" eaLnBrk="1" latinLnBrk="0" hangingPunct="1">
        <a:lnSpc>
          <a:spcPct val="110000"/>
        </a:lnSpc>
        <a:spcBef>
          <a:spcPts val="300"/>
        </a:spcBef>
        <a:spcAft>
          <a:spcPts val="300"/>
        </a:spcAft>
        <a:buClr>
          <a:srgbClr val="C4995B"/>
        </a:buClr>
        <a:buFont typeface="Arial" panose="020B0604020202020204" pitchFamily="34" charset="0"/>
        <a:buChar char="​"/>
        <a:defRPr lang="en-US" sz="1600" kern="1200">
          <a:solidFill>
            <a:srgbClr val="C4995B"/>
          </a:solidFill>
          <a:latin typeface="+mn-lt"/>
          <a:ea typeface="+mn-ea"/>
          <a:cs typeface="Fund Light" pitchFamily="2" charset="-78"/>
          <a:sym typeface="Trebuchet MS" panose="020B0603020202020204" pitchFamily="34" charset="0"/>
        </a:defRPr>
      </a:lvl4pPr>
      <a:lvl5pPr marL="0" indent="0" algn="l" defTabSz="914377" rtl="0" eaLnBrk="1" latinLnBrk="0" hangingPunct="1">
        <a:lnSpc>
          <a:spcPct val="100000"/>
        </a:lnSpc>
        <a:spcBef>
          <a:spcPts val="0"/>
        </a:spcBef>
        <a:spcAft>
          <a:spcPts val="300"/>
        </a:spcAft>
        <a:buClr>
          <a:srgbClr val="C4995B"/>
        </a:buClr>
        <a:buFont typeface="Arial" panose="020B0604020202020204" pitchFamily="34" charset="0"/>
        <a:buChar char="​"/>
        <a:defRPr lang="en-US" sz="1600" b="1" kern="1200" smtClean="0">
          <a:solidFill>
            <a:srgbClr val="595959"/>
          </a:solidFill>
          <a:latin typeface="+mn-lt"/>
          <a:ea typeface="+mn-ea"/>
          <a:cs typeface="Fund Light" pitchFamily="2" charset="-78"/>
          <a:sym typeface="Trebuchet MS" panose="020B0603020202020204" pitchFamily="34" charset="0"/>
        </a:defRPr>
      </a:lvl5pPr>
      <a:lvl6pPr marL="269868" indent="-152396" algn="l" defTabSz="914377"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377"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377"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377"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4">
          <p15:clr>
            <a:srgbClr val="F26B43"/>
          </p15:clr>
        </p15:guide>
        <p15:guide id="2" pos="264">
          <p15:clr>
            <a:srgbClr val="F26B43"/>
          </p15:clr>
        </p15:guide>
        <p15:guide id="3" pos="7344">
          <p15:clr>
            <a:srgbClr val="F26B43"/>
          </p15:clr>
        </p15:guide>
        <p15:guide id="4" orient="horz" pos="38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3"/>
            </p:custDataLst>
            <p:extLst>
              <p:ext uri="{D42A27DB-BD31-4B8C-83A1-F6EECF244321}">
                <p14:modId xmlns:p14="http://schemas.microsoft.com/office/powerpoint/2010/main" val="1816965703"/>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2" name="Object 1" hidden="1"/>
                      <p:cNvPicPr/>
                      <p:nvPr/>
                    </p:nvPicPr>
                    <p:blipFill>
                      <a:blip r:embed="rId15"/>
                      <a:stretch>
                        <a:fillRect/>
                      </a:stretch>
                    </p:blipFill>
                    <p:spPr>
                      <a:xfrm>
                        <a:off x="1589" y="1589"/>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1"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cs typeface="Fund Light" pitchFamily="2" charset="-78"/>
                <a:sym typeface="Trebuchet MS" panose="020B0603020202020204" pitchFamily="34" charset="0"/>
              </a:defRPr>
            </a:lvl1pPr>
          </a:lstStyle>
          <a:p>
            <a:endParaRPr lang="en-US"/>
          </a:p>
        </p:txBody>
      </p:sp>
      <p:sp>
        <p:nvSpPr>
          <p:cNvPr id="4" name="Text Placeholder 3"/>
          <p:cNvSpPr>
            <a:spLocks noGrp="1"/>
          </p:cNvSpPr>
          <p:nvPr>
            <p:ph type="body" idx="1"/>
          </p:nvPr>
        </p:nvSpPr>
        <p:spPr>
          <a:xfrm>
            <a:off x="418764" y="1394051"/>
            <a:ext cx="11228832" cy="479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p:cNvSpPr>
            <a:spLocks noGrp="1"/>
          </p:cNvSpPr>
          <p:nvPr>
            <p:ph type="title"/>
          </p:nvPr>
        </p:nvSpPr>
        <p:spPr>
          <a:xfrm>
            <a:off x="1426633" y="288922"/>
            <a:ext cx="10220963" cy="646331"/>
          </a:xfrm>
          <a:prstGeom prst="rect">
            <a:avLst/>
          </a:prstGeom>
          <a:solidFill>
            <a:schemeClr val="bg1"/>
          </a:solidFill>
          <a:effectLst/>
        </p:spPr>
        <p:txBody>
          <a:bodyPr vert="horz" wrap="square" anchor="b">
            <a:spAutoFit/>
          </a:bodyPr>
          <a:lstStyle/>
          <a:p>
            <a:pPr marL="0" lvl="0" rtl="1"/>
            <a:r>
              <a:rPr lang="en-US"/>
              <a:t>Click to add title</a:t>
            </a:r>
            <a:br>
              <a:rPr lang="en-US"/>
            </a:br>
            <a:r>
              <a:rPr lang="en-US"/>
              <a:t>XX</a:t>
            </a:r>
          </a:p>
        </p:txBody>
      </p:sp>
      <p:sp>
        <p:nvSpPr>
          <p:cNvPr id="28" name="Rectangle 27">
            <a:extLst>
              <a:ext uri="{FF2B5EF4-FFF2-40B4-BE49-F238E27FC236}">
                <a16:creationId xmlns:a16="http://schemas.microsoft.com/office/drawing/2014/main" id="{7F0D2172-D7FB-4EDD-B320-E9E3F0AF8532}"/>
              </a:ext>
            </a:extLst>
          </p:cNvPr>
          <p:cNvSpPr/>
          <p:nvPr userDrawn="1"/>
        </p:nvSpPr>
        <p:spPr>
          <a:xfrm>
            <a:off x="11414291" y="6561139"/>
            <a:ext cx="347784" cy="305301"/>
          </a:xfrm>
          <a:prstGeom prst="rect">
            <a:avLst/>
          </a:prstGeom>
          <a:solidFill>
            <a:srgbClr val="C39A5C"/>
          </a:solidFill>
          <a:ln w="12700" cap="flat" cmpd="sng" algn="ctr">
            <a:noFill/>
            <a:prstDash val="solid"/>
            <a:miter lim="800000"/>
          </a:ln>
          <a:effectLst/>
        </p:spPr>
        <p:txBody>
          <a:bodyPr rtlCol="0" anchor="ctr"/>
          <a:lstStyle/>
          <a:p>
            <a:pPr marL="0" marR="0" lvl="0" indent="0" algn="ctr" defTabSz="609570"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12" name="TextBox 11"/>
          <p:cNvSpPr txBox="1"/>
          <p:nvPr/>
        </p:nvSpPr>
        <p:spPr>
          <a:xfrm>
            <a:off x="11312837" y="6530564"/>
            <a:ext cx="550695" cy="366445"/>
          </a:xfrm>
          <a:prstGeom prst="rect">
            <a:avLst/>
          </a:prstGeom>
        </p:spPr>
        <p:txBody>
          <a:bodyPr vert="horz" wrap="none" lIns="176107" tIns="88053" rIns="176107" bIns="88053" rtlCol="0" anchor="ctr"/>
          <a:lstStyle>
            <a:defPPr>
              <a:defRPr lang="en-US"/>
            </a:defPPr>
            <a:lvl1pPr marR="0" lvl="0" indent="0" algn="ctr" defTabSz="914400"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Fund Ligh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DFCF27A5-1A5B-48D3-A060-2758FFBB1ADD}" type="slidenum">
              <a:rPr lang="en-US" sz="1200" smtClean="0">
                <a:sym typeface="Trebuchet MS" panose="020B0603020202020204" pitchFamily="34" charset="0"/>
              </a:rPr>
              <a:pPr lvl="0"/>
              <a:t>‹#›</a:t>
            </a:fld>
            <a:endParaRPr lang="en-US" sz="1200">
              <a:sym typeface="Trebuchet MS" panose="020B0603020202020204" pitchFamily="34" charset="0"/>
            </a:endParaRPr>
          </a:p>
        </p:txBody>
      </p:sp>
      <p:cxnSp>
        <p:nvCxnSpPr>
          <p:cNvPr id="22" name="Straight Connector 21">
            <a:extLst>
              <a:ext uri="{FF2B5EF4-FFF2-40B4-BE49-F238E27FC236}">
                <a16:creationId xmlns:a16="http://schemas.microsoft.com/office/drawing/2014/main" id="{8677D7D6-89BF-B47C-258F-6BDB3F4B2478}"/>
              </a:ext>
            </a:extLst>
          </p:cNvPr>
          <p:cNvCxnSpPr>
            <a:cxnSpLocks/>
          </p:cNvCxnSpPr>
          <p:nvPr userDrawn="1"/>
        </p:nvCxnSpPr>
        <p:spPr>
          <a:xfrm>
            <a:off x="1426633" y="948411"/>
            <a:ext cx="10220963" cy="0"/>
          </a:xfrm>
          <a:prstGeom prst="line">
            <a:avLst/>
          </a:prstGeom>
          <a:noFill/>
          <a:ln w="19050" cap="rnd" cmpd="sng" algn="ctr">
            <a:solidFill>
              <a:schemeClr val="tx2"/>
            </a:solidFill>
            <a:prstDash val="solid"/>
            <a:round/>
          </a:ln>
          <a:effectLst/>
        </p:spPr>
      </p:cxnSp>
      <p:grpSp>
        <p:nvGrpSpPr>
          <p:cNvPr id="3" name="Group 2">
            <a:extLst>
              <a:ext uri="{FF2B5EF4-FFF2-40B4-BE49-F238E27FC236}">
                <a16:creationId xmlns:a16="http://schemas.microsoft.com/office/drawing/2014/main" id="{B29BE3F3-4417-0DD3-5EA4-6172031A34F8}"/>
              </a:ext>
            </a:extLst>
          </p:cNvPr>
          <p:cNvGrpSpPr/>
          <p:nvPr userDrawn="1"/>
        </p:nvGrpSpPr>
        <p:grpSpPr>
          <a:xfrm>
            <a:off x="346407" y="593755"/>
            <a:ext cx="1011243" cy="393036"/>
            <a:chOff x="-1167110" y="595256"/>
            <a:chExt cx="1016594" cy="395116"/>
          </a:xfrm>
        </p:grpSpPr>
        <p:pic>
          <p:nvPicPr>
            <p:cNvPr id="5" name="Graphic 4">
              <a:extLst>
                <a:ext uri="{FF2B5EF4-FFF2-40B4-BE49-F238E27FC236}">
                  <a16:creationId xmlns:a16="http://schemas.microsoft.com/office/drawing/2014/main" id="{D5D5098A-A4F9-BC7A-029F-FE17785C168D}"/>
                </a:ext>
              </a:extLst>
            </p:cNvPr>
            <p:cNvPicPr>
              <a:picLocks noChangeAspect="1"/>
            </p:cNvPicPr>
            <p:nvPr/>
          </p:nvPicPr>
          <p:blipFill rotWithShape="1">
            <a:blip>
              <a:extLst>
                <a:ext uri="{96DAC541-7B7A-43D3-8B79-37D633B846F1}">
                  <asvg:svgBlip xmlns:asvg="http://schemas.microsoft.com/office/drawing/2016/SVG/main" r:embed="rId16"/>
                </a:ext>
              </a:extLst>
            </a:blip>
            <a:srcRect r="70656"/>
            <a:stretch/>
          </p:blipFill>
          <p:spPr>
            <a:xfrm>
              <a:off x="-1167110" y="595256"/>
              <a:ext cx="331507" cy="395116"/>
            </a:xfrm>
            <a:prstGeom prst="rect">
              <a:avLst/>
            </a:prstGeom>
          </p:spPr>
        </p:pic>
        <p:pic>
          <p:nvPicPr>
            <p:cNvPr id="6" name="Graphic 5">
              <a:extLst>
                <a:ext uri="{FF2B5EF4-FFF2-40B4-BE49-F238E27FC236}">
                  <a16:creationId xmlns:a16="http://schemas.microsoft.com/office/drawing/2014/main" id="{FDE37C71-D421-0C7A-04F3-D0D438F17B78}"/>
                </a:ext>
              </a:extLst>
            </p:cNvPr>
            <p:cNvPicPr>
              <a:picLocks noChangeAspect="1"/>
            </p:cNvPicPr>
            <p:nvPr/>
          </p:nvPicPr>
          <p:blipFill rotWithShape="1">
            <a:blip>
              <a:extLst>
                <a:ext uri="{96DAC541-7B7A-43D3-8B79-37D633B846F1}">
                  <asvg:svgBlip xmlns:asvg="http://schemas.microsoft.com/office/drawing/2016/SVG/main" r:embed="rId16"/>
                </a:ext>
              </a:extLst>
            </a:blip>
            <a:srcRect l="29344"/>
            <a:stretch/>
          </p:blipFill>
          <p:spPr>
            <a:xfrm>
              <a:off x="-870149" y="614709"/>
              <a:ext cx="719633" cy="356211"/>
            </a:xfrm>
            <a:prstGeom prst="rect">
              <a:avLst/>
            </a:prstGeom>
          </p:spPr>
        </p:pic>
      </p:grpSp>
    </p:spTree>
    <p:extLst>
      <p:ext uri="{BB962C8B-B14F-4D97-AF65-F5344CB8AC3E}">
        <p14:creationId xmlns:p14="http://schemas.microsoft.com/office/powerpoint/2010/main" val="295362714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354" rtl="0" eaLnBrk="1" latinLnBrk="0" hangingPunct="1">
        <a:lnSpc>
          <a:spcPct val="90000"/>
        </a:lnSpc>
        <a:spcBef>
          <a:spcPct val="0"/>
        </a:spcBef>
        <a:buNone/>
        <a:defRPr lang="en-US" sz="2000" kern="1200" dirty="0">
          <a:solidFill>
            <a:srgbClr val="C4995B"/>
          </a:solidFill>
          <a:latin typeface="+mj-lt"/>
          <a:ea typeface="+mn-ea"/>
          <a:cs typeface="+mn-cs"/>
          <a:sym typeface="Trebuchet MS" panose="020B0603020202020204" pitchFamily="34" charset="0"/>
        </a:defRPr>
      </a:lvl1pPr>
    </p:titleStyle>
    <p:bodyStyle>
      <a:lvl1pPr marL="0" indent="0" algn="l" defTabSz="914354" rtl="0" eaLnBrk="1" latinLnBrk="0" hangingPunct="1">
        <a:lnSpc>
          <a:spcPct val="110000"/>
        </a:lnSpc>
        <a:spcBef>
          <a:spcPts val="600"/>
        </a:spcBef>
        <a:spcAft>
          <a:spcPts val="300"/>
        </a:spcAft>
        <a:buClr>
          <a:srgbClr val="C4995B"/>
        </a:buClr>
        <a:buFont typeface="Arial" panose="020B0604020202020204" pitchFamily="34" charset="0"/>
        <a:buChar char="​"/>
        <a:defRPr lang="en-US" sz="1200" kern="1200">
          <a:solidFill>
            <a:srgbClr val="595959"/>
          </a:solidFill>
          <a:latin typeface="+mn-lt"/>
          <a:ea typeface="+mn-ea"/>
          <a:cs typeface="Fund Light" pitchFamily="2" charset="-78"/>
          <a:sym typeface="Trebuchet MS" panose="020B0603020202020204" pitchFamily="34" charset="0"/>
        </a:defRPr>
      </a:lvl1pPr>
      <a:lvl2pPr marL="284386" indent="-172792" algn="l" defTabSz="914354" rtl="0" eaLnBrk="1" latinLnBrk="0" hangingPunct="1">
        <a:lnSpc>
          <a:spcPct val="90000"/>
        </a:lnSpc>
        <a:spcBef>
          <a:spcPts val="0"/>
        </a:spcBef>
        <a:spcAft>
          <a:spcPts val="300"/>
        </a:spcAft>
        <a:buClr>
          <a:srgbClr val="404040"/>
        </a:buClr>
        <a:buFont typeface="Arial" panose="020B0604020202020204" pitchFamily="34" charset="0"/>
        <a:buChar char="•"/>
        <a:defRPr lang="en-US" sz="1200" kern="1200">
          <a:solidFill>
            <a:srgbClr val="595959"/>
          </a:solidFill>
          <a:latin typeface="+mn-lt"/>
          <a:ea typeface="+mn-ea"/>
          <a:cs typeface="Fund Light" pitchFamily="2" charset="-78"/>
          <a:sym typeface="Trebuchet MS" panose="020B0603020202020204" pitchFamily="34" charset="0"/>
        </a:defRPr>
      </a:lvl2pPr>
      <a:lvl3pPr marL="511174" indent="-165592" algn="l" defTabSz="914354" rtl="0" eaLnBrk="1" latinLnBrk="0" hangingPunct="1">
        <a:lnSpc>
          <a:spcPct val="90000"/>
        </a:lnSpc>
        <a:spcBef>
          <a:spcPts val="0"/>
        </a:spcBef>
        <a:spcAft>
          <a:spcPts val="300"/>
        </a:spcAft>
        <a:buClr>
          <a:srgbClr val="404040"/>
        </a:buClr>
        <a:buFont typeface="Fund Light" pitchFamily="2" charset="-78"/>
        <a:buChar char="‐"/>
        <a:defRPr lang="en-US" sz="1200" kern="1200">
          <a:solidFill>
            <a:srgbClr val="595959"/>
          </a:solidFill>
          <a:latin typeface="+mn-lt"/>
          <a:ea typeface="+mn-ea"/>
          <a:cs typeface="Fund Light" pitchFamily="2" charset="-78"/>
          <a:sym typeface="Trebuchet MS" panose="020B0603020202020204" pitchFamily="34" charset="0"/>
        </a:defRPr>
      </a:lvl3pPr>
      <a:lvl4pPr marL="0" indent="0" algn="l" defTabSz="914354" rtl="0" eaLnBrk="1" latinLnBrk="0" hangingPunct="1">
        <a:lnSpc>
          <a:spcPct val="110000"/>
        </a:lnSpc>
        <a:spcBef>
          <a:spcPts val="300"/>
        </a:spcBef>
        <a:spcAft>
          <a:spcPts val="300"/>
        </a:spcAft>
        <a:buClr>
          <a:srgbClr val="C4995B"/>
        </a:buClr>
        <a:buFont typeface="Arial" panose="020B0604020202020204" pitchFamily="34" charset="0"/>
        <a:buChar char="​"/>
        <a:defRPr lang="en-US" sz="1600" kern="1200">
          <a:solidFill>
            <a:srgbClr val="C4995B"/>
          </a:solidFill>
          <a:latin typeface="+mn-lt"/>
          <a:ea typeface="+mn-ea"/>
          <a:cs typeface="Fund Light" pitchFamily="2" charset="-78"/>
          <a:sym typeface="Trebuchet MS" panose="020B0603020202020204" pitchFamily="34" charset="0"/>
        </a:defRPr>
      </a:lvl4pPr>
      <a:lvl5pPr marL="0" indent="0" algn="l" defTabSz="914354" rtl="0" eaLnBrk="1" latinLnBrk="0" hangingPunct="1">
        <a:lnSpc>
          <a:spcPct val="100000"/>
        </a:lnSpc>
        <a:spcBef>
          <a:spcPts val="0"/>
        </a:spcBef>
        <a:spcAft>
          <a:spcPts val="300"/>
        </a:spcAft>
        <a:buClr>
          <a:srgbClr val="C4995B"/>
        </a:buClr>
        <a:buFont typeface="Arial" panose="020B0604020202020204" pitchFamily="34" charset="0"/>
        <a:buChar char="​"/>
        <a:defRPr lang="en-US" sz="1600" b="1" kern="1200" smtClean="0">
          <a:solidFill>
            <a:srgbClr val="595959"/>
          </a:solidFill>
          <a:latin typeface="+mn-lt"/>
          <a:ea typeface="+mn-ea"/>
          <a:cs typeface="Fund Light" pitchFamily="2" charset="-78"/>
          <a:sym typeface="Trebuchet MS" panose="020B0603020202020204" pitchFamily="34" charset="0"/>
        </a:defRPr>
      </a:lvl5pPr>
      <a:lvl6pPr marL="269861" indent="-152392" algn="l" defTabSz="914354"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354"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354"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354"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4">
          <p15:clr>
            <a:srgbClr val="F26B43"/>
          </p15:clr>
        </p15:guide>
        <p15:guide id="2" pos="264">
          <p15:clr>
            <a:srgbClr val="F26B43"/>
          </p15:clr>
        </p15:guide>
        <p15:guide id="3" pos="7344">
          <p15:clr>
            <a:srgbClr val="F26B43"/>
          </p15:clr>
        </p15:guide>
        <p15:guide id="4" orient="horz" pos="38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4"/>
            </p:custDataLst>
            <p:extLst>
              <p:ext uri="{D42A27DB-BD31-4B8C-83A1-F6EECF244321}">
                <p14:modId xmlns:p14="http://schemas.microsoft.com/office/powerpoint/2010/main" val="2626781898"/>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15" imgW="270" imgH="270" progId="TCLayout.ActiveDocument.1">
                  <p:embed/>
                </p:oleObj>
              </mc:Choice>
              <mc:Fallback>
                <p:oleObj name="think-cell Slide" r:id="rId15" imgW="270" imgH="270" progId="TCLayout.ActiveDocument.1">
                  <p:embed/>
                  <p:pic>
                    <p:nvPicPr>
                      <p:cNvPr id="2" name="Object 1" hidden="1"/>
                      <p:cNvPicPr/>
                      <p:nvPr/>
                    </p:nvPicPr>
                    <p:blipFill>
                      <a:blip r:embed="rId16"/>
                      <a:stretch>
                        <a:fillRect/>
                      </a:stretch>
                    </p:blipFill>
                    <p:spPr>
                      <a:xfrm>
                        <a:off x="1589" y="1589"/>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1"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cs typeface="Fund Light" pitchFamily="2" charset="-78"/>
                <a:sym typeface="Trebuchet MS" panose="020B0603020202020204" pitchFamily="34" charset="0"/>
              </a:defRPr>
            </a:lvl1pPr>
          </a:lstStyle>
          <a:p>
            <a:endParaRPr lang="en-US"/>
          </a:p>
        </p:txBody>
      </p:sp>
      <p:sp>
        <p:nvSpPr>
          <p:cNvPr id="4" name="Text Placeholder 3"/>
          <p:cNvSpPr>
            <a:spLocks noGrp="1"/>
          </p:cNvSpPr>
          <p:nvPr>
            <p:ph type="body" idx="1"/>
          </p:nvPr>
        </p:nvSpPr>
        <p:spPr>
          <a:xfrm>
            <a:off x="418764" y="1394050"/>
            <a:ext cx="11228832" cy="479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p:cNvSpPr>
            <a:spLocks noGrp="1"/>
          </p:cNvSpPr>
          <p:nvPr>
            <p:ph type="title"/>
          </p:nvPr>
        </p:nvSpPr>
        <p:spPr>
          <a:xfrm>
            <a:off x="1426634" y="288921"/>
            <a:ext cx="10220962" cy="646331"/>
          </a:xfrm>
          <a:prstGeom prst="rect">
            <a:avLst/>
          </a:prstGeom>
          <a:solidFill>
            <a:schemeClr val="bg1"/>
          </a:solidFill>
          <a:effectLst/>
        </p:spPr>
        <p:txBody>
          <a:bodyPr vert="horz" wrap="square" anchor="b">
            <a:spAutoFit/>
          </a:bodyPr>
          <a:lstStyle/>
          <a:p>
            <a:pPr marL="0" lvl="0" rtl="1"/>
            <a:r>
              <a:rPr lang="en-US"/>
              <a:t>Click to add title</a:t>
            </a:r>
            <a:br>
              <a:rPr lang="en-US"/>
            </a:br>
            <a:r>
              <a:rPr lang="en-US"/>
              <a:t>XX</a:t>
            </a:r>
          </a:p>
        </p:txBody>
      </p:sp>
      <p:sp>
        <p:nvSpPr>
          <p:cNvPr id="28" name="Rectangle 27">
            <a:extLst>
              <a:ext uri="{FF2B5EF4-FFF2-40B4-BE49-F238E27FC236}">
                <a16:creationId xmlns:a16="http://schemas.microsoft.com/office/drawing/2014/main" id="{7F0D2172-D7FB-4EDD-B320-E9E3F0AF8532}"/>
              </a:ext>
            </a:extLst>
          </p:cNvPr>
          <p:cNvSpPr/>
          <p:nvPr userDrawn="1"/>
        </p:nvSpPr>
        <p:spPr>
          <a:xfrm>
            <a:off x="11414291" y="6561138"/>
            <a:ext cx="347784" cy="305301"/>
          </a:xfrm>
          <a:prstGeom prst="rect">
            <a:avLst/>
          </a:prstGeom>
          <a:solidFill>
            <a:srgbClr val="C39A5C"/>
          </a:solidFill>
          <a:ln w="12700" cap="flat" cmpd="sng" algn="ctr">
            <a:noFill/>
            <a:prstDash val="solid"/>
            <a:miter lim="800000"/>
          </a:ln>
          <a:effectLst/>
        </p:spPr>
        <p:txBody>
          <a:bodyPr rtlCol="0" anchor="ct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12" name="TextBox 11"/>
          <p:cNvSpPr txBox="1"/>
          <p:nvPr/>
        </p:nvSpPr>
        <p:spPr>
          <a:xfrm>
            <a:off x="11312835" y="6530564"/>
            <a:ext cx="550695" cy="366445"/>
          </a:xfrm>
          <a:prstGeom prst="rect">
            <a:avLst/>
          </a:prstGeom>
        </p:spPr>
        <p:txBody>
          <a:bodyPr vert="horz" wrap="none" lIns="176107" tIns="88053" rIns="176107" bIns="88053" rtlCol="0" anchor="ctr"/>
          <a:lstStyle>
            <a:defPPr>
              <a:defRPr lang="en-US"/>
            </a:defPPr>
            <a:lvl1pPr marR="0" lvl="0" indent="0" algn="ctr" defTabSz="914400"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Fund Ligh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DFCF27A5-1A5B-48D3-A060-2758FFBB1ADD}" type="slidenum">
              <a:rPr lang="en-US" sz="1200" smtClean="0">
                <a:sym typeface="Trebuchet MS" panose="020B0603020202020204" pitchFamily="34" charset="0"/>
              </a:rPr>
              <a:pPr lvl="0"/>
              <a:t>‹#›</a:t>
            </a:fld>
            <a:endParaRPr lang="en-US" sz="1200">
              <a:sym typeface="Trebuchet MS" panose="020B0603020202020204" pitchFamily="34" charset="0"/>
            </a:endParaRPr>
          </a:p>
        </p:txBody>
      </p:sp>
      <p:cxnSp>
        <p:nvCxnSpPr>
          <p:cNvPr id="22" name="Straight Connector 21">
            <a:extLst>
              <a:ext uri="{FF2B5EF4-FFF2-40B4-BE49-F238E27FC236}">
                <a16:creationId xmlns:a16="http://schemas.microsoft.com/office/drawing/2014/main" id="{8677D7D6-89BF-B47C-258F-6BDB3F4B2478}"/>
              </a:ext>
            </a:extLst>
          </p:cNvPr>
          <p:cNvCxnSpPr>
            <a:cxnSpLocks/>
          </p:cNvCxnSpPr>
          <p:nvPr userDrawn="1"/>
        </p:nvCxnSpPr>
        <p:spPr>
          <a:xfrm>
            <a:off x="1426634" y="948410"/>
            <a:ext cx="10220962" cy="0"/>
          </a:xfrm>
          <a:prstGeom prst="line">
            <a:avLst/>
          </a:prstGeom>
          <a:noFill/>
          <a:ln w="19050" cap="rnd" cmpd="sng" algn="ctr">
            <a:solidFill>
              <a:schemeClr val="tx2"/>
            </a:solidFill>
            <a:prstDash val="solid"/>
            <a:round/>
          </a:ln>
          <a:effectLst/>
        </p:spPr>
      </p:cxnSp>
      <p:grpSp>
        <p:nvGrpSpPr>
          <p:cNvPr id="3" name="Group 2">
            <a:extLst>
              <a:ext uri="{FF2B5EF4-FFF2-40B4-BE49-F238E27FC236}">
                <a16:creationId xmlns:a16="http://schemas.microsoft.com/office/drawing/2014/main" id="{B29BE3F3-4417-0DD3-5EA4-6172031A34F8}"/>
              </a:ext>
            </a:extLst>
          </p:cNvPr>
          <p:cNvGrpSpPr/>
          <p:nvPr userDrawn="1"/>
        </p:nvGrpSpPr>
        <p:grpSpPr>
          <a:xfrm>
            <a:off x="346407" y="593754"/>
            <a:ext cx="1011242" cy="393036"/>
            <a:chOff x="-1167110" y="595256"/>
            <a:chExt cx="1016594" cy="395116"/>
          </a:xfrm>
        </p:grpSpPr>
        <p:pic>
          <p:nvPicPr>
            <p:cNvPr id="5" name="Graphic 4">
              <a:extLst>
                <a:ext uri="{FF2B5EF4-FFF2-40B4-BE49-F238E27FC236}">
                  <a16:creationId xmlns:a16="http://schemas.microsoft.com/office/drawing/2014/main" id="{D5D5098A-A4F9-BC7A-029F-FE17785C168D}"/>
                </a:ext>
              </a:extLst>
            </p:cNvPr>
            <p:cNvPicPr>
              <a:picLocks noChangeAspect="1"/>
            </p:cNvPicPr>
            <p:nvPr/>
          </p:nvPicPr>
          <p:blipFill rotWithShape="1">
            <a:blip>
              <a:extLst>
                <a:ext uri="{96DAC541-7B7A-43D3-8B79-37D633B846F1}">
                  <asvg:svgBlip xmlns:asvg="http://schemas.microsoft.com/office/drawing/2016/SVG/main" r:embed="rId17"/>
                </a:ext>
              </a:extLst>
            </a:blip>
            <a:srcRect r="70656"/>
            <a:stretch/>
          </p:blipFill>
          <p:spPr>
            <a:xfrm>
              <a:off x="-1167110" y="595256"/>
              <a:ext cx="331507" cy="395116"/>
            </a:xfrm>
            <a:prstGeom prst="rect">
              <a:avLst/>
            </a:prstGeom>
          </p:spPr>
        </p:pic>
        <p:pic>
          <p:nvPicPr>
            <p:cNvPr id="6" name="Graphic 5">
              <a:extLst>
                <a:ext uri="{FF2B5EF4-FFF2-40B4-BE49-F238E27FC236}">
                  <a16:creationId xmlns:a16="http://schemas.microsoft.com/office/drawing/2014/main" id="{FDE37C71-D421-0C7A-04F3-D0D438F17B78}"/>
                </a:ext>
              </a:extLst>
            </p:cNvPr>
            <p:cNvPicPr>
              <a:picLocks noChangeAspect="1"/>
            </p:cNvPicPr>
            <p:nvPr/>
          </p:nvPicPr>
          <p:blipFill rotWithShape="1">
            <a:blip>
              <a:extLst>
                <a:ext uri="{96DAC541-7B7A-43D3-8B79-37D633B846F1}">
                  <asvg:svgBlip xmlns:asvg="http://schemas.microsoft.com/office/drawing/2016/SVG/main" r:embed="rId17"/>
                </a:ext>
              </a:extLst>
            </a:blip>
            <a:srcRect l="29344"/>
            <a:stretch/>
          </p:blipFill>
          <p:spPr>
            <a:xfrm>
              <a:off x="-870149" y="614709"/>
              <a:ext cx="719633" cy="356211"/>
            </a:xfrm>
            <a:prstGeom prst="rect">
              <a:avLst/>
            </a:prstGeom>
          </p:spPr>
        </p:pic>
      </p:grpSp>
    </p:spTree>
    <p:extLst>
      <p:ext uri="{BB962C8B-B14F-4D97-AF65-F5344CB8AC3E}">
        <p14:creationId xmlns:p14="http://schemas.microsoft.com/office/powerpoint/2010/main" val="308431355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377" rtl="0" eaLnBrk="1" latinLnBrk="0" hangingPunct="1">
        <a:lnSpc>
          <a:spcPct val="90000"/>
        </a:lnSpc>
        <a:spcBef>
          <a:spcPct val="0"/>
        </a:spcBef>
        <a:buNone/>
        <a:defRPr lang="en-US" sz="2000" kern="1200" dirty="0">
          <a:solidFill>
            <a:srgbClr val="C4995B"/>
          </a:solidFill>
          <a:latin typeface="+mj-lt"/>
          <a:ea typeface="+mn-ea"/>
          <a:cs typeface="+mn-cs"/>
          <a:sym typeface="Trebuchet MS" panose="020B0603020202020204" pitchFamily="34" charset="0"/>
        </a:defRPr>
      </a:lvl1pPr>
    </p:titleStyle>
    <p:bodyStyle>
      <a:lvl1pPr marL="0" indent="0" algn="l" defTabSz="914377" rtl="0" eaLnBrk="1" latinLnBrk="0" hangingPunct="1">
        <a:lnSpc>
          <a:spcPct val="110000"/>
        </a:lnSpc>
        <a:spcBef>
          <a:spcPts val="600"/>
        </a:spcBef>
        <a:spcAft>
          <a:spcPts val="300"/>
        </a:spcAft>
        <a:buClr>
          <a:srgbClr val="C4995B"/>
        </a:buClr>
        <a:buFont typeface="Arial" panose="020B0604020202020204" pitchFamily="34" charset="0"/>
        <a:buChar char="​"/>
        <a:defRPr lang="en-US" sz="1200" kern="1200">
          <a:solidFill>
            <a:srgbClr val="595959"/>
          </a:solidFill>
          <a:latin typeface="+mn-lt"/>
          <a:ea typeface="+mn-ea"/>
          <a:cs typeface="Fund Light" pitchFamily="2" charset="-78"/>
          <a:sym typeface="Trebuchet MS" panose="020B0603020202020204" pitchFamily="34" charset="0"/>
        </a:defRPr>
      </a:lvl1pPr>
      <a:lvl2pPr marL="284393" indent="-172796" algn="l" defTabSz="914377" rtl="0" eaLnBrk="1" latinLnBrk="0" hangingPunct="1">
        <a:lnSpc>
          <a:spcPct val="90000"/>
        </a:lnSpc>
        <a:spcBef>
          <a:spcPts val="0"/>
        </a:spcBef>
        <a:spcAft>
          <a:spcPts val="300"/>
        </a:spcAft>
        <a:buClr>
          <a:srgbClr val="404040"/>
        </a:buClr>
        <a:buFont typeface="Arial" panose="020B0604020202020204" pitchFamily="34" charset="0"/>
        <a:buChar char="•"/>
        <a:defRPr lang="en-US" sz="1200" kern="1200">
          <a:solidFill>
            <a:srgbClr val="595959"/>
          </a:solidFill>
          <a:latin typeface="+mn-lt"/>
          <a:ea typeface="+mn-ea"/>
          <a:cs typeface="Fund Light" pitchFamily="2" charset="-78"/>
          <a:sym typeface="Trebuchet MS" panose="020B0603020202020204" pitchFamily="34" charset="0"/>
        </a:defRPr>
      </a:lvl2pPr>
      <a:lvl3pPr marL="511187" indent="-165596" algn="l" defTabSz="914377" rtl="0" eaLnBrk="1" latinLnBrk="0" hangingPunct="1">
        <a:lnSpc>
          <a:spcPct val="90000"/>
        </a:lnSpc>
        <a:spcBef>
          <a:spcPts val="0"/>
        </a:spcBef>
        <a:spcAft>
          <a:spcPts val="300"/>
        </a:spcAft>
        <a:buClr>
          <a:srgbClr val="404040"/>
        </a:buClr>
        <a:buFont typeface="Fund Light" pitchFamily="2" charset="-78"/>
        <a:buChar char="‐"/>
        <a:defRPr lang="en-US" sz="1200" kern="1200">
          <a:solidFill>
            <a:srgbClr val="595959"/>
          </a:solidFill>
          <a:latin typeface="+mn-lt"/>
          <a:ea typeface="+mn-ea"/>
          <a:cs typeface="Fund Light" pitchFamily="2" charset="-78"/>
          <a:sym typeface="Trebuchet MS" panose="020B0603020202020204" pitchFamily="34" charset="0"/>
        </a:defRPr>
      </a:lvl3pPr>
      <a:lvl4pPr marL="0" indent="0" algn="l" defTabSz="914377" rtl="0" eaLnBrk="1" latinLnBrk="0" hangingPunct="1">
        <a:lnSpc>
          <a:spcPct val="110000"/>
        </a:lnSpc>
        <a:spcBef>
          <a:spcPts val="300"/>
        </a:spcBef>
        <a:spcAft>
          <a:spcPts val="300"/>
        </a:spcAft>
        <a:buClr>
          <a:srgbClr val="C4995B"/>
        </a:buClr>
        <a:buFont typeface="Arial" panose="020B0604020202020204" pitchFamily="34" charset="0"/>
        <a:buChar char="​"/>
        <a:defRPr lang="en-US" sz="1600" kern="1200">
          <a:solidFill>
            <a:srgbClr val="C4995B"/>
          </a:solidFill>
          <a:latin typeface="+mn-lt"/>
          <a:ea typeface="+mn-ea"/>
          <a:cs typeface="Fund Light" pitchFamily="2" charset="-78"/>
          <a:sym typeface="Trebuchet MS" panose="020B0603020202020204" pitchFamily="34" charset="0"/>
        </a:defRPr>
      </a:lvl4pPr>
      <a:lvl5pPr marL="0" indent="0" algn="l" defTabSz="914377" rtl="0" eaLnBrk="1" latinLnBrk="0" hangingPunct="1">
        <a:lnSpc>
          <a:spcPct val="100000"/>
        </a:lnSpc>
        <a:spcBef>
          <a:spcPts val="0"/>
        </a:spcBef>
        <a:spcAft>
          <a:spcPts val="300"/>
        </a:spcAft>
        <a:buClr>
          <a:srgbClr val="C4995B"/>
        </a:buClr>
        <a:buFont typeface="Arial" panose="020B0604020202020204" pitchFamily="34" charset="0"/>
        <a:buChar char="​"/>
        <a:defRPr lang="en-US" sz="1600" b="1" kern="1200" smtClean="0">
          <a:solidFill>
            <a:srgbClr val="595959"/>
          </a:solidFill>
          <a:latin typeface="+mn-lt"/>
          <a:ea typeface="+mn-ea"/>
          <a:cs typeface="Fund Light" pitchFamily="2" charset="-78"/>
          <a:sym typeface="Trebuchet MS" panose="020B0603020202020204" pitchFamily="34" charset="0"/>
        </a:defRPr>
      </a:lvl5pPr>
      <a:lvl6pPr marL="269868" indent="-152396" algn="l" defTabSz="914377"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377"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377"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377"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4">
          <p15:clr>
            <a:srgbClr val="F26B43"/>
          </p15:clr>
        </p15:guide>
        <p15:guide id="2" pos="264">
          <p15:clr>
            <a:srgbClr val="F26B43"/>
          </p15:clr>
        </p15:guide>
        <p15:guide id="3" pos="7344">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hemeOverride" Target="../theme/themeOverride1.xml"/><Relationship Id="rId6" Type="http://schemas.openxmlformats.org/officeDocument/2006/relationships/image" Target="../media/image3.emf"/><Relationship Id="rId5" Type="http://schemas.openxmlformats.org/officeDocument/2006/relationships/oleObject" Target="../embeddings/oleObject20.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notesSlide" Target="../notesSlides/notesSlide2.xml"/><Relationship Id="rId7" Type="http://schemas.openxmlformats.org/officeDocument/2006/relationships/slide" Target="slide4.xml"/><Relationship Id="rId2" Type="http://schemas.openxmlformats.org/officeDocument/2006/relationships/slideLayout" Target="../slideLayouts/slideLayout37.xml"/><Relationship Id="rId1" Type="http://schemas.openxmlformats.org/officeDocument/2006/relationships/tags" Target="../tags/tag72.xml"/><Relationship Id="rId6" Type="http://schemas.openxmlformats.org/officeDocument/2006/relationships/image" Target="../media/image25.png"/><Relationship Id="rId5" Type="http://schemas.openxmlformats.org/officeDocument/2006/relationships/image" Target="../media/image24.emf"/><Relationship Id="rId4" Type="http://schemas.openxmlformats.org/officeDocument/2006/relationships/oleObject" Target="../embeddings/oleObject2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7.xml"/><Relationship Id="rId1" Type="http://schemas.openxmlformats.org/officeDocument/2006/relationships/tags" Target="../tags/tag73.xml"/><Relationship Id="rId6" Type="http://schemas.openxmlformats.org/officeDocument/2006/relationships/image" Target="../media/image26.svg"/><Relationship Id="rId5" Type="http://schemas.openxmlformats.org/officeDocument/2006/relationships/image" Target="../media/image24.emf"/><Relationship Id="rId4" Type="http://schemas.openxmlformats.org/officeDocument/2006/relationships/oleObject" Target="../embeddings/oleObject22.bin"/></Relationships>
</file>

<file path=ppt/slides/_rels/slide4.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42.xml"/><Relationship Id="rId1" Type="http://schemas.openxmlformats.org/officeDocument/2006/relationships/tags" Target="../tags/tag74.xml"/><Relationship Id="rId6" Type="http://schemas.openxmlformats.org/officeDocument/2006/relationships/image" Target="../media/image27.png"/><Relationship Id="rId5" Type="http://schemas.openxmlformats.org/officeDocument/2006/relationships/image" Target="../media/image3.emf"/><Relationship Id="rId10" Type="http://schemas.openxmlformats.org/officeDocument/2006/relationships/image" Target="../media/image30.png"/><Relationship Id="rId4" Type="http://schemas.openxmlformats.org/officeDocument/2006/relationships/oleObject" Target="../embeddings/oleObject23.bin"/><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0C07AB-5796-816B-6D83-7FB220C8706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3FACFE4-639D-8BF3-9A65-7DCA3B62B2E1}"/>
              </a:ext>
            </a:extLst>
          </p:cNvPr>
          <p:cNvGraphicFramePr>
            <a:graphicFrameLocks noChangeAspect="1"/>
          </p:cNvGraphicFramePr>
          <p:nvPr>
            <p:custDataLst>
              <p:tags r:id="rId2"/>
            </p:custDataLst>
            <p:extLst>
              <p:ext uri="{D42A27DB-BD31-4B8C-83A1-F6EECF244321}">
                <p14:modId xmlns:p14="http://schemas.microsoft.com/office/powerpoint/2010/main" val="2672836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3" name="think-cell data - do not delete" hidden="1">
                        <a:extLst>
                          <a:ext uri="{FF2B5EF4-FFF2-40B4-BE49-F238E27FC236}">
                            <a16:creationId xmlns:a16="http://schemas.microsoft.com/office/drawing/2014/main" id="{03FACFE4-639D-8BF3-9A65-7DCA3B62B2E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329A4191-AFC3-34D8-41D5-87EAABDA1061}"/>
              </a:ext>
            </a:extLst>
          </p:cNvPr>
          <p:cNvSpPr>
            <a:spLocks noGrp="1"/>
          </p:cNvSpPr>
          <p:nvPr>
            <p:ph type="body" sz="quarter" idx="11"/>
          </p:nvPr>
        </p:nvSpPr>
        <p:spPr>
          <a:xfrm>
            <a:off x="420799" y="3902581"/>
            <a:ext cx="2596579" cy="432536"/>
          </a:xfrm>
        </p:spPr>
        <p:txBody>
          <a:bodyPr/>
          <a:lstStyle/>
          <a:p>
            <a:pPr>
              <a:buNone/>
            </a:pPr>
            <a:r>
              <a:rPr lang="en-GB" dirty="0"/>
              <a:t>June 2026</a:t>
            </a:r>
          </a:p>
        </p:txBody>
      </p:sp>
      <p:sp>
        <p:nvSpPr>
          <p:cNvPr id="6" name="Title 5">
            <a:extLst>
              <a:ext uri="{FF2B5EF4-FFF2-40B4-BE49-F238E27FC236}">
                <a16:creationId xmlns:a16="http://schemas.microsoft.com/office/drawing/2014/main" id="{C12B1447-44D5-0638-1B7A-4E771E222A55}"/>
              </a:ext>
            </a:extLst>
          </p:cNvPr>
          <p:cNvSpPr>
            <a:spLocks noGrp="1"/>
          </p:cNvSpPr>
          <p:nvPr>
            <p:ph type="title"/>
          </p:nvPr>
        </p:nvSpPr>
        <p:spPr>
          <a:xfrm>
            <a:off x="420688" y="2437538"/>
            <a:ext cx="9239250" cy="831125"/>
          </a:xfrm>
        </p:spPr>
        <p:txBody>
          <a:bodyPr vert="horz"/>
          <a:lstStyle/>
          <a:p>
            <a:r>
              <a:rPr lang="en-US" dirty="0"/>
              <a:t>Tower District Real Estate Development Company (TDREDC)</a:t>
            </a:r>
            <a:endParaRPr lang="en-GB" dirty="0"/>
          </a:p>
        </p:txBody>
      </p:sp>
      <p:sp>
        <p:nvSpPr>
          <p:cNvPr id="9" name="Text Placeholder 8">
            <a:extLst>
              <a:ext uri="{FF2B5EF4-FFF2-40B4-BE49-F238E27FC236}">
                <a16:creationId xmlns:a16="http://schemas.microsoft.com/office/drawing/2014/main" id="{8AA33652-2F96-D925-F63C-2E0940EF97C3}"/>
              </a:ext>
            </a:extLst>
          </p:cNvPr>
          <p:cNvSpPr>
            <a:spLocks noGrp="1"/>
          </p:cNvSpPr>
          <p:nvPr>
            <p:ph type="body" sz="quarter" idx="10"/>
          </p:nvPr>
        </p:nvSpPr>
        <p:spPr>
          <a:xfrm>
            <a:off x="420799" y="3258812"/>
            <a:ext cx="9239608" cy="355739"/>
          </a:xfrm>
        </p:spPr>
        <p:txBody>
          <a:bodyPr vert="horz" lIns="0" tIns="45720" rIns="0" bIns="45720" rtlCol="0" anchor="t">
            <a:noAutofit/>
          </a:bodyPr>
          <a:lstStyle/>
          <a:p>
            <a:r>
              <a:rPr lang="en-US" sz="1600" dirty="0"/>
              <a:t>xx</a:t>
            </a:r>
          </a:p>
        </p:txBody>
      </p:sp>
    </p:spTree>
    <p:extLst>
      <p:ext uri="{BB962C8B-B14F-4D97-AF65-F5344CB8AC3E}">
        <p14:creationId xmlns:p14="http://schemas.microsoft.com/office/powerpoint/2010/main" val="183011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7D18D-C2F6-2C66-53DE-B166065E30A2}"/>
            </a:ext>
          </a:extLst>
        </p:cNvPr>
        <p:cNvGrpSpPr/>
        <p:nvPr/>
      </p:nvGrpSpPr>
      <p:grpSpPr>
        <a:xfrm>
          <a:off x="0" y="0"/>
          <a:ext cx="0" cy="0"/>
          <a:chOff x="0" y="0"/>
          <a:chExt cx="0" cy="0"/>
        </a:xfrm>
      </p:grpSpPr>
      <p:graphicFrame>
        <p:nvGraphicFramePr>
          <p:cNvPr id="95" name="think-cell data - do not delete" hidden="1">
            <a:extLst>
              <a:ext uri="{FF2B5EF4-FFF2-40B4-BE49-F238E27FC236}">
                <a16:creationId xmlns:a16="http://schemas.microsoft.com/office/drawing/2014/main" id="{DE056CA4-741A-0557-E249-485AE77F19F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95" name="think-cell data - do not delete" hidden="1">
                        <a:extLst>
                          <a:ext uri="{FF2B5EF4-FFF2-40B4-BE49-F238E27FC236}">
                            <a16:creationId xmlns:a16="http://schemas.microsoft.com/office/drawing/2014/main" id="{DE056CA4-741A-0557-E249-485AE77F19F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29" name="Title 17">
            <a:extLst>
              <a:ext uri="{FF2B5EF4-FFF2-40B4-BE49-F238E27FC236}">
                <a16:creationId xmlns:a16="http://schemas.microsoft.com/office/drawing/2014/main" id="{27D57640-C0B3-EF53-D7FA-C88727DC5598}"/>
              </a:ext>
            </a:extLst>
          </p:cNvPr>
          <p:cNvSpPr>
            <a:spLocks noGrp="1"/>
          </p:cNvSpPr>
          <p:nvPr>
            <p:ph type="title"/>
          </p:nvPr>
        </p:nvSpPr>
        <p:spPr>
          <a:xfrm>
            <a:off x="1426634" y="571191"/>
            <a:ext cx="10220962" cy="369332"/>
          </a:xfrm>
          <a:noFill/>
        </p:spPr>
        <p:txBody>
          <a:bodyPr vert="horz"/>
          <a:lstStyle/>
          <a:p>
            <a:r>
              <a:rPr lang="en-US"/>
              <a:t>ExCom #13 Agenda</a:t>
            </a:r>
          </a:p>
        </p:txBody>
      </p:sp>
      <p:sp>
        <p:nvSpPr>
          <p:cNvPr id="86" name="TextBox 85">
            <a:extLst>
              <a:ext uri="{FF2B5EF4-FFF2-40B4-BE49-F238E27FC236}">
                <a16:creationId xmlns:a16="http://schemas.microsoft.com/office/drawing/2014/main" id="{27D89884-7644-DA89-0954-F3E3F7D5FD92}"/>
              </a:ext>
            </a:extLst>
          </p:cNvPr>
          <p:cNvSpPr txBox="1"/>
          <p:nvPr/>
        </p:nvSpPr>
        <p:spPr>
          <a:xfrm>
            <a:off x="419100" y="6396637"/>
            <a:ext cx="802989" cy="19935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a:ln>
                  <a:noFill/>
                </a:ln>
                <a:solidFill>
                  <a:srgbClr val="F2F2F2">
                    <a:lumMod val="10000"/>
                  </a:srgbClr>
                </a:solidFill>
                <a:effectLst/>
                <a:uLnTx/>
                <a:uFillTx/>
                <a:ea typeface="+mn-ea"/>
                <a:cs typeface="+mn-cs"/>
              </a:rPr>
              <a:t>Legend:</a:t>
            </a:r>
          </a:p>
        </p:txBody>
      </p:sp>
      <p:grpSp>
        <p:nvGrpSpPr>
          <p:cNvPr id="87" name="Group 86">
            <a:extLst>
              <a:ext uri="{FF2B5EF4-FFF2-40B4-BE49-F238E27FC236}">
                <a16:creationId xmlns:a16="http://schemas.microsoft.com/office/drawing/2014/main" id="{1482134D-9E99-329E-E578-0F837339D5FF}"/>
              </a:ext>
            </a:extLst>
          </p:cNvPr>
          <p:cNvGrpSpPr/>
          <p:nvPr/>
        </p:nvGrpSpPr>
        <p:grpSpPr>
          <a:xfrm>
            <a:off x="1268363" y="6359400"/>
            <a:ext cx="158271" cy="273825"/>
            <a:chOff x="6058097" y="409709"/>
            <a:chExt cx="2030919" cy="3916712"/>
          </a:xfrm>
        </p:grpSpPr>
        <p:sp>
          <p:nvSpPr>
            <p:cNvPr id="88" name="Freeform: Shape 87">
              <a:extLst>
                <a:ext uri="{FF2B5EF4-FFF2-40B4-BE49-F238E27FC236}">
                  <a16:creationId xmlns:a16="http://schemas.microsoft.com/office/drawing/2014/main" id="{BCEB9BA8-CB4E-7C73-D8E7-47CB7BA9AE2C}"/>
                </a:ext>
              </a:extLst>
            </p:cNvPr>
            <p:cNvSpPr/>
            <p:nvPr/>
          </p:nvSpPr>
          <p:spPr>
            <a:xfrm>
              <a:off x="6058097" y="409709"/>
              <a:ext cx="2030919" cy="2833523"/>
            </a:xfrm>
            <a:custGeom>
              <a:avLst/>
              <a:gdLst>
                <a:gd name="connsiteX0" fmla="*/ 2494340 w 2492579"/>
                <a:gd name="connsiteY0" fmla="*/ 1714254 h 3466112"/>
                <a:gd name="connsiteX1" fmla="*/ 2491402 w 2492579"/>
                <a:gd name="connsiteY1" fmla="*/ 1717192 h 3466112"/>
                <a:gd name="connsiteX2" fmla="*/ 2319691 w 2492579"/>
                <a:gd name="connsiteY2" fmla="*/ 1863474 h 3466112"/>
                <a:gd name="connsiteX3" fmla="*/ 2316754 w 2492579"/>
                <a:gd name="connsiteY3" fmla="*/ 1863474 h 3466112"/>
                <a:gd name="connsiteX4" fmla="*/ 2299297 w 2492579"/>
                <a:gd name="connsiteY4" fmla="*/ 1872286 h 3466112"/>
                <a:gd name="connsiteX5" fmla="*/ 2287632 w 2492579"/>
                <a:gd name="connsiteY5" fmla="*/ 1878160 h 3466112"/>
                <a:gd name="connsiteX6" fmla="*/ 2174081 w 2492579"/>
                <a:gd name="connsiteY6" fmla="*/ 1933719 h 3466112"/>
                <a:gd name="connsiteX7" fmla="*/ 2133293 w 2492579"/>
                <a:gd name="connsiteY7" fmla="*/ 1951259 h 3466112"/>
                <a:gd name="connsiteX8" fmla="*/ 2133293 w 2492579"/>
                <a:gd name="connsiteY8" fmla="*/ 1954197 h 3466112"/>
                <a:gd name="connsiteX9" fmla="*/ 2124565 w 2492579"/>
                <a:gd name="connsiteY9" fmla="*/ 1957134 h 3466112"/>
                <a:gd name="connsiteX10" fmla="*/ 2121628 w 2492579"/>
                <a:gd name="connsiteY10" fmla="*/ 1960071 h 3466112"/>
                <a:gd name="connsiteX11" fmla="*/ 2118690 w 2492579"/>
                <a:gd name="connsiteY11" fmla="*/ 1960071 h 3466112"/>
                <a:gd name="connsiteX12" fmla="*/ 2095443 w 2492579"/>
                <a:gd name="connsiteY12" fmla="*/ 1971737 h 3466112"/>
                <a:gd name="connsiteX13" fmla="*/ 2095443 w 2492579"/>
                <a:gd name="connsiteY13" fmla="*/ 1971737 h 3466112"/>
                <a:gd name="connsiteX14" fmla="*/ 1888819 w 2492579"/>
                <a:gd name="connsiteY14" fmla="*/ 2077063 h 3466112"/>
                <a:gd name="connsiteX15" fmla="*/ 1757812 w 2492579"/>
                <a:gd name="connsiteY15" fmla="*/ 2173661 h 3466112"/>
                <a:gd name="connsiteX16" fmla="*/ 1754874 w 2492579"/>
                <a:gd name="connsiteY16" fmla="*/ 2173661 h 3466112"/>
                <a:gd name="connsiteX17" fmla="*/ 1743209 w 2492579"/>
                <a:gd name="connsiteY17" fmla="*/ 2185327 h 3466112"/>
                <a:gd name="connsiteX18" fmla="*/ 1737418 w 2492579"/>
                <a:gd name="connsiteY18" fmla="*/ 2188264 h 3466112"/>
                <a:gd name="connsiteX19" fmla="*/ 1728690 w 2492579"/>
                <a:gd name="connsiteY19" fmla="*/ 2197077 h 3466112"/>
                <a:gd name="connsiteX20" fmla="*/ 1507463 w 2492579"/>
                <a:gd name="connsiteY20" fmla="*/ 2346296 h 3466112"/>
                <a:gd name="connsiteX21" fmla="*/ 1294964 w 2492579"/>
                <a:gd name="connsiteY21" fmla="*/ 2460434 h 3466112"/>
                <a:gd name="connsiteX22" fmla="*/ 1149438 w 2492579"/>
                <a:gd name="connsiteY22" fmla="*/ 2618465 h 3466112"/>
                <a:gd name="connsiteX23" fmla="*/ 971852 w 2492579"/>
                <a:gd name="connsiteY23" fmla="*/ 2741331 h 3466112"/>
                <a:gd name="connsiteX24" fmla="*/ 736106 w 2492579"/>
                <a:gd name="connsiteY24" fmla="*/ 2864198 h 3466112"/>
                <a:gd name="connsiteX25" fmla="*/ 608036 w 2492579"/>
                <a:gd name="connsiteY25" fmla="*/ 3016355 h 3466112"/>
                <a:gd name="connsiteX26" fmla="*/ 110275 w 2492579"/>
                <a:gd name="connsiteY26" fmla="*/ 3446471 h 3466112"/>
                <a:gd name="connsiteX27" fmla="*/ 54969 w 2492579"/>
                <a:gd name="connsiteY27" fmla="*/ 3464012 h 3466112"/>
                <a:gd name="connsiteX28" fmla="*/ 37512 w 2492579"/>
                <a:gd name="connsiteY28" fmla="*/ 3449409 h 3466112"/>
                <a:gd name="connsiteX29" fmla="*/ 5537 w 2492579"/>
                <a:gd name="connsiteY29" fmla="*/ 3373372 h 3466112"/>
                <a:gd name="connsiteX30" fmla="*/ 5537 w 2492579"/>
                <a:gd name="connsiteY30" fmla="*/ 3355832 h 3466112"/>
                <a:gd name="connsiteX31" fmla="*/ 116150 w 2492579"/>
                <a:gd name="connsiteY31" fmla="*/ 3250506 h 3466112"/>
                <a:gd name="connsiteX32" fmla="*/ 264614 w 2492579"/>
                <a:gd name="connsiteY32" fmla="*/ 3107162 h 3466112"/>
                <a:gd name="connsiteX33" fmla="*/ 343168 w 2492579"/>
                <a:gd name="connsiteY33" fmla="*/ 3033979 h 3466112"/>
                <a:gd name="connsiteX34" fmla="*/ 401412 w 2492579"/>
                <a:gd name="connsiteY34" fmla="*/ 2978420 h 3466112"/>
                <a:gd name="connsiteX35" fmla="*/ 415931 w 2492579"/>
                <a:gd name="connsiteY35" fmla="*/ 2952068 h 3466112"/>
                <a:gd name="connsiteX36" fmla="*/ 410140 w 2492579"/>
                <a:gd name="connsiteY36" fmla="*/ 2934528 h 3466112"/>
                <a:gd name="connsiteX37" fmla="*/ 372290 w 2492579"/>
                <a:gd name="connsiteY37" fmla="*/ 2925715 h 3466112"/>
                <a:gd name="connsiteX38" fmla="*/ 337377 w 2492579"/>
                <a:gd name="connsiteY38" fmla="*/ 2916903 h 3466112"/>
                <a:gd name="connsiteX39" fmla="*/ 319921 w 2492579"/>
                <a:gd name="connsiteY39" fmla="*/ 2896425 h 3466112"/>
                <a:gd name="connsiteX40" fmla="*/ 285008 w 2492579"/>
                <a:gd name="connsiteY40" fmla="*/ 2832055 h 3466112"/>
                <a:gd name="connsiteX41" fmla="*/ 258823 w 2492579"/>
                <a:gd name="connsiteY41" fmla="*/ 2501389 h 3466112"/>
                <a:gd name="connsiteX42" fmla="*/ 258823 w 2492579"/>
                <a:gd name="connsiteY42" fmla="*/ 2208826 h 3466112"/>
                <a:gd name="connsiteX43" fmla="*/ 253032 w 2492579"/>
                <a:gd name="connsiteY43" fmla="*/ 1995236 h 3466112"/>
                <a:gd name="connsiteX44" fmla="*/ 258823 w 2492579"/>
                <a:gd name="connsiteY44" fmla="*/ 1790459 h 3466112"/>
                <a:gd name="connsiteX45" fmla="*/ 258823 w 2492579"/>
                <a:gd name="connsiteY45" fmla="*/ 1503686 h 3466112"/>
                <a:gd name="connsiteX46" fmla="*/ 238429 w 2492579"/>
                <a:gd name="connsiteY46" fmla="*/ 1398360 h 3466112"/>
                <a:gd name="connsiteX47" fmla="*/ 180185 w 2492579"/>
                <a:gd name="connsiteY47" fmla="*/ 1304699 h 3466112"/>
                <a:gd name="connsiteX48" fmla="*/ 121941 w 2492579"/>
                <a:gd name="connsiteY48" fmla="*/ 1202311 h 3466112"/>
                <a:gd name="connsiteX49" fmla="*/ 37512 w 2492579"/>
                <a:gd name="connsiteY49" fmla="*/ 1181833 h 3466112"/>
                <a:gd name="connsiteX50" fmla="*/ 148126 w 2492579"/>
                <a:gd name="connsiteY50" fmla="*/ 1073569 h 3466112"/>
                <a:gd name="connsiteX51" fmla="*/ 185976 w 2492579"/>
                <a:gd name="connsiteY51" fmla="*/ 1058966 h 3466112"/>
                <a:gd name="connsiteX52" fmla="*/ 203432 w 2492579"/>
                <a:gd name="connsiteY52" fmla="*/ 1058966 h 3466112"/>
                <a:gd name="connsiteX53" fmla="*/ 281986 w 2492579"/>
                <a:gd name="connsiteY53" fmla="*/ 1076507 h 3466112"/>
                <a:gd name="connsiteX54" fmla="*/ 369269 w 2492579"/>
                <a:gd name="connsiteY54" fmla="*/ 1096984 h 3466112"/>
                <a:gd name="connsiteX55" fmla="*/ 424575 w 2492579"/>
                <a:gd name="connsiteY55" fmla="*/ 1096984 h 3466112"/>
                <a:gd name="connsiteX56" fmla="*/ 439094 w 2492579"/>
                <a:gd name="connsiteY56" fmla="*/ 1088172 h 3466112"/>
                <a:gd name="connsiteX57" fmla="*/ 439094 w 2492579"/>
                <a:gd name="connsiteY57" fmla="*/ 1073569 h 3466112"/>
                <a:gd name="connsiteX58" fmla="*/ 433304 w 2492579"/>
                <a:gd name="connsiteY58" fmla="*/ 1029676 h 3466112"/>
                <a:gd name="connsiteX59" fmla="*/ 442032 w 2492579"/>
                <a:gd name="connsiteY59" fmla="*/ 892123 h 3466112"/>
                <a:gd name="connsiteX60" fmla="*/ 471154 w 2492579"/>
                <a:gd name="connsiteY60" fmla="*/ 274769 h 3466112"/>
                <a:gd name="connsiteX61" fmla="*/ 415847 w 2492579"/>
                <a:gd name="connsiteY61" fmla="*/ 245479 h 3466112"/>
                <a:gd name="connsiteX62" fmla="*/ 377997 w 2492579"/>
                <a:gd name="connsiteY62" fmla="*/ 216189 h 3466112"/>
                <a:gd name="connsiteX63" fmla="*/ 363478 w 2492579"/>
                <a:gd name="connsiteY63" fmla="*/ 195711 h 3466112"/>
                <a:gd name="connsiteX64" fmla="*/ 354750 w 2492579"/>
                <a:gd name="connsiteY64" fmla="*/ 181108 h 3466112"/>
                <a:gd name="connsiteX65" fmla="*/ 354750 w 2492579"/>
                <a:gd name="connsiteY65" fmla="*/ 157693 h 3466112"/>
                <a:gd name="connsiteX66" fmla="*/ 395537 w 2492579"/>
                <a:gd name="connsiteY66" fmla="*/ 52367 h 3466112"/>
                <a:gd name="connsiteX67" fmla="*/ 442116 w 2492579"/>
                <a:gd name="connsiteY67" fmla="*/ 37764 h 3466112"/>
                <a:gd name="connsiteX68" fmla="*/ 520670 w 2492579"/>
                <a:gd name="connsiteY68" fmla="*/ 28952 h 3466112"/>
                <a:gd name="connsiteX69" fmla="*/ 552645 w 2492579"/>
                <a:gd name="connsiteY69" fmla="*/ 5537 h 3466112"/>
                <a:gd name="connsiteX70" fmla="*/ 613743 w 2492579"/>
                <a:gd name="connsiteY70" fmla="*/ 5537 h 3466112"/>
                <a:gd name="connsiteX71" fmla="*/ 639927 w 2492579"/>
                <a:gd name="connsiteY71" fmla="*/ 28952 h 3466112"/>
                <a:gd name="connsiteX72" fmla="*/ 674840 w 2492579"/>
                <a:gd name="connsiteY72" fmla="*/ 31889 h 3466112"/>
                <a:gd name="connsiteX73" fmla="*/ 703962 w 2492579"/>
                <a:gd name="connsiteY73" fmla="*/ 40701 h 3466112"/>
                <a:gd name="connsiteX74" fmla="*/ 753478 w 2492579"/>
                <a:gd name="connsiteY74" fmla="*/ 40701 h 3466112"/>
                <a:gd name="connsiteX75" fmla="*/ 788391 w 2492579"/>
                <a:gd name="connsiteY75" fmla="*/ 40701 h 3466112"/>
                <a:gd name="connsiteX76" fmla="*/ 840761 w 2492579"/>
                <a:gd name="connsiteY76" fmla="*/ 40701 h 3466112"/>
                <a:gd name="connsiteX77" fmla="*/ 855280 w 2492579"/>
                <a:gd name="connsiteY77" fmla="*/ 55304 h 3466112"/>
                <a:gd name="connsiteX78" fmla="*/ 849489 w 2492579"/>
                <a:gd name="connsiteY78" fmla="*/ 93322 h 3466112"/>
                <a:gd name="connsiteX79" fmla="*/ 832032 w 2492579"/>
                <a:gd name="connsiteY79" fmla="*/ 119675 h 3466112"/>
                <a:gd name="connsiteX80" fmla="*/ 823304 w 2492579"/>
                <a:gd name="connsiteY80" fmla="*/ 157693 h 3466112"/>
                <a:gd name="connsiteX81" fmla="*/ 826241 w 2492579"/>
                <a:gd name="connsiteY81" fmla="*/ 204523 h 3466112"/>
                <a:gd name="connsiteX82" fmla="*/ 840761 w 2492579"/>
                <a:gd name="connsiteY82" fmla="*/ 236667 h 3466112"/>
                <a:gd name="connsiteX83" fmla="*/ 864008 w 2492579"/>
                <a:gd name="connsiteY83" fmla="*/ 260082 h 3466112"/>
                <a:gd name="connsiteX84" fmla="*/ 887255 w 2492579"/>
                <a:gd name="connsiteY84" fmla="*/ 529230 h 3466112"/>
                <a:gd name="connsiteX85" fmla="*/ 916377 w 2492579"/>
                <a:gd name="connsiteY85" fmla="*/ 529230 h 3466112"/>
                <a:gd name="connsiteX86" fmla="*/ 930896 w 2492579"/>
                <a:gd name="connsiteY86" fmla="*/ 517564 h 3466112"/>
                <a:gd name="connsiteX87" fmla="*/ 960018 w 2492579"/>
                <a:gd name="connsiteY87" fmla="*/ 517564 h 3466112"/>
                <a:gd name="connsiteX88" fmla="*/ 1026991 w 2492579"/>
                <a:gd name="connsiteY88" fmla="*/ 523439 h 3466112"/>
                <a:gd name="connsiteX89" fmla="*/ 1061904 w 2492579"/>
                <a:gd name="connsiteY89" fmla="*/ 546854 h 3466112"/>
                <a:gd name="connsiteX90" fmla="*/ 1099754 w 2492579"/>
                <a:gd name="connsiteY90" fmla="*/ 584873 h 3466112"/>
                <a:gd name="connsiteX91" fmla="*/ 1157998 w 2492579"/>
                <a:gd name="connsiteY91" fmla="*/ 602413 h 3466112"/>
                <a:gd name="connsiteX92" fmla="*/ 1210367 w 2492579"/>
                <a:gd name="connsiteY92" fmla="*/ 611225 h 3466112"/>
                <a:gd name="connsiteX93" fmla="*/ 1219096 w 2492579"/>
                <a:gd name="connsiteY93" fmla="*/ 640515 h 3466112"/>
                <a:gd name="connsiteX94" fmla="*/ 1259883 w 2492579"/>
                <a:gd name="connsiteY94" fmla="*/ 640515 h 3466112"/>
                <a:gd name="connsiteX95" fmla="*/ 1262821 w 2492579"/>
                <a:gd name="connsiteY95" fmla="*/ 622975 h 3466112"/>
                <a:gd name="connsiteX96" fmla="*/ 1286068 w 2492579"/>
                <a:gd name="connsiteY96" fmla="*/ 617100 h 3466112"/>
                <a:gd name="connsiteX97" fmla="*/ 1306462 w 2492579"/>
                <a:gd name="connsiteY97" fmla="*/ 631703 h 3466112"/>
                <a:gd name="connsiteX98" fmla="*/ 1306462 w 2492579"/>
                <a:gd name="connsiteY98" fmla="*/ 658055 h 3466112"/>
                <a:gd name="connsiteX99" fmla="*/ 1344312 w 2492579"/>
                <a:gd name="connsiteY99" fmla="*/ 672658 h 3466112"/>
                <a:gd name="connsiteX100" fmla="*/ 1402556 w 2492579"/>
                <a:gd name="connsiteY100" fmla="*/ 672658 h 3466112"/>
                <a:gd name="connsiteX101" fmla="*/ 1437469 w 2492579"/>
                <a:gd name="connsiteY101" fmla="*/ 663846 h 3466112"/>
                <a:gd name="connsiteX102" fmla="*/ 1481110 w 2492579"/>
                <a:gd name="connsiteY102" fmla="*/ 655034 h 3466112"/>
                <a:gd name="connsiteX103" fmla="*/ 1495629 w 2492579"/>
                <a:gd name="connsiteY103" fmla="*/ 663846 h 3466112"/>
                <a:gd name="connsiteX104" fmla="*/ 1518876 w 2492579"/>
                <a:gd name="connsiteY104" fmla="*/ 672658 h 3466112"/>
                <a:gd name="connsiteX105" fmla="*/ 1545061 w 2492579"/>
                <a:gd name="connsiteY105" fmla="*/ 658055 h 3466112"/>
                <a:gd name="connsiteX106" fmla="*/ 1553789 w 2492579"/>
                <a:gd name="connsiteY106" fmla="*/ 649243 h 3466112"/>
                <a:gd name="connsiteX107" fmla="*/ 1579974 w 2492579"/>
                <a:gd name="connsiteY107" fmla="*/ 649243 h 3466112"/>
                <a:gd name="connsiteX108" fmla="*/ 1594493 w 2492579"/>
                <a:gd name="connsiteY108" fmla="*/ 663846 h 3466112"/>
                <a:gd name="connsiteX109" fmla="*/ 1623615 w 2492579"/>
                <a:gd name="connsiteY109" fmla="*/ 663846 h 3466112"/>
                <a:gd name="connsiteX110" fmla="*/ 1632343 w 2492579"/>
                <a:gd name="connsiteY110" fmla="*/ 649243 h 3466112"/>
                <a:gd name="connsiteX111" fmla="*/ 1664319 w 2492579"/>
                <a:gd name="connsiteY111" fmla="*/ 634640 h 3466112"/>
                <a:gd name="connsiteX112" fmla="*/ 1713835 w 2492579"/>
                <a:gd name="connsiteY112" fmla="*/ 625828 h 3466112"/>
                <a:gd name="connsiteX113" fmla="*/ 1745810 w 2492579"/>
                <a:gd name="connsiteY113" fmla="*/ 617016 h 3466112"/>
                <a:gd name="connsiteX114" fmla="*/ 1766204 w 2492579"/>
                <a:gd name="connsiteY114" fmla="*/ 602413 h 3466112"/>
                <a:gd name="connsiteX115" fmla="*/ 1792389 w 2492579"/>
                <a:gd name="connsiteY115" fmla="*/ 584873 h 3466112"/>
                <a:gd name="connsiteX116" fmla="*/ 1824364 w 2492579"/>
                <a:gd name="connsiteY116" fmla="*/ 584873 h 3466112"/>
                <a:gd name="connsiteX117" fmla="*/ 1847612 w 2492579"/>
                <a:gd name="connsiteY117" fmla="*/ 599476 h 3466112"/>
                <a:gd name="connsiteX118" fmla="*/ 1888399 w 2492579"/>
                <a:gd name="connsiteY118" fmla="*/ 599476 h 3466112"/>
                <a:gd name="connsiteX119" fmla="*/ 1908793 w 2492579"/>
                <a:gd name="connsiteY119" fmla="*/ 587810 h 3466112"/>
                <a:gd name="connsiteX120" fmla="*/ 1934978 w 2492579"/>
                <a:gd name="connsiteY120" fmla="*/ 564395 h 3466112"/>
                <a:gd name="connsiteX121" fmla="*/ 2071776 w 2492579"/>
                <a:gd name="connsiteY121" fmla="*/ 529314 h 3466112"/>
                <a:gd name="connsiteX122" fmla="*/ 2191118 w 2492579"/>
                <a:gd name="connsiteY122" fmla="*/ 502961 h 3466112"/>
                <a:gd name="connsiteX123" fmla="*/ 2226031 w 2492579"/>
                <a:gd name="connsiteY123" fmla="*/ 508836 h 3466112"/>
                <a:gd name="connsiteX124" fmla="*/ 2234759 w 2492579"/>
                <a:gd name="connsiteY124" fmla="*/ 523439 h 3466112"/>
                <a:gd name="connsiteX125" fmla="*/ 2243487 w 2492579"/>
                <a:gd name="connsiteY125" fmla="*/ 561457 h 3466112"/>
                <a:gd name="connsiteX126" fmla="*/ 2324978 w 2492579"/>
                <a:gd name="connsiteY126" fmla="*/ 646306 h 3466112"/>
                <a:gd name="connsiteX127" fmla="*/ 2339497 w 2492579"/>
                <a:gd name="connsiteY127" fmla="*/ 672658 h 3466112"/>
                <a:gd name="connsiteX128" fmla="*/ 2365682 w 2492579"/>
                <a:gd name="connsiteY128" fmla="*/ 789734 h 3466112"/>
                <a:gd name="connsiteX129" fmla="*/ 2394804 w 2492579"/>
                <a:gd name="connsiteY129" fmla="*/ 1012136 h 3466112"/>
                <a:gd name="connsiteX130" fmla="*/ 2260943 w 2492579"/>
                <a:gd name="connsiteY130" fmla="*/ 1099922 h 3466112"/>
                <a:gd name="connsiteX131" fmla="*/ 2266734 w 2492579"/>
                <a:gd name="connsiteY131" fmla="*/ 1123337 h 3466112"/>
                <a:gd name="connsiteX132" fmla="*/ 2292919 w 2492579"/>
                <a:gd name="connsiteY132" fmla="*/ 1140877 h 3466112"/>
                <a:gd name="connsiteX133" fmla="*/ 2292919 w 2492579"/>
                <a:gd name="connsiteY133" fmla="*/ 1187707 h 3466112"/>
                <a:gd name="connsiteX134" fmla="*/ 2380201 w 2492579"/>
                <a:gd name="connsiteY134" fmla="*/ 1369154 h 3466112"/>
                <a:gd name="connsiteX135" fmla="*/ 2388929 w 2492579"/>
                <a:gd name="connsiteY135" fmla="*/ 1518373 h 3466112"/>
                <a:gd name="connsiteX136" fmla="*/ 2493752 w 2492579"/>
                <a:gd name="connsiteY136" fmla="*/ 1714422 h 3466112"/>
                <a:gd name="connsiteX137" fmla="*/ 2493752 w 2492579"/>
                <a:gd name="connsiteY137" fmla="*/ 1714422 h 346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2492579" h="3466112">
                  <a:moveTo>
                    <a:pt x="2494340" y="1714254"/>
                  </a:moveTo>
                  <a:cubicBezTo>
                    <a:pt x="2494340" y="1714254"/>
                    <a:pt x="2494340" y="1717192"/>
                    <a:pt x="2491402" y="1717192"/>
                  </a:cubicBezTo>
                  <a:cubicBezTo>
                    <a:pt x="2404120" y="1790375"/>
                    <a:pt x="2319691" y="1863474"/>
                    <a:pt x="2319691" y="1863474"/>
                  </a:cubicBezTo>
                  <a:lnTo>
                    <a:pt x="2316754" y="1863474"/>
                  </a:lnTo>
                  <a:cubicBezTo>
                    <a:pt x="2316754" y="1863474"/>
                    <a:pt x="2308025" y="1869348"/>
                    <a:pt x="2299297" y="1872286"/>
                  </a:cubicBezTo>
                  <a:cubicBezTo>
                    <a:pt x="2293506" y="1875223"/>
                    <a:pt x="2290569" y="1878160"/>
                    <a:pt x="2287632" y="1878160"/>
                  </a:cubicBezTo>
                  <a:cubicBezTo>
                    <a:pt x="2255656" y="1895701"/>
                    <a:pt x="2209078" y="1919116"/>
                    <a:pt x="2174081" y="1933719"/>
                  </a:cubicBezTo>
                  <a:cubicBezTo>
                    <a:pt x="2156624" y="1942531"/>
                    <a:pt x="2142105" y="1948322"/>
                    <a:pt x="2133293" y="1951259"/>
                  </a:cubicBezTo>
                  <a:lnTo>
                    <a:pt x="2133293" y="1954197"/>
                  </a:lnTo>
                  <a:cubicBezTo>
                    <a:pt x="2130356" y="1954197"/>
                    <a:pt x="2127502" y="1954197"/>
                    <a:pt x="2124565" y="1957134"/>
                  </a:cubicBezTo>
                  <a:cubicBezTo>
                    <a:pt x="2124565" y="1957134"/>
                    <a:pt x="2121628" y="1957134"/>
                    <a:pt x="2121628" y="1960071"/>
                  </a:cubicBezTo>
                  <a:lnTo>
                    <a:pt x="2118690" y="1960071"/>
                  </a:lnTo>
                  <a:cubicBezTo>
                    <a:pt x="2112899" y="1963009"/>
                    <a:pt x="2104171" y="1965946"/>
                    <a:pt x="2095443" y="1971737"/>
                  </a:cubicBezTo>
                  <a:lnTo>
                    <a:pt x="2095443" y="1971737"/>
                  </a:lnTo>
                  <a:cubicBezTo>
                    <a:pt x="2028471" y="2003964"/>
                    <a:pt x="1900401" y="2068335"/>
                    <a:pt x="1888819" y="2077063"/>
                  </a:cubicBezTo>
                  <a:cubicBezTo>
                    <a:pt x="1874300" y="2082938"/>
                    <a:pt x="1798599" y="2138497"/>
                    <a:pt x="1757812" y="2173661"/>
                  </a:cubicBezTo>
                  <a:lnTo>
                    <a:pt x="1754874" y="2173661"/>
                  </a:lnTo>
                  <a:cubicBezTo>
                    <a:pt x="1751937" y="2176599"/>
                    <a:pt x="1746146" y="2182473"/>
                    <a:pt x="1743209" y="2185327"/>
                  </a:cubicBezTo>
                  <a:cubicBezTo>
                    <a:pt x="1740271" y="2185327"/>
                    <a:pt x="1740271" y="2188264"/>
                    <a:pt x="1737418" y="2188264"/>
                  </a:cubicBezTo>
                  <a:cubicBezTo>
                    <a:pt x="1731627" y="2191202"/>
                    <a:pt x="1728690" y="2194139"/>
                    <a:pt x="1728690" y="2197077"/>
                  </a:cubicBezTo>
                  <a:cubicBezTo>
                    <a:pt x="1711233" y="2208742"/>
                    <a:pt x="1513337" y="2340421"/>
                    <a:pt x="1507463" y="2346296"/>
                  </a:cubicBezTo>
                  <a:cubicBezTo>
                    <a:pt x="1498734" y="2355108"/>
                    <a:pt x="1318295" y="2445747"/>
                    <a:pt x="1294964" y="2460434"/>
                  </a:cubicBezTo>
                  <a:cubicBezTo>
                    <a:pt x="1271717" y="2472099"/>
                    <a:pt x="1149438" y="2618465"/>
                    <a:pt x="1149438" y="2618465"/>
                  </a:cubicBezTo>
                  <a:cubicBezTo>
                    <a:pt x="1149438" y="2618465"/>
                    <a:pt x="989392" y="2732603"/>
                    <a:pt x="971852" y="2741331"/>
                  </a:cubicBezTo>
                  <a:cubicBezTo>
                    <a:pt x="948604" y="2752997"/>
                    <a:pt x="756500" y="2843720"/>
                    <a:pt x="736106" y="2864198"/>
                  </a:cubicBezTo>
                  <a:cubicBezTo>
                    <a:pt x="718649" y="2887613"/>
                    <a:pt x="622555" y="3001751"/>
                    <a:pt x="608036" y="3016355"/>
                  </a:cubicBezTo>
                  <a:cubicBezTo>
                    <a:pt x="593517" y="3030958"/>
                    <a:pt x="110275" y="3446471"/>
                    <a:pt x="110275" y="3446471"/>
                  </a:cubicBezTo>
                  <a:lnTo>
                    <a:pt x="54969" y="3464012"/>
                  </a:lnTo>
                  <a:cubicBezTo>
                    <a:pt x="49178" y="3458137"/>
                    <a:pt x="46240" y="3455200"/>
                    <a:pt x="37512" y="3449409"/>
                  </a:cubicBezTo>
                  <a:lnTo>
                    <a:pt x="5537" y="3373372"/>
                  </a:lnTo>
                  <a:lnTo>
                    <a:pt x="5537" y="3355832"/>
                  </a:lnTo>
                  <a:lnTo>
                    <a:pt x="116150" y="3250506"/>
                  </a:lnTo>
                  <a:lnTo>
                    <a:pt x="264614" y="3107162"/>
                  </a:lnTo>
                  <a:lnTo>
                    <a:pt x="343168" y="3033979"/>
                  </a:lnTo>
                  <a:lnTo>
                    <a:pt x="401412" y="2978420"/>
                  </a:lnTo>
                  <a:cubicBezTo>
                    <a:pt x="401412" y="2978420"/>
                    <a:pt x="410140" y="2963817"/>
                    <a:pt x="415931" y="2952068"/>
                  </a:cubicBezTo>
                  <a:cubicBezTo>
                    <a:pt x="415931" y="2949130"/>
                    <a:pt x="410140" y="2934528"/>
                    <a:pt x="410140" y="2934528"/>
                  </a:cubicBezTo>
                  <a:lnTo>
                    <a:pt x="372290" y="2925715"/>
                  </a:lnTo>
                  <a:lnTo>
                    <a:pt x="337377" y="2916903"/>
                  </a:lnTo>
                  <a:lnTo>
                    <a:pt x="319921" y="2896425"/>
                  </a:lnTo>
                  <a:lnTo>
                    <a:pt x="285008" y="2832055"/>
                  </a:lnTo>
                  <a:lnTo>
                    <a:pt x="258823" y="2501389"/>
                  </a:lnTo>
                  <a:lnTo>
                    <a:pt x="258823" y="2208826"/>
                  </a:lnTo>
                  <a:lnTo>
                    <a:pt x="253032" y="1995236"/>
                  </a:lnTo>
                  <a:lnTo>
                    <a:pt x="258823" y="1790459"/>
                  </a:lnTo>
                  <a:lnTo>
                    <a:pt x="258823" y="1503686"/>
                  </a:lnTo>
                  <a:lnTo>
                    <a:pt x="238429" y="1398360"/>
                  </a:lnTo>
                  <a:lnTo>
                    <a:pt x="180185" y="1304699"/>
                  </a:lnTo>
                  <a:lnTo>
                    <a:pt x="121941" y="1202311"/>
                  </a:lnTo>
                  <a:lnTo>
                    <a:pt x="37512" y="1181833"/>
                  </a:lnTo>
                  <a:lnTo>
                    <a:pt x="148126" y="1073569"/>
                  </a:lnTo>
                  <a:cubicBezTo>
                    <a:pt x="148126" y="1073569"/>
                    <a:pt x="180101" y="1058966"/>
                    <a:pt x="185976" y="1058966"/>
                  </a:cubicBezTo>
                  <a:lnTo>
                    <a:pt x="203432" y="1058966"/>
                  </a:lnTo>
                  <a:lnTo>
                    <a:pt x="281986" y="1076507"/>
                  </a:lnTo>
                  <a:lnTo>
                    <a:pt x="369269" y="1096984"/>
                  </a:lnTo>
                  <a:lnTo>
                    <a:pt x="424575" y="1096984"/>
                  </a:lnTo>
                  <a:lnTo>
                    <a:pt x="439094" y="1088172"/>
                  </a:lnTo>
                  <a:lnTo>
                    <a:pt x="439094" y="1073569"/>
                  </a:lnTo>
                  <a:lnTo>
                    <a:pt x="433304" y="1029676"/>
                  </a:lnTo>
                  <a:lnTo>
                    <a:pt x="442032" y="892123"/>
                  </a:lnTo>
                  <a:lnTo>
                    <a:pt x="471154" y="274769"/>
                  </a:lnTo>
                  <a:lnTo>
                    <a:pt x="415847" y="245479"/>
                  </a:lnTo>
                  <a:lnTo>
                    <a:pt x="377997" y="216189"/>
                  </a:lnTo>
                  <a:lnTo>
                    <a:pt x="363478" y="195711"/>
                  </a:lnTo>
                  <a:lnTo>
                    <a:pt x="354750" y="181108"/>
                  </a:lnTo>
                  <a:lnTo>
                    <a:pt x="354750" y="157693"/>
                  </a:lnTo>
                  <a:cubicBezTo>
                    <a:pt x="354750" y="157693"/>
                    <a:pt x="395537" y="55304"/>
                    <a:pt x="395537" y="52367"/>
                  </a:cubicBezTo>
                  <a:cubicBezTo>
                    <a:pt x="401328" y="46492"/>
                    <a:pt x="439178" y="37764"/>
                    <a:pt x="442116" y="37764"/>
                  </a:cubicBezTo>
                  <a:cubicBezTo>
                    <a:pt x="447907" y="37764"/>
                    <a:pt x="520670" y="28952"/>
                    <a:pt x="520670" y="28952"/>
                  </a:cubicBezTo>
                  <a:lnTo>
                    <a:pt x="552645" y="5537"/>
                  </a:lnTo>
                  <a:lnTo>
                    <a:pt x="613743" y="5537"/>
                  </a:lnTo>
                  <a:lnTo>
                    <a:pt x="639927" y="28952"/>
                  </a:lnTo>
                  <a:cubicBezTo>
                    <a:pt x="639927" y="28952"/>
                    <a:pt x="671903" y="31889"/>
                    <a:pt x="674840" y="31889"/>
                  </a:cubicBezTo>
                  <a:cubicBezTo>
                    <a:pt x="680631" y="37764"/>
                    <a:pt x="703962" y="40701"/>
                    <a:pt x="703962" y="40701"/>
                  </a:cubicBezTo>
                  <a:cubicBezTo>
                    <a:pt x="703962" y="40701"/>
                    <a:pt x="741813" y="46576"/>
                    <a:pt x="753478" y="40701"/>
                  </a:cubicBezTo>
                  <a:lnTo>
                    <a:pt x="788391" y="40701"/>
                  </a:lnTo>
                  <a:cubicBezTo>
                    <a:pt x="797119" y="46576"/>
                    <a:pt x="840761" y="40701"/>
                    <a:pt x="840761" y="40701"/>
                  </a:cubicBezTo>
                  <a:lnTo>
                    <a:pt x="855280" y="55304"/>
                  </a:lnTo>
                  <a:cubicBezTo>
                    <a:pt x="855280" y="55304"/>
                    <a:pt x="855280" y="84594"/>
                    <a:pt x="849489" y="93322"/>
                  </a:cubicBezTo>
                  <a:cubicBezTo>
                    <a:pt x="849489" y="102135"/>
                    <a:pt x="832032" y="119675"/>
                    <a:pt x="832032" y="119675"/>
                  </a:cubicBezTo>
                  <a:cubicBezTo>
                    <a:pt x="832032" y="119675"/>
                    <a:pt x="823304" y="154756"/>
                    <a:pt x="823304" y="157693"/>
                  </a:cubicBezTo>
                  <a:cubicBezTo>
                    <a:pt x="823304" y="163568"/>
                    <a:pt x="826241" y="204523"/>
                    <a:pt x="826241" y="204523"/>
                  </a:cubicBezTo>
                  <a:lnTo>
                    <a:pt x="840761" y="236667"/>
                  </a:lnTo>
                  <a:lnTo>
                    <a:pt x="864008" y="260082"/>
                  </a:lnTo>
                  <a:lnTo>
                    <a:pt x="887255" y="529230"/>
                  </a:lnTo>
                  <a:lnTo>
                    <a:pt x="916377" y="529230"/>
                  </a:lnTo>
                  <a:lnTo>
                    <a:pt x="930896" y="517564"/>
                  </a:lnTo>
                  <a:lnTo>
                    <a:pt x="960018" y="517564"/>
                  </a:lnTo>
                  <a:lnTo>
                    <a:pt x="1026991" y="523439"/>
                  </a:lnTo>
                  <a:lnTo>
                    <a:pt x="1061904" y="546854"/>
                  </a:lnTo>
                  <a:lnTo>
                    <a:pt x="1099754" y="584873"/>
                  </a:lnTo>
                  <a:lnTo>
                    <a:pt x="1157998" y="602413"/>
                  </a:lnTo>
                  <a:lnTo>
                    <a:pt x="1210367" y="611225"/>
                  </a:lnTo>
                  <a:lnTo>
                    <a:pt x="1219096" y="640515"/>
                  </a:lnTo>
                  <a:lnTo>
                    <a:pt x="1259883" y="640515"/>
                  </a:lnTo>
                  <a:cubicBezTo>
                    <a:pt x="1259883" y="640515"/>
                    <a:pt x="1262821" y="631703"/>
                    <a:pt x="1262821" y="622975"/>
                  </a:cubicBezTo>
                  <a:cubicBezTo>
                    <a:pt x="1268611" y="617100"/>
                    <a:pt x="1286068" y="617100"/>
                    <a:pt x="1286068" y="617100"/>
                  </a:cubicBezTo>
                  <a:lnTo>
                    <a:pt x="1306462" y="631703"/>
                  </a:lnTo>
                  <a:lnTo>
                    <a:pt x="1306462" y="658055"/>
                  </a:lnTo>
                  <a:lnTo>
                    <a:pt x="1344312" y="672658"/>
                  </a:lnTo>
                  <a:lnTo>
                    <a:pt x="1402556" y="672658"/>
                  </a:lnTo>
                  <a:cubicBezTo>
                    <a:pt x="1411284" y="669721"/>
                    <a:pt x="1425803" y="663846"/>
                    <a:pt x="1437469" y="663846"/>
                  </a:cubicBezTo>
                  <a:cubicBezTo>
                    <a:pt x="1449135" y="657971"/>
                    <a:pt x="1466591" y="655034"/>
                    <a:pt x="1481110" y="655034"/>
                  </a:cubicBezTo>
                  <a:cubicBezTo>
                    <a:pt x="1489838" y="655034"/>
                    <a:pt x="1495629" y="663846"/>
                    <a:pt x="1495629" y="663846"/>
                  </a:cubicBezTo>
                  <a:lnTo>
                    <a:pt x="1518876" y="672658"/>
                  </a:lnTo>
                  <a:cubicBezTo>
                    <a:pt x="1518876" y="672658"/>
                    <a:pt x="1536333" y="663846"/>
                    <a:pt x="1545061" y="658055"/>
                  </a:cubicBezTo>
                  <a:lnTo>
                    <a:pt x="1553789" y="649243"/>
                  </a:lnTo>
                  <a:lnTo>
                    <a:pt x="1579974" y="649243"/>
                  </a:lnTo>
                  <a:lnTo>
                    <a:pt x="1594493" y="663846"/>
                  </a:lnTo>
                  <a:lnTo>
                    <a:pt x="1623615" y="663846"/>
                  </a:lnTo>
                  <a:lnTo>
                    <a:pt x="1632343" y="649243"/>
                  </a:lnTo>
                  <a:lnTo>
                    <a:pt x="1664319" y="634640"/>
                  </a:lnTo>
                  <a:cubicBezTo>
                    <a:pt x="1664319" y="634640"/>
                    <a:pt x="1702169" y="631703"/>
                    <a:pt x="1713835" y="625828"/>
                  </a:cubicBezTo>
                  <a:cubicBezTo>
                    <a:pt x="1722563" y="622891"/>
                    <a:pt x="1731291" y="622891"/>
                    <a:pt x="1745810" y="617016"/>
                  </a:cubicBezTo>
                  <a:cubicBezTo>
                    <a:pt x="1754539" y="611141"/>
                    <a:pt x="1766204" y="602413"/>
                    <a:pt x="1766204" y="602413"/>
                  </a:cubicBezTo>
                  <a:lnTo>
                    <a:pt x="1792389" y="584873"/>
                  </a:lnTo>
                  <a:lnTo>
                    <a:pt x="1824364" y="584873"/>
                  </a:lnTo>
                  <a:lnTo>
                    <a:pt x="1847612" y="599476"/>
                  </a:lnTo>
                  <a:lnTo>
                    <a:pt x="1888399" y="599476"/>
                  </a:lnTo>
                  <a:lnTo>
                    <a:pt x="1908793" y="587810"/>
                  </a:lnTo>
                  <a:lnTo>
                    <a:pt x="1934978" y="564395"/>
                  </a:lnTo>
                  <a:lnTo>
                    <a:pt x="2071776" y="529314"/>
                  </a:lnTo>
                  <a:lnTo>
                    <a:pt x="2191118" y="502961"/>
                  </a:lnTo>
                  <a:cubicBezTo>
                    <a:pt x="2191118" y="502961"/>
                    <a:pt x="2220240" y="508836"/>
                    <a:pt x="2226031" y="508836"/>
                  </a:cubicBezTo>
                  <a:cubicBezTo>
                    <a:pt x="2228968" y="508836"/>
                    <a:pt x="2234759" y="523439"/>
                    <a:pt x="2234759" y="523439"/>
                  </a:cubicBezTo>
                  <a:lnTo>
                    <a:pt x="2243487" y="561457"/>
                  </a:lnTo>
                  <a:lnTo>
                    <a:pt x="2324978" y="646306"/>
                  </a:lnTo>
                  <a:lnTo>
                    <a:pt x="2339497" y="672658"/>
                  </a:lnTo>
                  <a:lnTo>
                    <a:pt x="2365682" y="789734"/>
                  </a:lnTo>
                  <a:lnTo>
                    <a:pt x="2394804" y="1012136"/>
                  </a:lnTo>
                  <a:lnTo>
                    <a:pt x="2260943" y="1099922"/>
                  </a:lnTo>
                  <a:lnTo>
                    <a:pt x="2266734" y="1123337"/>
                  </a:lnTo>
                  <a:lnTo>
                    <a:pt x="2292919" y="1140877"/>
                  </a:lnTo>
                  <a:lnTo>
                    <a:pt x="2292919" y="1187707"/>
                  </a:lnTo>
                  <a:lnTo>
                    <a:pt x="2380201" y="1369154"/>
                  </a:lnTo>
                  <a:lnTo>
                    <a:pt x="2388929" y="1518373"/>
                  </a:lnTo>
                  <a:lnTo>
                    <a:pt x="2493752" y="1714422"/>
                  </a:lnTo>
                  <a:lnTo>
                    <a:pt x="2493752" y="1714422"/>
                  </a:lnTo>
                  <a:close/>
                </a:path>
              </a:pathLst>
            </a:custGeom>
            <a:solidFill>
              <a:srgbClr val="9D7539">
                <a:alpha val="70000"/>
              </a:srgbClr>
            </a:solidFill>
            <a:ln w="4738" cap="flat">
              <a:solidFill>
                <a:schemeClr val="bg1"/>
              </a:solid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latin typeface="Fund Light"/>
                <a:ea typeface="+mn-ea"/>
                <a:cs typeface="+mn-cs"/>
              </a:endParaRPr>
            </a:p>
          </p:txBody>
        </p:sp>
        <p:sp>
          <p:nvSpPr>
            <p:cNvPr id="89" name="Freeform: Shape 88">
              <a:extLst>
                <a:ext uri="{FF2B5EF4-FFF2-40B4-BE49-F238E27FC236}">
                  <a16:creationId xmlns:a16="http://schemas.microsoft.com/office/drawing/2014/main" id="{DA55E51A-EE3E-2416-B975-03A0B8924BF8}"/>
                </a:ext>
              </a:extLst>
            </p:cNvPr>
            <p:cNvSpPr/>
            <p:nvPr/>
          </p:nvSpPr>
          <p:spPr>
            <a:xfrm>
              <a:off x="6164907" y="2933673"/>
              <a:ext cx="1285565" cy="1392748"/>
            </a:xfrm>
            <a:custGeom>
              <a:avLst/>
              <a:gdLst>
                <a:gd name="connsiteX0" fmla="*/ 1574267 w 1577794"/>
                <a:gd name="connsiteY0" fmla="*/ 1555803 h 1703682"/>
                <a:gd name="connsiteX1" fmla="*/ 1574267 w 1577794"/>
                <a:gd name="connsiteY1" fmla="*/ 1617237 h 1703682"/>
                <a:gd name="connsiteX2" fmla="*/ 1571330 w 1577794"/>
                <a:gd name="connsiteY2" fmla="*/ 1617237 h 1703682"/>
                <a:gd name="connsiteX3" fmla="*/ 1076507 w 1577794"/>
                <a:gd name="connsiteY3" fmla="*/ 1605571 h 1703682"/>
                <a:gd name="connsiteX4" fmla="*/ 1053259 w 1577794"/>
                <a:gd name="connsiteY4" fmla="*/ 1631924 h 1703682"/>
                <a:gd name="connsiteX5" fmla="*/ 826241 w 1577794"/>
                <a:gd name="connsiteY5" fmla="*/ 1667004 h 1703682"/>
                <a:gd name="connsiteX6" fmla="*/ 802994 w 1577794"/>
                <a:gd name="connsiteY6" fmla="*/ 1678670 h 1703682"/>
                <a:gd name="connsiteX7" fmla="*/ 756416 w 1577794"/>
                <a:gd name="connsiteY7" fmla="*/ 1678670 h 1703682"/>
                <a:gd name="connsiteX8" fmla="*/ 721503 w 1577794"/>
                <a:gd name="connsiteY8" fmla="*/ 1690336 h 1703682"/>
                <a:gd name="connsiteX9" fmla="*/ 695318 w 1577794"/>
                <a:gd name="connsiteY9" fmla="*/ 1699148 h 1703682"/>
                <a:gd name="connsiteX10" fmla="*/ 648740 w 1577794"/>
                <a:gd name="connsiteY10" fmla="*/ 1678670 h 1703682"/>
                <a:gd name="connsiteX11" fmla="*/ 637074 w 1577794"/>
                <a:gd name="connsiteY11" fmla="*/ 1631840 h 1703682"/>
                <a:gd name="connsiteX12" fmla="*/ 660321 w 1577794"/>
                <a:gd name="connsiteY12" fmla="*/ 1631840 h 1703682"/>
                <a:gd name="connsiteX13" fmla="*/ 695234 w 1577794"/>
                <a:gd name="connsiteY13" fmla="*/ 1614300 h 1703682"/>
                <a:gd name="connsiteX14" fmla="*/ 695234 w 1577794"/>
                <a:gd name="connsiteY14" fmla="*/ 1579219 h 1703682"/>
                <a:gd name="connsiteX15" fmla="*/ 689443 w 1577794"/>
                <a:gd name="connsiteY15" fmla="*/ 1552866 h 1703682"/>
                <a:gd name="connsiteX16" fmla="*/ 671987 w 1577794"/>
                <a:gd name="connsiteY16" fmla="*/ 1552866 h 1703682"/>
                <a:gd name="connsiteX17" fmla="*/ 671987 w 1577794"/>
                <a:gd name="connsiteY17" fmla="*/ 1541200 h 1703682"/>
                <a:gd name="connsiteX18" fmla="*/ 648740 w 1577794"/>
                <a:gd name="connsiteY18" fmla="*/ 1520723 h 1703682"/>
                <a:gd name="connsiteX19" fmla="*/ 648740 w 1577794"/>
                <a:gd name="connsiteY19" fmla="*/ 1509057 h 1703682"/>
                <a:gd name="connsiteX20" fmla="*/ 660405 w 1577794"/>
                <a:gd name="connsiteY20" fmla="*/ 1497392 h 1703682"/>
                <a:gd name="connsiteX21" fmla="*/ 648740 w 1577794"/>
                <a:gd name="connsiteY21" fmla="*/ 1473976 h 1703682"/>
                <a:gd name="connsiteX22" fmla="*/ 648740 w 1577794"/>
                <a:gd name="connsiteY22" fmla="*/ 1438896 h 1703682"/>
                <a:gd name="connsiteX23" fmla="*/ 660405 w 1577794"/>
                <a:gd name="connsiteY23" fmla="*/ 1403815 h 1703682"/>
                <a:gd name="connsiteX24" fmla="*/ 672071 w 1577794"/>
                <a:gd name="connsiteY24" fmla="*/ 1395003 h 1703682"/>
                <a:gd name="connsiteX25" fmla="*/ 660405 w 1577794"/>
                <a:gd name="connsiteY25" fmla="*/ 1377462 h 1703682"/>
                <a:gd name="connsiteX26" fmla="*/ 672071 w 1577794"/>
                <a:gd name="connsiteY26" fmla="*/ 1342382 h 1703682"/>
                <a:gd name="connsiteX27" fmla="*/ 672071 w 1577794"/>
                <a:gd name="connsiteY27" fmla="*/ 1316029 h 1703682"/>
                <a:gd name="connsiteX28" fmla="*/ 625492 w 1577794"/>
                <a:gd name="connsiteY28" fmla="*/ 1304364 h 1703682"/>
                <a:gd name="connsiteX29" fmla="*/ 590579 w 1577794"/>
                <a:gd name="connsiteY29" fmla="*/ 1283886 h 1703682"/>
                <a:gd name="connsiteX30" fmla="*/ 590579 w 1577794"/>
                <a:gd name="connsiteY30" fmla="*/ 1257533 h 1703682"/>
                <a:gd name="connsiteX31" fmla="*/ 573123 w 1577794"/>
                <a:gd name="connsiteY31" fmla="*/ 1222453 h 1703682"/>
                <a:gd name="connsiteX32" fmla="*/ 558604 w 1577794"/>
                <a:gd name="connsiteY32" fmla="*/ 1199037 h 1703682"/>
                <a:gd name="connsiteX33" fmla="*/ 494569 w 1577794"/>
                <a:gd name="connsiteY33" fmla="*/ 1199037 h 1703682"/>
                <a:gd name="connsiteX34" fmla="*/ 494569 w 1577794"/>
                <a:gd name="connsiteY34" fmla="*/ 1172685 h 1703682"/>
                <a:gd name="connsiteX35" fmla="*/ 459656 w 1577794"/>
                <a:gd name="connsiteY35" fmla="*/ 1172685 h 1703682"/>
                <a:gd name="connsiteX36" fmla="*/ 447990 w 1577794"/>
                <a:gd name="connsiteY36" fmla="*/ 1187288 h 1703682"/>
                <a:gd name="connsiteX37" fmla="*/ 430534 w 1577794"/>
                <a:gd name="connsiteY37" fmla="*/ 1198953 h 1703682"/>
                <a:gd name="connsiteX38" fmla="*/ 360708 w 1577794"/>
                <a:gd name="connsiteY38" fmla="*/ 1198953 h 1703682"/>
                <a:gd name="connsiteX39" fmla="*/ 325795 w 1577794"/>
                <a:gd name="connsiteY39" fmla="*/ 994176 h 1703682"/>
                <a:gd name="connsiteX40" fmla="*/ 360708 w 1577794"/>
                <a:gd name="connsiteY40" fmla="*/ 1005841 h 1703682"/>
                <a:gd name="connsiteX41" fmla="*/ 383955 w 1577794"/>
                <a:gd name="connsiteY41" fmla="*/ 1005841 h 1703682"/>
                <a:gd name="connsiteX42" fmla="*/ 395621 w 1577794"/>
                <a:gd name="connsiteY42" fmla="*/ 982426 h 1703682"/>
                <a:gd name="connsiteX43" fmla="*/ 98694 w 1577794"/>
                <a:gd name="connsiteY43" fmla="*/ 587558 h 1703682"/>
                <a:gd name="connsiteX44" fmla="*/ 52115 w 1577794"/>
                <a:gd name="connsiteY44" fmla="*/ 572955 h 1703682"/>
                <a:gd name="connsiteX45" fmla="*/ 22993 w 1577794"/>
                <a:gd name="connsiteY45" fmla="*/ 508584 h 1703682"/>
                <a:gd name="connsiteX46" fmla="*/ 20056 w 1577794"/>
                <a:gd name="connsiteY46" fmla="*/ 502710 h 1703682"/>
                <a:gd name="connsiteX47" fmla="*/ 5537 w 1577794"/>
                <a:gd name="connsiteY47" fmla="*/ 470566 h 1703682"/>
                <a:gd name="connsiteX48" fmla="*/ 8474 w 1577794"/>
                <a:gd name="connsiteY48" fmla="*/ 470566 h 1703682"/>
                <a:gd name="connsiteX49" fmla="*/ 145272 w 1577794"/>
                <a:gd name="connsiteY49" fmla="*/ 359449 h 1703682"/>
                <a:gd name="connsiteX50" fmla="*/ 349043 w 1577794"/>
                <a:gd name="connsiteY50" fmla="*/ 274601 h 1703682"/>
                <a:gd name="connsiteX51" fmla="*/ 593517 w 1577794"/>
                <a:gd name="connsiteY51" fmla="*/ 61095 h 1703682"/>
                <a:gd name="connsiteX52" fmla="*/ 640095 w 1577794"/>
                <a:gd name="connsiteY52" fmla="*/ 5537 h 1703682"/>
                <a:gd name="connsiteX53" fmla="*/ 730315 w 1577794"/>
                <a:gd name="connsiteY53" fmla="*/ 55220 h 1703682"/>
                <a:gd name="connsiteX54" fmla="*/ 733252 w 1577794"/>
                <a:gd name="connsiteY54" fmla="*/ 55220 h 1703682"/>
                <a:gd name="connsiteX55" fmla="*/ 771103 w 1577794"/>
                <a:gd name="connsiteY55" fmla="*/ 78635 h 1703682"/>
                <a:gd name="connsiteX56" fmla="*/ 776893 w 1577794"/>
                <a:gd name="connsiteY56" fmla="*/ 81573 h 1703682"/>
                <a:gd name="connsiteX57" fmla="*/ 776893 w 1577794"/>
                <a:gd name="connsiteY57" fmla="*/ 84510 h 1703682"/>
                <a:gd name="connsiteX58" fmla="*/ 899173 w 1577794"/>
                <a:gd name="connsiteY58" fmla="*/ 151818 h 1703682"/>
                <a:gd name="connsiteX59" fmla="*/ 899173 w 1577794"/>
                <a:gd name="connsiteY59" fmla="*/ 151818 h 1703682"/>
                <a:gd name="connsiteX60" fmla="*/ 910838 w 1577794"/>
                <a:gd name="connsiteY60" fmla="*/ 160630 h 1703682"/>
                <a:gd name="connsiteX61" fmla="*/ 916629 w 1577794"/>
                <a:gd name="connsiteY61" fmla="*/ 163568 h 1703682"/>
                <a:gd name="connsiteX62" fmla="*/ 922420 w 1577794"/>
                <a:gd name="connsiteY62" fmla="*/ 169443 h 1703682"/>
                <a:gd name="connsiteX63" fmla="*/ 939876 w 1577794"/>
                <a:gd name="connsiteY63" fmla="*/ 178255 h 1703682"/>
                <a:gd name="connsiteX64" fmla="*/ 939876 w 1577794"/>
                <a:gd name="connsiteY64" fmla="*/ 178255 h 1703682"/>
                <a:gd name="connsiteX65" fmla="*/ 963124 w 1577794"/>
                <a:gd name="connsiteY65" fmla="*/ 192858 h 1703682"/>
                <a:gd name="connsiteX66" fmla="*/ 977643 w 1577794"/>
                <a:gd name="connsiteY66" fmla="*/ 201670 h 1703682"/>
                <a:gd name="connsiteX67" fmla="*/ 1015493 w 1577794"/>
                <a:gd name="connsiteY67" fmla="*/ 233813 h 1703682"/>
                <a:gd name="connsiteX68" fmla="*/ 1070800 w 1577794"/>
                <a:gd name="connsiteY68" fmla="*/ 295246 h 1703682"/>
                <a:gd name="connsiteX69" fmla="*/ 1073737 w 1577794"/>
                <a:gd name="connsiteY69" fmla="*/ 298184 h 1703682"/>
                <a:gd name="connsiteX70" fmla="*/ 1079528 w 1577794"/>
                <a:gd name="connsiteY70" fmla="*/ 306996 h 1703682"/>
                <a:gd name="connsiteX71" fmla="*/ 1094047 w 1577794"/>
                <a:gd name="connsiteY71" fmla="*/ 324536 h 1703682"/>
                <a:gd name="connsiteX72" fmla="*/ 1096984 w 1577794"/>
                <a:gd name="connsiteY72" fmla="*/ 327474 h 1703682"/>
                <a:gd name="connsiteX73" fmla="*/ 1105713 w 1577794"/>
                <a:gd name="connsiteY73" fmla="*/ 339139 h 1703682"/>
                <a:gd name="connsiteX74" fmla="*/ 1111503 w 1577794"/>
                <a:gd name="connsiteY74" fmla="*/ 347951 h 1703682"/>
                <a:gd name="connsiteX75" fmla="*/ 1257030 w 1577794"/>
                <a:gd name="connsiteY75" fmla="*/ 564395 h 1703682"/>
                <a:gd name="connsiteX76" fmla="*/ 1257030 w 1577794"/>
                <a:gd name="connsiteY76" fmla="*/ 564395 h 1703682"/>
                <a:gd name="connsiteX77" fmla="*/ 1271549 w 1577794"/>
                <a:gd name="connsiteY77" fmla="*/ 584873 h 1703682"/>
                <a:gd name="connsiteX78" fmla="*/ 1271549 w 1577794"/>
                <a:gd name="connsiteY78" fmla="*/ 587810 h 1703682"/>
                <a:gd name="connsiteX79" fmla="*/ 1280277 w 1577794"/>
                <a:gd name="connsiteY79" fmla="*/ 596622 h 1703682"/>
                <a:gd name="connsiteX80" fmla="*/ 1283214 w 1577794"/>
                <a:gd name="connsiteY80" fmla="*/ 602497 h 1703682"/>
                <a:gd name="connsiteX81" fmla="*/ 1283214 w 1577794"/>
                <a:gd name="connsiteY81" fmla="*/ 602497 h 1703682"/>
                <a:gd name="connsiteX82" fmla="*/ 1286152 w 1577794"/>
                <a:gd name="connsiteY82" fmla="*/ 605434 h 1703682"/>
                <a:gd name="connsiteX83" fmla="*/ 1291943 w 1577794"/>
                <a:gd name="connsiteY83" fmla="*/ 614246 h 1703682"/>
                <a:gd name="connsiteX84" fmla="*/ 1449135 w 1577794"/>
                <a:gd name="connsiteY84" fmla="*/ 857042 h 1703682"/>
                <a:gd name="connsiteX85" fmla="*/ 1530626 w 1577794"/>
                <a:gd name="connsiteY85" fmla="*/ 1085151 h 1703682"/>
                <a:gd name="connsiteX86" fmla="*/ 1536417 w 1577794"/>
                <a:gd name="connsiteY86" fmla="*/ 1129044 h 1703682"/>
                <a:gd name="connsiteX87" fmla="*/ 1539354 w 1577794"/>
                <a:gd name="connsiteY87" fmla="*/ 1129044 h 1703682"/>
                <a:gd name="connsiteX88" fmla="*/ 1536417 w 1577794"/>
                <a:gd name="connsiteY88" fmla="*/ 1131981 h 1703682"/>
                <a:gd name="connsiteX89" fmla="*/ 1571330 w 1577794"/>
                <a:gd name="connsiteY89" fmla="*/ 1556055 h 1703682"/>
                <a:gd name="connsiteX90" fmla="*/ 1574267 w 1577794"/>
                <a:gd name="connsiteY90" fmla="*/ 1556055 h 170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7794" h="1703682">
                  <a:moveTo>
                    <a:pt x="1574267" y="1555803"/>
                  </a:moveTo>
                  <a:lnTo>
                    <a:pt x="1574267" y="1617237"/>
                  </a:lnTo>
                  <a:lnTo>
                    <a:pt x="1571330" y="1617237"/>
                  </a:lnTo>
                  <a:lnTo>
                    <a:pt x="1076507" y="1605571"/>
                  </a:lnTo>
                  <a:lnTo>
                    <a:pt x="1053259" y="1631924"/>
                  </a:lnTo>
                  <a:lnTo>
                    <a:pt x="826241" y="1667004"/>
                  </a:lnTo>
                  <a:lnTo>
                    <a:pt x="802994" y="1678670"/>
                  </a:lnTo>
                  <a:lnTo>
                    <a:pt x="756416" y="1678670"/>
                  </a:lnTo>
                  <a:lnTo>
                    <a:pt x="721503" y="1690336"/>
                  </a:lnTo>
                  <a:lnTo>
                    <a:pt x="695318" y="1699148"/>
                  </a:lnTo>
                  <a:cubicBezTo>
                    <a:pt x="695318" y="1699148"/>
                    <a:pt x="660405" y="1678670"/>
                    <a:pt x="648740" y="1678670"/>
                  </a:cubicBezTo>
                  <a:cubicBezTo>
                    <a:pt x="637074" y="1678670"/>
                    <a:pt x="637074" y="1631840"/>
                    <a:pt x="637074" y="1631840"/>
                  </a:cubicBezTo>
                  <a:lnTo>
                    <a:pt x="660321" y="1631840"/>
                  </a:lnTo>
                  <a:lnTo>
                    <a:pt x="695234" y="1614300"/>
                  </a:lnTo>
                  <a:lnTo>
                    <a:pt x="695234" y="1579219"/>
                  </a:lnTo>
                  <a:cubicBezTo>
                    <a:pt x="695234" y="1567553"/>
                    <a:pt x="689443" y="1552866"/>
                    <a:pt x="689443" y="1552866"/>
                  </a:cubicBezTo>
                  <a:lnTo>
                    <a:pt x="671987" y="1552866"/>
                  </a:lnTo>
                  <a:lnTo>
                    <a:pt x="671987" y="1541200"/>
                  </a:lnTo>
                  <a:lnTo>
                    <a:pt x="648740" y="1520723"/>
                  </a:lnTo>
                  <a:lnTo>
                    <a:pt x="648740" y="1509057"/>
                  </a:lnTo>
                  <a:lnTo>
                    <a:pt x="660405" y="1497392"/>
                  </a:lnTo>
                  <a:lnTo>
                    <a:pt x="648740" y="1473976"/>
                  </a:lnTo>
                  <a:lnTo>
                    <a:pt x="648740" y="1438896"/>
                  </a:lnTo>
                  <a:lnTo>
                    <a:pt x="660405" y="1403815"/>
                  </a:lnTo>
                  <a:lnTo>
                    <a:pt x="672071" y="1395003"/>
                  </a:lnTo>
                  <a:lnTo>
                    <a:pt x="660405" y="1377462"/>
                  </a:lnTo>
                  <a:lnTo>
                    <a:pt x="672071" y="1342382"/>
                  </a:lnTo>
                  <a:lnTo>
                    <a:pt x="672071" y="1316029"/>
                  </a:lnTo>
                  <a:lnTo>
                    <a:pt x="625492" y="1304364"/>
                  </a:lnTo>
                  <a:lnTo>
                    <a:pt x="590579" y="1283886"/>
                  </a:lnTo>
                  <a:lnTo>
                    <a:pt x="590579" y="1257533"/>
                  </a:lnTo>
                  <a:lnTo>
                    <a:pt x="573123" y="1222453"/>
                  </a:lnTo>
                  <a:lnTo>
                    <a:pt x="558604" y="1199037"/>
                  </a:lnTo>
                  <a:lnTo>
                    <a:pt x="494569" y="1199037"/>
                  </a:lnTo>
                  <a:lnTo>
                    <a:pt x="494569" y="1172685"/>
                  </a:lnTo>
                  <a:lnTo>
                    <a:pt x="459656" y="1172685"/>
                  </a:lnTo>
                  <a:lnTo>
                    <a:pt x="447990" y="1187288"/>
                  </a:lnTo>
                  <a:lnTo>
                    <a:pt x="430534" y="1198953"/>
                  </a:lnTo>
                  <a:lnTo>
                    <a:pt x="360708" y="1198953"/>
                  </a:lnTo>
                  <a:lnTo>
                    <a:pt x="325795" y="994176"/>
                  </a:lnTo>
                  <a:lnTo>
                    <a:pt x="360708" y="1005841"/>
                  </a:lnTo>
                  <a:lnTo>
                    <a:pt x="383955" y="1005841"/>
                  </a:lnTo>
                  <a:lnTo>
                    <a:pt x="395621" y="982426"/>
                  </a:lnTo>
                  <a:lnTo>
                    <a:pt x="98694" y="587558"/>
                  </a:lnTo>
                  <a:lnTo>
                    <a:pt x="52115" y="572955"/>
                  </a:lnTo>
                  <a:lnTo>
                    <a:pt x="22993" y="508584"/>
                  </a:lnTo>
                  <a:cubicBezTo>
                    <a:pt x="22993" y="508584"/>
                    <a:pt x="22993" y="505647"/>
                    <a:pt x="20056" y="502710"/>
                  </a:cubicBezTo>
                  <a:lnTo>
                    <a:pt x="5537" y="470566"/>
                  </a:lnTo>
                  <a:lnTo>
                    <a:pt x="8474" y="470566"/>
                  </a:lnTo>
                  <a:cubicBezTo>
                    <a:pt x="40533" y="453026"/>
                    <a:pt x="110359" y="382780"/>
                    <a:pt x="145272" y="359449"/>
                  </a:cubicBezTo>
                  <a:cubicBezTo>
                    <a:pt x="174394" y="341909"/>
                    <a:pt x="282070" y="295079"/>
                    <a:pt x="349043" y="274601"/>
                  </a:cubicBezTo>
                  <a:cubicBezTo>
                    <a:pt x="468384" y="169275"/>
                    <a:pt x="584789" y="69823"/>
                    <a:pt x="593517" y="61095"/>
                  </a:cubicBezTo>
                  <a:cubicBezTo>
                    <a:pt x="599308" y="55220"/>
                    <a:pt x="619701" y="31805"/>
                    <a:pt x="640095" y="5537"/>
                  </a:cubicBezTo>
                  <a:cubicBezTo>
                    <a:pt x="660489" y="17202"/>
                    <a:pt x="701193" y="37680"/>
                    <a:pt x="730315" y="55220"/>
                  </a:cubicBezTo>
                  <a:lnTo>
                    <a:pt x="733252" y="55220"/>
                  </a:lnTo>
                  <a:cubicBezTo>
                    <a:pt x="750709" y="66886"/>
                    <a:pt x="765312" y="75698"/>
                    <a:pt x="771103" y="78635"/>
                  </a:cubicBezTo>
                  <a:cubicBezTo>
                    <a:pt x="773061" y="80594"/>
                    <a:pt x="774991" y="81573"/>
                    <a:pt x="776893" y="81573"/>
                  </a:cubicBezTo>
                  <a:lnTo>
                    <a:pt x="776893" y="84510"/>
                  </a:lnTo>
                  <a:cubicBezTo>
                    <a:pt x="794350" y="93322"/>
                    <a:pt x="870050" y="137131"/>
                    <a:pt x="899173" y="151818"/>
                  </a:cubicBezTo>
                  <a:lnTo>
                    <a:pt x="899173" y="151818"/>
                  </a:lnTo>
                  <a:cubicBezTo>
                    <a:pt x="902110" y="154756"/>
                    <a:pt x="904963" y="157693"/>
                    <a:pt x="910838" y="160630"/>
                  </a:cubicBezTo>
                  <a:cubicBezTo>
                    <a:pt x="913775" y="160630"/>
                    <a:pt x="913775" y="163568"/>
                    <a:pt x="916629" y="163568"/>
                  </a:cubicBezTo>
                  <a:cubicBezTo>
                    <a:pt x="919566" y="166505"/>
                    <a:pt x="922420" y="166505"/>
                    <a:pt x="922420" y="169443"/>
                  </a:cubicBezTo>
                  <a:cubicBezTo>
                    <a:pt x="928211" y="172380"/>
                    <a:pt x="934085" y="175317"/>
                    <a:pt x="939876" y="178255"/>
                  </a:cubicBezTo>
                  <a:lnTo>
                    <a:pt x="939876" y="178255"/>
                  </a:lnTo>
                  <a:cubicBezTo>
                    <a:pt x="948604" y="184129"/>
                    <a:pt x="957333" y="189920"/>
                    <a:pt x="963124" y="192858"/>
                  </a:cubicBezTo>
                  <a:cubicBezTo>
                    <a:pt x="968914" y="195795"/>
                    <a:pt x="971852" y="198732"/>
                    <a:pt x="977643" y="201670"/>
                  </a:cubicBezTo>
                  <a:cubicBezTo>
                    <a:pt x="992162" y="213335"/>
                    <a:pt x="1006765" y="225085"/>
                    <a:pt x="1015493" y="233813"/>
                  </a:cubicBezTo>
                  <a:cubicBezTo>
                    <a:pt x="1027159" y="245479"/>
                    <a:pt x="1050406" y="271831"/>
                    <a:pt x="1070800" y="295246"/>
                  </a:cubicBezTo>
                  <a:lnTo>
                    <a:pt x="1073737" y="298184"/>
                  </a:lnTo>
                  <a:cubicBezTo>
                    <a:pt x="1076674" y="301121"/>
                    <a:pt x="1079528" y="304058"/>
                    <a:pt x="1079528" y="306996"/>
                  </a:cubicBezTo>
                  <a:cubicBezTo>
                    <a:pt x="1085319" y="312871"/>
                    <a:pt x="1091194" y="318662"/>
                    <a:pt x="1094047" y="324536"/>
                  </a:cubicBezTo>
                  <a:cubicBezTo>
                    <a:pt x="1096984" y="324536"/>
                    <a:pt x="1096984" y="327474"/>
                    <a:pt x="1096984" y="327474"/>
                  </a:cubicBezTo>
                  <a:cubicBezTo>
                    <a:pt x="1099922" y="330411"/>
                    <a:pt x="1102775" y="336286"/>
                    <a:pt x="1105713" y="339139"/>
                  </a:cubicBezTo>
                  <a:cubicBezTo>
                    <a:pt x="1108650" y="342077"/>
                    <a:pt x="1111503" y="345014"/>
                    <a:pt x="1111503" y="347951"/>
                  </a:cubicBezTo>
                  <a:cubicBezTo>
                    <a:pt x="1126022" y="368429"/>
                    <a:pt x="1207598" y="494233"/>
                    <a:pt x="1257030" y="564395"/>
                  </a:cubicBezTo>
                  <a:lnTo>
                    <a:pt x="1257030" y="564395"/>
                  </a:lnTo>
                  <a:cubicBezTo>
                    <a:pt x="1262821" y="573207"/>
                    <a:pt x="1268695" y="578998"/>
                    <a:pt x="1271549" y="584873"/>
                  </a:cubicBezTo>
                  <a:lnTo>
                    <a:pt x="1271549" y="587810"/>
                  </a:lnTo>
                  <a:cubicBezTo>
                    <a:pt x="1274486" y="590747"/>
                    <a:pt x="1277340" y="593685"/>
                    <a:pt x="1280277" y="596622"/>
                  </a:cubicBezTo>
                  <a:cubicBezTo>
                    <a:pt x="1280277" y="599559"/>
                    <a:pt x="1283214" y="602497"/>
                    <a:pt x="1283214" y="602497"/>
                  </a:cubicBezTo>
                  <a:lnTo>
                    <a:pt x="1283214" y="602497"/>
                  </a:lnTo>
                  <a:lnTo>
                    <a:pt x="1286152" y="605434"/>
                  </a:lnTo>
                  <a:cubicBezTo>
                    <a:pt x="1289089" y="608371"/>
                    <a:pt x="1289089" y="611309"/>
                    <a:pt x="1291943" y="614246"/>
                  </a:cubicBezTo>
                  <a:cubicBezTo>
                    <a:pt x="1321065" y="652264"/>
                    <a:pt x="1434532" y="830689"/>
                    <a:pt x="1449135" y="857042"/>
                  </a:cubicBezTo>
                  <a:cubicBezTo>
                    <a:pt x="1460800" y="880457"/>
                    <a:pt x="1524835" y="1032530"/>
                    <a:pt x="1530626" y="1085151"/>
                  </a:cubicBezTo>
                  <a:cubicBezTo>
                    <a:pt x="1533563" y="1091026"/>
                    <a:pt x="1533563" y="1108566"/>
                    <a:pt x="1536417" y="1129044"/>
                  </a:cubicBezTo>
                  <a:lnTo>
                    <a:pt x="1539354" y="1129044"/>
                  </a:lnTo>
                  <a:lnTo>
                    <a:pt x="1536417" y="1131981"/>
                  </a:lnTo>
                  <a:cubicBezTo>
                    <a:pt x="1545145" y="1251910"/>
                    <a:pt x="1571330" y="1556055"/>
                    <a:pt x="1571330" y="1556055"/>
                  </a:cubicBezTo>
                  <a:lnTo>
                    <a:pt x="1574267" y="1556055"/>
                  </a:lnTo>
                  <a:close/>
                </a:path>
              </a:pathLst>
            </a:custGeom>
            <a:solidFill>
              <a:schemeClr val="accent2">
                <a:alpha val="75000"/>
              </a:schemeClr>
            </a:solidFill>
            <a:ln w="5103" cap="flat">
              <a:solidFill>
                <a:schemeClr val="bg1"/>
              </a:solidFill>
              <a:prstDash val="solid"/>
              <a:miter/>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90" name="Freeform: Shape 89">
              <a:extLst>
                <a:ext uri="{FF2B5EF4-FFF2-40B4-BE49-F238E27FC236}">
                  <a16:creationId xmlns:a16="http://schemas.microsoft.com/office/drawing/2014/main" id="{5ED659FF-0446-8EFD-AD14-3583B12D3549}"/>
                </a:ext>
              </a:extLst>
            </p:cNvPr>
            <p:cNvSpPr/>
            <p:nvPr/>
          </p:nvSpPr>
          <p:spPr>
            <a:xfrm>
              <a:off x="6681186" y="2396264"/>
              <a:ext cx="1340271" cy="14613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91" name="Freeform: Shape 90">
              <a:extLst>
                <a:ext uri="{FF2B5EF4-FFF2-40B4-BE49-F238E27FC236}">
                  <a16:creationId xmlns:a16="http://schemas.microsoft.com/office/drawing/2014/main" id="{B163B327-B92A-64D9-51DE-B610CA408BFB}"/>
                </a:ext>
              </a:extLst>
            </p:cNvPr>
            <p:cNvSpPr/>
            <p:nvPr/>
          </p:nvSpPr>
          <p:spPr>
            <a:xfrm>
              <a:off x="7414204" y="3711418"/>
              <a:ext cx="396464" cy="34304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sp>
        <p:nvSpPr>
          <p:cNvPr id="92" name="TextBox 91">
            <a:extLst>
              <a:ext uri="{FF2B5EF4-FFF2-40B4-BE49-F238E27FC236}">
                <a16:creationId xmlns:a16="http://schemas.microsoft.com/office/drawing/2014/main" id="{50F365FA-4602-DFC1-F716-B2338B00DDA3}"/>
              </a:ext>
            </a:extLst>
          </p:cNvPr>
          <p:cNvSpPr txBox="1"/>
          <p:nvPr/>
        </p:nvSpPr>
        <p:spPr>
          <a:xfrm>
            <a:off x="1442527" y="6396637"/>
            <a:ext cx="2291024" cy="19935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2F2F2">
                    <a:lumMod val="10000"/>
                  </a:srgbClr>
                </a:solidFill>
                <a:effectLst/>
                <a:uLnTx/>
                <a:uFillTx/>
                <a:ea typeface="+mn-ea"/>
                <a:cs typeface="+mn-cs"/>
              </a:rPr>
              <a:t>North of Riyadh Area (</a:t>
            </a:r>
            <a:r>
              <a:rPr kumimoji="0" lang="en-US" sz="1200" b="0" i="0" u="none" strike="noStrike" kern="0" cap="none" spc="0" normalizeH="0" baseline="0" noProof="0" err="1">
                <a:ln>
                  <a:noFill/>
                </a:ln>
                <a:solidFill>
                  <a:srgbClr val="F2F2F2">
                    <a:lumMod val="10000"/>
                  </a:srgbClr>
                </a:solidFill>
                <a:effectLst/>
                <a:uLnTx/>
                <a:uFillTx/>
                <a:ea typeface="+mn-ea"/>
                <a:cs typeface="+mn-cs"/>
              </a:rPr>
              <a:t>NoRA</a:t>
            </a:r>
            <a:r>
              <a:rPr kumimoji="0" lang="en-US" sz="1200" b="0" i="0" u="none" strike="noStrike" kern="0" cap="none" spc="0" normalizeH="0" baseline="0" noProof="0">
                <a:ln>
                  <a:noFill/>
                </a:ln>
                <a:solidFill>
                  <a:srgbClr val="F2F2F2">
                    <a:lumMod val="10000"/>
                  </a:srgbClr>
                </a:solidFill>
                <a:effectLst/>
                <a:uLnTx/>
                <a:uFillTx/>
                <a:ea typeface="+mn-ea"/>
                <a:cs typeface="+mn-cs"/>
              </a:rPr>
              <a:t>)</a:t>
            </a:r>
          </a:p>
        </p:txBody>
      </p:sp>
      <p:grpSp>
        <p:nvGrpSpPr>
          <p:cNvPr id="93" name="Group 92">
            <a:extLst>
              <a:ext uri="{FF2B5EF4-FFF2-40B4-BE49-F238E27FC236}">
                <a16:creationId xmlns:a16="http://schemas.microsoft.com/office/drawing/2014/main" id="{EB2BD01E-100E-F43E-E459-8E0979377720}"/>
              </a:ext>
            </a:extLst>
          </p:cNvPr>
          <p:cNvGrpSpPr/>
          <p:nvPr/>
        </p:nvGrpSpPr>
        <p:grpSpPr>
          <a:xfrm>
            <a:off x="3836466" y="6384451"/>
            <a:ext cx="207677" cy="223722"/>
            <a:chOff x="11310624" y="1927765"/>
            <a:chExt cx="228445" cy="274320"/>
          </a:xfrm>
        </p:grpSpPr>
        <p:sp>
          <p:nvSpPr>
            <p:cNvPr id="94" name="Freeform: Shape 93">
              <a:extLst>
                <a:ext uri="{FF2B5EF4-FFF2-40B4-BE49-F238E27FC236}">
                  <a16:creationId xmlns:a16="http://schemas.microsoft.com/office/drawing/2014/main" id="{FB1554F9-198F-E6EF-9891-3523DA882315}"/>
                </a:ext>
              </a:extLst>
            </p:cNvPr>
            <p:cNvSpPr/>
            <p:nvPr/>
          </p:nvSpPr>
          <p:spPr>
            <a:xfrm>
              <a:off x="11310624" y="1927765"/>
              <a:ext cx="228445" cy="2417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96" name="Freeform: Shape 95">
              <a:extLst>
                <a:ext uri="{FF2B5EF4-FFF2-40B4-BE49-F238E27FC236}">
                  <a16:creationId xmlns:a16="http://schemas.microsoft.com/office/drawing/2014/main" id="{91A20324-417E-1EAF-069D-29D9A50DF2C2}"/>
                </a:ext>
              </a:extLst>
            </p:cNvPr>
            <p:cNvSpPr/>
            <p:nvPr/>
          </p:nvSpPr>
          <p:spPr>
            <a:xfrm>
              <a:off x="11435564" y="2145334"/>
              <a:ext cx="67577" cy="5675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sp>
        <p:nvSpPr>
          <p:cNvPr id="97" name="TextBox 96">
            <a:extLst>
              <a:ext uri="{FF2B5EF4-FFF2-40B4-BE49-F238E27FC236}">
                <a16:creationId xmlns:a16="http://schemas.microsoft.com/office/drawing/2014/main" id="{3612AB40-D079-DAE4-F566-CAE591D8073F}"/>
              </a:ext>
            </a:extLst>
          </p:cNvPr>
          <p:cNvSpPr txBox="1"/>
          <p:nvPr/>
        </p:nvSpPr>
        <p:spPr>
          <a:xfrm>
            <a:off x="4048992" y="6396637"/>
            <a:ext cx="802989" cy="19935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2F2F2">
                    <a:lumMod val="10000"/>
                  </a:srgbClr>
                </a:solidFill>
                <a:effectLst/>
                <a:uLnTx/>
                <a:uFillTx/>
                <a:ea typeface="+mn-ea"/>
                <a:cs typeface="+mn-cs"/>
              </a:rPr>
              <a:t>Rise</a:t>
            </a:r>
          </a:p>
        </p:txBody>
      </p:sp>
      <p:cxnSp>
        <p:nvCxnSpPr>
          <p:cNvPr id="99" name="Straight Connector 98">
            <a:extLst>
              <a:ext uri="{FF2B5EF4-FFF2-40B4-BE49-F238E27FC236}">
                <a16:creationId xmlns:a16="http://schemas.microsoft.com/office/drawing/2014/main" id="{45F2CF78-1432-4C3B-B8E8-73B308897A85}"/>
              </a:ext>
            </a:extLst>
          </p:cNvPr>
          <p:cNvCxnSpPr/>
          <p:nvPr/>
        </p:nvCxnSpPr>
        <p:spPr>
          <a:xfrm>
            <a:off x="3670216" y="6319731"/>
            <a:ext cx="0" cy="353162"/>
          </a:xfrm>
          <a:prstGeom prst="line">
            <a:avLst/>
          </a:prstGeom>
          <a:noFill/>
          <a:ln w="9525" cap="rnd" cmpd="sng" algn="ctr">
            <a:solidFill>
              <a:srgbClr val="575757">
                <a:lumMod val="60000"/>
                <a:lumOff val="40000"/>
              </a:srgbClr>
            </a:solidFill>
            <a:prstDash val="solid"/>
            <a:round/>
          </a:ln>
          <a:effectLst/>
        </p:spPr>
      </p:cxnSp>
      <p:sp>
        <p:nvSpPr>
          <p:cNvPr id="6" name="Rectangle: Rounded Corners 40">
            <a:extLst>
              <a:ext uri="{FF2B5EF4-FFF2-40B4-BE49-F238E27FC236}">
                <a16:creationId xmlns:a16="http://schemas.microsoft.com/office/drawing/2014/main" id="{8FCD6BCE-2C16-F94B-192D-D31409E58483}"/>
              </a:ext>
            </a:extLst>
          </p:cNvPr>
          <p:cNvSpPr/>
          <p:nvPr/>
        </p:nvSpPr>
        <p:spPr>
          <a:xfrm>
            <a:off x="419100" y="1743468"/>
            <a:ext cx="11239500" cy="318780"/>
          </a:xfrm>
          <a:prstGeom prst="rect">
            <a:avLst/>
          </a:prstGeom>
          <a:solidFill>
            <a:schemeClr val="bg1"/>
          </a:soli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2F2F2">
                    <a:lumMod val="10000"/>
                  </a:srgbClr>
                </a:solidFill>
                <a:effectLst/>
                <a:uLnTx/>
                <a:uFillTx/>
                <a:ea typeface="+mn-ea"/>
                <a:cs typeface="+mn-cs"/>
              </a:rPr>
              <a:t>1. KEY UPDATES</a:t>
            </a:r>
          </a:p>
        </p:txBody>
      </p:sp>
      <p:sp>
        <p:nvSpPr>
          <p:cNvPr id="2" name="Rectangle: Rounded Corners 40">
            <a:extLst>
              <a:ext uri="{FF2B5EF4-FFF2-40B4-BE49-F238E27FC236}">
                <a16:creationId xmlns:a16="http://schemas.microsoft.com/office/drawing/2014/main" id="{ABED5890-23D4-BB00-C345-4248C5635FDF}"/>
              </a:ext>
            </a:extLst>
          </p:cNvPr>
          <p:cNvSpPr>
            <a:spLocks/>
          </p:cNvSpPr>
          <p:nvPr/>
        </p:nvSpPr>
        <p:spPr>
          <a:xfrm>
            <a:off x="9467580" y="1764655"/>
            <a:ext cx="1740005"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D. CEO UPDATE</a:t>
            </a:r>
          </a:p>
        </p:txBody>
      </p:sp>
      <p:sp>
        <p:nvSpPr>
          <p:cNvPr id="9" name="Rectangle: Rounded Corners 40">
            <a:extLst>
              <a:ext uri="{FF2B5EF4-FFF2-40B4-BE49-F238E27FC236}">
                <a16:creationId xmlns:a16="http://schemas.microsoft.com/office/drawing/2014/main" id="{88196CCC-6928-3C3F-EB96-F5351814687B}"/>
              </a:ext>
            </a:extLst>
          </p:cNvPr>
          <p:cNvSpPr>
            <a:spLocks/>
          </p:cNvSpPr>
          <p:nvPr/>
        </p:nvSpPr>
        <p:spPr>
          <a:xfrm>
            <a:off x="4201821" y="1770640"/>
            <a:ext cx="1737644"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A. RECENT HRH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DIRECTIONS</a:t>
            </a:r>
          </a:p>
        </p:txBody>
      </p:sp>
      <p:sp>
        <p:nvSpPr>
          <p:cNvPr id="5" name="Rectangle: Rounded Corners 40">
            <a:extLst>
              <a:ext uri="{FF2B5EF4-FFF2-40B4-BE49-F238E27FC236}">
                <a16:creationId xmlns:a16="http://schemas.microsoft.com/office/drawing/2014/main" id="{7BB984A3-CAEA-1CEB-B61F-E2A0E167402A}"/>
              </a:ext>
            </a:extLst>
          </p:cNvPr>
          <p:cNvSpPr>
            <a:spLocks/>
          </p:cNvSpPr>
          <p:nvPr/>
        </p:nvSpPr>
        <p:spPr>
          <a:xfrm>
            <a:off x="7712326" y="1770640"/>
            <a:ext cx="1756871"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C. PROGRAM UPDATE</a:t>
            </a:r>
          </a:p>
        </p:txBody>
      </p:sp>
      <p:sp>
        <p:nvSpPr>
          <p:cNvPr id="7" name="Rectangle: Rounded Corners 40">
            <a:extLst>
              <a:ext uri="{FF2B5EF4-FFF2-40B4-BE49-F238E27FC236}">
                <a16:creationId xmlns:a16="http://schemas.microsoft.com/office/drawing/2014/main" id="{92F5ECD0-3554-7312-7C79-3E79D0DF0474}"/>
              </a:ext>
            </a:extLst>
          </p:cNvPr>
          <p:cNvSpPr>
            <a:spLocks/>
          </p:cNvSpPr>
          <p:nvPr/>
        </p:nvSpPr>
        <p:spPr>
          <a:xfrm>
            <a:off x="419100" y="2109247"/>
            <a:ext cx="11239500" cy="1834116"/>
          </a:xfrm>
          <a:prstGeom prst="rect">
            <a:avLst/>
          </a:prstGeom>
          <a:solidFill>
            <a:schemeClr val="bg1"/>
          </a:soli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91440" tIns="4572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2F2F2">
                    <a:lumMod val="10000"/>
                  </a:srgbClr>
                </a:solidFill>
                <a:effectLst/>
                <a:uLnTx/>
                <a:uFillTx/>
                <a:ea typeface="+mn-ea"/>
                <a:cs typeface="+mn-cs"/>
              </a:rPr>
              <a:t>RISE</a:t>
            </a:r>
          </a:p>
        </p:txBody>
      </p:sp>
      <p:sp>
        <p:nvSpPr>
          <p:cNvPr id="10" name="Rectangle: Rounded Corners 40">
            <a:extLst>
              <a:ext uri="{FF2B5EF4-FFF2-40B4-BE49-F238E27FC236}">
                <a16:creationId xmlns:a16="http://schemas.microsoft.com/office/drawing/2014/main" id="{CD2AD1B0-3986-47E0-7A26-81582C58AB5F}"/>
              </a:ext>
            </a:extLst>
          </p:cNvPr>
          <p:cNvSpPr/>
          <p:nvPr/>
        </p:nvSpPr>
        <p:spPr>
          <a:xfrm>
            <a:off x="512227" y="2402756"/>
            <a:ext cx="10917539" cy="318780"/>
          </a:xfrm>
          <a:prstGeom prst="rect">
            <a:avLst/>
          </a:prstGeom>
          <a:solidFill>
            <a:schemeClr val="bg1"/>
          </a:solidFill>
          <a:ln w="9525" cap="rnd" cmpd="sng" algn="ctr">
            <a:solidFill>
              <a:schemeClr val="bg1">
                <a:lumMod val="95000"/>
              </a:schemeClr>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5C4D"/>
                </a:solidFill>
                <a:effectLst/>
                <a:uLnTx/>
                <a:uFillTx/>
                <a:latin typeface="Fund Light"/>
                <a:ea typeface="+mn-ea"/>
                <a:cs typeface="+mn-cs"/>
              </a:rPr>
              <a:t>2. PROJECT ANNOUNCEMENT READINESS</a:t>
            </a:r>
          </a:p>
        </p:txBody>
      </p:sp>
      <p:sp>
        <p:nvSpPr>
          <p:cNvPr id="11" name="Rectangle: Rounded Corners 40">
            <a:extLst>
              <a:ext uri="{FF2B5EF4-FFF2-40B4-BE49-F238E27FC236}">
                <a16:creationId xmlns:a16="http://schemas.microsoft.com/office/drawing/2014/main" id="{CDE5C271-1984-F765-1293-7FDAAB600EAB}"/>
              </a:ext>
            </a:extLst>
          </p:cNvPr>
          <p:cNvSpPr/>
          <p:nvPr/>
        </p:nvSpPr>
        <p:spPr>
          <a:xfrm>
            <a:off x="512227" y="2783313"/>
            <a:ext cx="10917539" cy="318780"/>
          </a:xfrm>
          <a:prstGeom prst="rect">
            <a:avLst/>
          </a:prstGeom>
          <a:solidFill>
            <a:schemeClr val="bg1"/>
          </a:solidFill>
          <a:ln w="9525" cap="rnd" cmpd="sng" algn="ctr">
            <a:solidFill>
              <a:schemeClr val="bg1">
                <a:lumMod val="95000"/>
              </a:schemeClr>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5C4D"/>
                </a:solidFill>
                <a:effectLst/>
                <a:uLnTx/>
                <a:uFillTx/>
                <a:ea typeface="+mn-ea"/>
                <a:cs typeface="+mn-cs"/>
              </a:rPr>
              <a:t>3. UPDATES ON LAND MATTERS</a:t>
            </a:r>
          </a:p>
        </p:txBody>
      </p:sp>
      <p:sp>
        <p:nvSpPr>
          <p:cNvPr id="12" name="Rectangle: Rounded Corners 40">
            <a:extLst>
              <a:ext uri="{FF2B5EF4-FFF2-40B4-BE49-F238E27FC236}">
                <a16:creationId xmlns:a16="http://schemas.microsoft.com/office/drawing/2014/main" id="{0DEA209B-7AEB-679D-0768-14FAED548052}"/>
              </a:ext>
            </a:extLst>
          </p:cNvPr>
          <p:cNvSpPr/>
          <p:nvPr/>
        </p:nvSpPr>
        <p:spPr>
          <a:xfrm>
            <a:off x="512227" y="3163870"/>
            <a:ext cx="10917539" cy="318780"/>
          </a:xfrm>
          <a:prstGeom prst="rect">
            <a:avLst/>
          </a:prstGeom>
          <a:solidFill>
            <a:schemeClr val="bg1"/>
          </a:solidFill>
          <a:ln w="9525" cap="rnd" cmpd="sng" algn="ctr">
            <a:solidFill>
              <a:schemeClr val="bg1">
                <a:lumMod val="95000"/>
              </a:schemeClr>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5C4D"/>
                </a:solidFill>
                <a:effectLst/>
                <a:uLnTx/>
                <a:uFillTx/>
                <a:ea typeface="+mn-ea"/>
                <a:cs typeface="+mn-cs"/>
              </a:rPr>
              <a:t>4. UPDATES ON EAST VILLAGE DEVELOPMENT</a:t>
            </a:r>
          </a:p>
        </p:txBody>
      </p:sp>
      <p:sp>
        <p:nvSpPr>
          <p:cNvPr id="13" name="Rectangle: Rounded Corners 40">
            <a:extLst>
              <a:ext uri="{FF2B5EF4-FFF2-40B4-BE49-F238E27FC236}">
                <a16:creationId xmlns:a16="http://schemas.microsoft.com/office/drawing/2014/main" id="{FB3B0855-07F5-C4F3-98FF-01DD195595E7}"/>
              </a:ext>
            </a:extLst>
          </p:cNvPr>
          <p:cNvSpPr/>
          <p:nvPr/>
        </p:nvSpPr>
        <p:spPr>
          <a:xfrm>
            <a:off x="512227" y="3544426"/>
            <a:ext cx="10917539" cy="318780"/>
          </a:xfrm>
          <a:prstGeom prst="rect">
            <a:avLst/>
          </a:prstGeom>
          <a:solidFill>
            <a:schemeClr val="bg1"/>
          </a:solidFill>
          <a:ln w="9525" cap="rnd" cmpd="sng" algn="ctr">
            <a:solidFill>
              <a:schemeClr val="bg1">
                <a:lumMod val="95000"/>
              </a:schemeClr>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5C4D"/>
                </a:solidFill>
                <a:effectLst/>
                <a:uLnTx/>
                <a:uFillTx/>
                <a:ea typeface="+mn-ea"/>
                <a:cs typeface="+mn-cs"/>
              </a:rPr>
              <a:t>5. UPDATES ON RISE BUSINESS PLAN</a:t>
            </a:r>
          </a:p>
        </p:txBody>
      </p:sp>
      <p:sp>
        <p:nvSpPr>
          <p:cNvPr id="39" name="Rectangle: Rounded Corners 40">
            <a:extLst>
              <a:ext uri="{FF2B5EF4-FFF2-40B4-BE49-F238E27FC236}">
                <a16:creationId xmlns:a16="http://schemas.microsoft.com/office/drawing/2014/main" id="{42C5056C-2A30-E22E-C5B1-B132704EAAD6}"/>
              </a:ext>
            </a:extLst>
          </p:cNvPr>
          <p:cNvSpPr>
            <a:spLocks/>
          </p:cNvSpPr>
          <p:nvPr/>
        </p:nvSpPr>
        <p:spPr>
          <a:xfrm>
            <a:off x="4201820" y="2810485"/>
            <a:ext cx="3426182"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A. UPDATES ON PSS LAND</a:t>
            </a:r>
          </a:p>
        </p:txBody>
      </p:sp>
      <p:sp>
        <p:nvSpPr>
          <p:cNvPr id="40" name="Rectangle: Rounded Corners 40">
            <a:extLst>
              <a:ext uri="{FF2B5EF4-FFF2-40B4-BE49-F238E27FC236}">
                <a16:creationId xmlns:a16="http://schemas.microsoft.com/office/drawing/2014/main" id="{DBB7EF69-39F5-0027-29BD-358F9CA60120}"/>
              </a:ext>
            </a:extLst>
          </p:cNvPr>
          <p:cNvSpPr>
            <a:spLocks/>
          </p:cNvSpPr>
          <p:nvPr/>
        </p:nvSpPr>
        <p:spPr>
          <a:xfrm>
            <a:off x="7788986" y="2810485"/>
            <a:ext cx="3426182"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B. LAND MANAGEMENT APPROACH</a:t>
            </a:r>
          </a:p>
        </p:txBody>
      </p:sp>
      <p:sp>
        <p:nvSpPr>
          <p:cNvPr id="30" name="Rectangle: Rounded Corners 40">
            <a:extLst>
              <a:ext uri="{FF2B5EF4-FFF2-40B4-BE49-F238E27FC236}">
                <a16:creationId xmlns:a16="http://schemas.microsoft.com/office/drawing/2014/main" id="{4CA7ACD4-3839-2BB5-E7BA-E9A8DE01D65A}"/>
              </a:ext>
            </a:extLst>
          </p:cNvPr>
          <p:cNvSpPr>
            <a:spLocks/>
          </p:cNvSpPr>
          <p:nvPr/>
        </p:nvSpPr>
        <p:spPr>
          <a:xfrm>
            <a:off x="419100" y="4739001"/>
            <a:ext cx="11239500" cy="701640"/>
          </a:xfrm>
          <a:prstGeom prst="rect">
            <a:avLst/>
          </a:prstGeom>
          <a:solidFill>
            <a:schemeClr val="bg1"/>
          </a:soli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91440" tIns="4572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2F2F2">
                    <a:lumMod val="10000"/>
                  </a:srgbClr>
                </a:solidFill>
                <a:effectLst/>
                <a:uLnTx/>
                <a:uFillTx/>
                <a:ea typeface="+mn-ea"/>
                <a:cs typeface="+mn-cs"/>
              </a:rPr>
              <a:t>CORPORATE MATTERS</a:t>
            </a:r>
          </a:p>
        </p:txBody>
      </p:sp>
      <p:sp>
        <p:nvSpPr>
          <p:cNvPr id="31" name="Rectangle: Rounded Corners 40">
            <a:extLst>
              <a:ext uri="{FF2B5EF4-FFF2-40B4-BE49-F238E27FC236}">
                <a16:creationId xmlns:a16="http://schemas.microsoft.com/office/drawing/2014/main" id="{C8D9EB44-C3C0-1569-F3FA-26FF28D073FC}"/>
              </a:ext>
            </a:extLst>
          </p:cNvPr>
          <p:cNvSpPr/>
          <p:nvPr/>
        </p:nvSpPr>
        <p:spPr>
          <a:xfrm>
            <a:off x="512227" y="5032510"/>
            <a:ext cx="10917539" cy="318780"/>
          </a:xfrm>
          <a:prstGeom prst="rect">
            <a:avLst/>
          </a:prstGeom>
          <a:solidFill>
            <a:schemeClr val="bg1"/>
          </a:solidFill>
          <a:ln w="9525" cap="rnd" cmpd="sng" algn="ctr">
            <a:solidFill>
              <a:schemeClr val="bg1">
                <a:lumMod val="95000"/>
              </a:schemeClr>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5C4D"/>
                </a:solidFill>
                <a:effectLst/>
                <a:uLnTx/>
                <a:uFillTx/>
                <a:ea typeface="+mn-ea"/>
                <a:cs typeface="+mn-cs"/>
              </a:rPr>
              <a:t>7. CONTRACT UPDATE</a:t>
            </a:r>
          </a:p>
        </p:txBody>
      </p:sp>
      <p:sp>
        <p:nvSpPr>
          <p:cNvPr id="38" name="Rectangle: Rounded Corners 40">
            <a:extLst>
              <a:ext uri="{FF2B5EF4-FFF2-40B4-BE49-F238E27FC236}">
                <a16:creationId xmlns:a16="http://schemas.microsoft.com/office/drawing/2014/main" id="{1C878D5E-DE06-4A7C-BE03-4E21755491B4}"/>
              </a:ext>
            </a:extLst>
          </p:cNvPr>
          <p:cNvSpPr/>
          <p:nvPr/>
        </p:nvSpPr>
        <p:spPr>
          <a:xfrm>
            <a:off x="419100" y="5853420"/>
            <a:ext cx="11239500" cy="318780"/>
          </a:xfrm>
          <a:prstGeom prst="rect">
            <a:avLst/>
          </a:prstGeom>
          <a:solidFill>
            <a:schemeClr val="bg1"/>
          </a:soli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2F2F2">
                    <a:lumMod val="10000"/>
                  </a:srgbClr>
                </a:solidFill>
                <a:effectLst/>
                <a:uLnTx/>
                <a:uFillTx/>
                <a:ea typeface="+mn-ea"/>
                <a:cs typeface="+mn-cs"/>
              </a:rPr>
              <a:t>9. RECAP OF KEY ASKS &amp; NEXT STEPS</a:t>
            </a:r>
          </a:p>
        </p:txBody>
      </p:sp>
      <p:sp>
        <p:nvSpPr>
          <p:cNvPr id="37" name="Rectangle: Rounded Corners 40">
            <a:extLst>
              <a:ext uri="{FF2B5EF4-FFF2-40B4-BE49-F238E27FC236}">
                <a16:creationId xmlns:a16="http://schemas.microsoft.com/office/drawing/2014/main" id="{4CBF1423-5306-6D44-6F12-C15F816B795D}"/>
              </a:ext>
            </a:extLst>
          </p:cNvPr>
          <p:cNvSpPr/>
          <p:nvPr/>
        </p:nvSpPr>
        <p:spPr>
          <a:xfrm>
            <a:off x="419100" y="5487640"/>
            <a:ext cx="11239500" cy="318780"/>
          </a:xfrm>
          <a:prstGeom prst="rect">
            <a:avLst/>
          </a:prstGeom>
          <a:solidFill>
            <a:schemeClr val="bg1"/>
          </a:soli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2F2F2">
                    <a:lumMod val="10000"/>
                  </a:srgbClr>
                </a:solidFill>
                <a:effectLst/>
                <a:uLnTx/>
                <a:uFillTx/>
                <a:ea typeface="+mn-ea"/>
                <a:cs typeface="+mn-cs"/>
              </a:rPr>
              <a:t>8. WORKSTREAM STATUS UPDATE </a:t>
            </a:r>
          </a:p>
        </p:txBody>
      </p:sp>
      <p:pic>
        <p:nvPicPr>
          <p:cNvPr id="78" name="Picture 2" descr="Tap ">
            <a:hlinkClick r:id="" action="ppaction://noaction"/>
            <a:extLst>
              <a:ext uri="{FF2B5EF4-FFF2-40B4-BE49-F238E27FC236}">
                <a16:creationId xmlns:a16="http://schemas.microsoft.com/office/drawing/2014/main" id="{33C56940-6262-3B5F-F29B-B786F63CDF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6788" y="2843027"/>
            <a:ext cx="199350" cy="19935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40">
            <a:extLst>
              <a:ext uri="{FF2B5EF4-FFF2-40B4-BE49-F238E27FC236}">
                <a16:creationId xmlns:a16="http://schemas.microsoft.com/office/drawing/2014/main" id="{756ADCF1-8228-B76E-103E-A62E76B73C98}"/>
              </a:ext>
            </a:extLst>
          </p:cNvPr>
          <p:cNvSpPr>
            <a:spLocks/>
          </p:cNvSpPr>
          <p:nvPr/>
        </p:nvSpPr>
        <p:spPr>
          <a:xfrm>
            <a:off x="419100" y="3990362"/>
            <a:ext cx="11239500" cy="701640"/>
          </a:xfrm>
          <a:prstGeom prst="rect">
            <a:avLst/>
          </a:prstGeom>
          <a:solidFill>
            <a:schemeClr val="bg1"/>
          </a:soli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91440" tIns="4572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2F2F2">
                    <a:lumMod val="10000"/>
                  </a:srgbClr>
                </a:solidFill>
                <a:effectLst/>
                <a:uLnTx/>
                <a:uFillTx/>
                <a:ea typeface="+mn-ea"/>
                <a:cs typeface="+mn-cs"/>
              </a:rPr>
              <a:t>NORA</a:t>
            </a:r>
          </a:p>
        </p:txBody>
      </p:sp>
      <p:sp>
        <p:nvSpPr>
          <p:cNvPr id="18" name="Rectangle: Rounded Corners 40">
            <a:extLst>
              <a:ext uri="{FF2B5EF4-FFF2-40B4-BE49-F238E27FC236}">
                <a16:creationId xmlns:a16="http://schemas.microsoft.com/office/drawing/2014/main" id="{342FEA9B-430D-F922-A15C-6CBFA12C1433}"/>
              </a:ext>
            </a:extLst>
          </p:cNvPr>
          <p:cNvSpPr/>
          <p:nvPr/>
        </p:nvSpPr>
        <p:spPr>
          <a:xfrm>
            <a:off x="512227" y="4283871"/>
            <a:ext cx="10917539" cy="318780"/>
          </a:xfrm>
          <a:prstGeom prst="rect">
            <a:avLst/>
          </a:prstGeom>
          <a:solidFill>
            <a:schemeClr val="bg1"/>
          </a:solidFill>
          <a:ln w="9525" cap="rnd" cmpd="sng" algn="ctr">
            <a:solidFill>
              <a:schemeClr val="bg1">
                <a:lumMod val="95000"/>
              </a:schemeClr>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5C4D"/>
                </a:solidFill>
                <a:effectLst/>
                <a:uLnTx/>
                <a:uFillTx/>
                <a:ea typeface="+mn-ea"/>
                <a:cs typeface="+mn-cs"/>
              </a:rPr>
              <a:t>6. UPDATES ON NORA</a:t>
            </a:r>
          </a:p>
        </p:txBody>
      </p:sp>
      <p:sp>
        <p:nvSpPr>
          <p:cNvPr id="24" name="Rectangle: Rounded Corners 40">
            <a:extLst>
              <a:ext uri="{FF2B5EF4-FFF2-40B4-BE49-F238E27FC236}">
                <a16:creationId xmlns:a16="http://schemas.microsoft.com/office/drawing/2014/main" id="{193B2CA5-081F-8801-DE2B-461F4BEFFF48}"/>
              </a:ext>
            </a:extLst>
          </p:cNvPr>
          <p:cNvSpPr>
            <a:spLocks/>
          </p:cNvSpPr>
          <p:nvPr/>
        </p:nvSpPr>
        <p:spPr>
          <a:xfrm>
            <a:off x="4201820" y="4311043"/>
            <a:ext cx="1747587"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A. NORA UF OVERVIEW</a:t>
            </a:r>
          </a:p>
        </p:txBody>
      </p:sp>
      <p:sp>
        <p:nvSpPr>
          <p:cNvPr id="27" name="Rectangle: Rounded Corners 40">
            <a:extLst>
              <a:ext uri="{FF2B5EF4-FFF2-40B4-BE49-F238E27FC236}">
                <a16:creationId xmlns:a16="http://schemas.microsoft.com/office/drawing/2014/main" id="{CDE17A8B-836E-C74F-4638-590940B9FD70}"/>
              </a:ext>
            </a:extLst>
          </p:cNvPr>
          <p:cNvSpPr>
            <a:spLocks/>
          </p:cNvSpPr>
          <p:nvPr/>
        </p:nvSpPr>
        <p:spPr>
          <a:xfrm>
            <a:off x="5957073" y="4311043"/>
            <a:ext cx="1747587"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B. POPULATION TARGETS</a:t>
            </a:r>
          </a:p>
        </p:txBody>
      </p:sp>
      <p:sp>
        <p:nvSpPr>
          <p:cNvPr id="28" name="Rectangle: Rounded Corners 40">
            <a:extLst>
              <a:ext uri="{FF2B5EF4-FFF2-40B4-BE49-F238E27FC236}">
                <a16:creationId xmlns:a16="http://schemas.microsoft.com/office/drawing/2014/main" id="{A0F438E7-CBC7-E2BB-72B7-3506331C52B0}"/>
              </a:ext>
            </a:extLst>
          </p:cNvPr>
          <p:cNvSpPr>
            <a:spLocks/>
          </p:cNvSpPr>
          <p:nvPr/>
        </p:nvSpPr>
        <p:spPr>
          <a:xfrm>
            <a:off x="7712326" y="4311043"/>
            <a:ext cx="1747587"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C. MOBILITY STRATEGY</a:t>
            </a:r>
          </a:p>
        </p:txBody>
      </p:sp>
      <p:sp>
        <p:nvSpPr>
          <p:cNvPr id="29" name="Rectangle: Rounded Corners 40">
            <a:extLst>
              <a:ext uri="{FF2B5EF4-FFF2-40B4-BE49-F238E27FC236}">
                <a16:creationId xmlns:a16="http://schemas.microsoft.com/office/drawing/2014/main" id="{5DB5EA54-E00A-777F-CECA-F236EEBD6C5E}"/>
              </a:ext>
            </a:extLst>
          </p:cNvPr>
          <p:cNvSpPr>
            <a:spLocks/>
          </p:cNvSpPr>
          <p:nvPr/>
        </p:nvSpPr>
        <p:spPr>
          <a:xfrm>
            <a:off x="9467580" y="4311043"/>
            <a:ext cx="1747587"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D. LAKE STUDY</a:t>
            </a:r>
          </a:p>
        </p:txBody>
      </p:sp>
      <p:pic>
        <p:nvPicPr>
          <p:cNvPr id="103" name="Picture 2" descr="Tap ">
            <a:hlinkClick r:id="" action="ppaction://noaction"/>
            <a:extLst>
              <a:ext uri="{FF2B5EF4-FFF2-40B4-BE49-F238E27FC236}">
                <a16:creationId xmlns:a16="http://schemas.microsoft.com/office/drawing/2014/main" id="{D316862E-7669-8EDC-3499-F8D7F94137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0114" y="4343585"/>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 descr="Tap ">
            <a:hlinkClick r:id="" action="ppaction://noaction"/>
            <a:extLst>
              <a:ext uri="{FF2B5EF4-FFF2-40B4-BE49-F238E27FC236}">
                <a16:creationId xmlns:a16="http://schemas.microsoft.com/office/drawing/2014/main" id="{8274FE6A-B288-198C-D62C-1A8C42D2D0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52981" y="4343585"/>
            <a:ext cx="199350" cy="199350"/>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80EB4425-2415-575D-B8AE-C4D810247EC2}"/>
              </a:ext>
            </a:extLst>
          </p:cNvPr>
          <p:cNvSpPr/>
          <p:nvPr/>
        </p:nvSpPr>
        <p:spPr>
          <a:xfrm>
            <a:off x="419100" y="1377689"/>
            <a:ext cx="11239500" cy="318780"/>
          </a:xfrm>
          <a:prstGeom prst="rect">
            <a:avLst/>
          </a:prstGeom>
          <a:solidFill>
            <a:schemeClr val="bg1"/>
          </a:solidFill>
          <a:ln w="9525" cap="rnd" cmpd="sng" algn="ctr">
            <a:solidFill>
              <a:schemeClr val="accent6"/>
            </a:solid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2F2F2">
                    <a:lumMod val="10000"/>
                  </a:srgbClr>
                </a:solidFill>
                <a:effectLst/>
                <a:uLnTx/>
                <a:uFillTx/>
                <a:ea typeface="+mn-ea"/>
                <a:cs typeface="+mn-cs"/>
              </a:rPr>
              <a:t>0. EXECUTIVE SUMMARY &amp; SUMMARY OF KEY ASKS</a:t>
            </a:r>
          </a:p>
        </p:txBody>
      </p:sp>
      <p:grpSp>
        <p:nvGrpSpPr>
          <p:cNvPr id="49" name="Group 48">
            <a:extLst>
              <a:ext uri="{FF2B5EF4-FFF2-40B4-BE49-F238E27FC236}">
                <a16:creationId xmlns:a16="http://schemas.microsoft.com/office/drawing/2014/main" id="{28990068-1B3F-E4DB-4E38-7E69A0EE65A3}"/>
              </a:ext>
            </a:extLst>
          </p:cNvPr>
          <p:cNvGrpSpPr/>
          <p:nvPr/>
        </p:nvGrpSpPr>
        <p:grpSpPr>
          <a:xfrm>
            <a:off x="11439216" y="2129663"/>
            <a:ext cx="207677" cy="223722"/>
            <a:chOff x="11310624" y="1927765"/>
            <a:chExt cx="228445" cy="274320"/>
          </a:xfrm>
        </p:grpSpPr>
        <p:sp>
          <p:nvSpPr>
            <p:cNvPr id="50" name="Freeform: Shape 49">
              <a:extLst>
                <a:ext uri="{FF2B5EF4-FFF2-40B4-BE49-F238E27FC236}">
                  <a16:creationId xmlns:a16="http://schemas.microsoft.com/office/drawing/2014/main" id="{87EFC518-6DFB-FF45-502E-1CF2D40DC71B}"/>
                </a:ext>
              </a:extLst>
            </p:cNvPr>
            <p:cNvSpPr/>
            <p:nvPr/>
          </p:nvSpPr>
          <p:spPr>
            <a:xfrm>
              <a:off x="11310624" y="1927765"/>
              <a:ext cx="228445" cy="2417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51" name="Freeform: Shape 50">
              <a:extLst>
                <a:ext uri="{FF2B5EF4-FFF2-40B4-BE49-F238E27FC236}">
                  <a16:creationId xmlns:a16="http://schemas.microsoft.com/office/drawing/2014/main" id="{0E02E673-2BA6-3CC4-6567-CD6C023FB93A}"/>
                </a:ext>
              </a:extLst>
            </p:cNvPr>
            <p:cNvSpPr/>
            <p:nvPr/>
          </p:nvSpPr>
          <p:spPr>
            <a:xfrm>
              <a:off x="11435564" y="2145334"/>
              <a:ext cx="67577" cy="5675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pic>
        <p:nvPicPr>
          <p:cNvPr id="76" name="Picture 2" descr="Tap ">
            <a:hlinkClick r:id="" action="ppaction://noaction"/>
            <a:extLst>
              <a:ext uri="{FF2B5EF4-FFF2-40B4-BE49-F238E27FC236}">
                <a16:creationId xmlns:a16="http://schemas.microsoft.com/office/drawing/2014/main" id="{9DBC780E-8CE8-97F2-078D-02326266C7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2462471"/>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Tap ">
            <a:hlinkClick r:id="" action="ppaction://noaction"/>
            <a:extLst>
              <a:ext uri="{FF2B5EF4-FFF2-40B4-BE49-F238E27FC236}">
                <a16:creationId xmlns:a16="http://schemas.microsoft.com/office/drawing/2014/main" id="{5B0DBC9A-73E2-96FE-2279-7F4D4D48A8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2843027"/>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Tap ">
            <a:hlinkClick r:id="" action="ppaction://noaction"/>
            <a:extLst>
              <a:ext uri="{FF2B5EF4-FFF2-40B4-BE49-F238E27FC236}">
                <a16:creationId xmlns:a16="http://schemas.microsoft.com/office/drawing/2014/main" id="{BD6AA444-C2E8-0FC9-2FFF-81BDBBD237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99998" y="2843027"/>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Tap ">
            <a:hlinkClick r:id="" action="ppaction://noaction"/>
            <a:extLst>
              <a:ext uri="{FF2B5EF4-FFF2-40B4-BE49-F238E27FC236}">
                <a16:creationId xmlns:a16="http://schemas.microsoft.com/office/drawing/2014/main" id="{594310D7-FC1D-93E2-337A-8686D20BC2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3223585"/>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Tap ">
            <a:hlinkClick r:id="" action="ppaction://noaction"/>
            <a:extLst>
              <a:ext uri="{FF2B5EF4-FFF2-40B4-BE49-F238E27FC236}">
                <a16:creationId xmlns:a16="http://schemas.microsoft.com/office/drawing/2014/main" id="{B8FF9C0A-21BF-D931-5482-EE47F8FD1D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0114" y="1803182"/>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Tap ">
            <a:hlinkClick r:id="" action="ppaction://noaction"/>
            <a:extLst>
              <a:ext uri="{FF2B5EF4-FFF2-40B4-BE49-F238E27FC236}">
                <a16:creationId xmlns:a16="http://schemas.microsoft.com/office/drawing/2014/main" id="{4004584E-8B0E-32A2-872A-3B536C0668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3604141"/>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Tap ">
            <a:hlinkClick r:id="" action="ppaction://noaction"/>
            <a:extLst>
              <a:ext uri="{FF2B5EF4-FFF2-40B4-BE49-F238E27FC236}">
                <a16:creationId xmlns:a16="http://schemas.microsoft.com/office/drawing/2014/main" id="{F9738818-06CA-D5EA-70B2-53C1C814B6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5092225"/>
            <a:ext cx="199350" cy="199350"/>
          </a:xfrm>
          <a:prstGeom prst="rect">
            <a:avLst/>
          </a:prstGeom>
          <a:noFill/>
          <a:extLst>
            <a:ext uri="{909E8E84-426E-40DD-AFC4-6F175D3DCCD1}">
              <a14:hiddenFill xmlns:a14="http://schemas.microsoft.com/office/drawing/2010/main">
                <a:solidFill>
                  <a:srgbClr val="FFFFFF"/>
                </a:solidFill>
              </a14:hiddenFill>
            </a:ext>
          </a:extLst>
        </p:spPr>
      </p:pic>
      <p:grpSp>
        <p:nvGrpSpPr>
          <p:cNvPr id="67" name="Group 66">
            <a:extLst>
              <a:ext uri="{FF2B5EF4-FFF2-40B4-BE49-F238E27FC236}">
                <a16:creationId xmlns:a16="http://schemas.microsoft.com/office/drawing/2014/main" id="{67692AC3-6600-FF41-B0C1-40E5151D38E7}"/>
              </a:ext>
            </a:extLst>
          </p:cNvPr>
          <p:cNvGrpSpPr/>
          <p:nvPr/>
        </p:nvGrpSpPr>
        <p:grpSpPr>
          <a:xfrm>
            <a:off x="11463919" y="5875898"/>
            <a:ext cx="158271" cy="273825"/>
            <a:chOff x="6058097" y="409709"/>
            <a:chExt cx="2030919" cy="3916712"/>
          </a:xfrm>
        </p:grpSpPr>
        <p:sp>
          <p:nvSpPr>
            <p:cNvPr id="68" name="Freeform: Shape 67">
              <a:extLst>
                <a:ext uri="{FF2B5EF4-FFF2-40B4-BE49-F238E27FC236}">
                  <a16:creationId xmlns:a16="http://schemas.microsoft.com/office/drawing/2014/main" id="{0E9FE1F6-CFAF-FBFA-A79A-34A2E0F07D55}"/>
                </a:ext>
              </a:extLst>
            </p:cNvPr>
            <p:cNvSpPr/>
            <p:nvPr/>
          </p:nvSpPr>
          <p:spPr>
            <a:xfrm>
              <a:off x="6058097" y="409709"/>
              <a:ext cx="2030919" cy="2833523"/>
            </a:xfrm>
            <a:custGeom>
              <a:avLst/>
              <a:gdLst>
                <a:gd name="connsiteX0" fmla="*/ 2494340 w 2492579"/>
                <a:gd name="connsiteY0" fmla="*/ 1714254 h 3466112"/>
                <a:gd name="connsiteX1" fmla="*/ 2491402 w 2492579"/>
                <a:gd name="connsiteY1" fmla="*/ 1717192 h 3466112"/>
                <a:gd name="connsiteX2" fmla="*/ 2319691 w 2492579"/>
                <a:gd name="connsiteY2" fmla="*/ 1863474 h 3466112"/>
                <a:gd name="connsiteX3" fmla="*/ 2316754 w 2492579"/>
                <a:gd name="connsiteY3" fmla="*/ 1863474 h 3466112"/>
                <a:gd name="connsiteX4" fmla="*/ 2299297 w 2492579"/>
                <a:gd name="connsiteY4" fmla="*/ 1872286 h 3466112"/>
                <a:gd name="connsiteX5" fmla="*/ 2287632 w 2492579"/>
                <a:gd name="connsiteY5" fmla="*/ 1878160 h 3466112"/>
                <a:gd name="connsiteX6" fmla="*/ 2174081 w 2492579"/>
                <a:gd name="connsiteY6" fmla="*/ 1933719 h 3466112"/>
                <a:gd name="connsiteX7" fmla="*/ 2133293 w 2492579"/>
                <a:gd name="connsiteY7" fmla="*/ 1951259 h 3466112"/>
                <a:gd name="connsiteX8" fmla="*/ 2133293 w 2492579"/>
                <a:gd name="connsiteY8" fmla="*/ 1954197 h 3466112"/>
                <a:gd name="connsiteX9" fmla="*/ 2124565 w 2492579"/>
                <a:gd name="connsiteY9" fmla="*/ 1957134 h 3466112"/>
                <a:gd name="connsiteX10" fmla="*/ 2121628 w 2492579"/>
                <a:gd name="connsiteY10" fmla="*/ 1960071 h 3466112"/>
                <a:gd name="connsiteX11" fmla="*/ 2118690 w 2492579"/>
                <a:gd name="connsiteY11" fmla="*/ 1960071 h 3466112"/>
                <a:gd name="connsiteX12" fmla="*/ 2095443 w 2492579"/>
                <a:gd name="connsiteY12" fmla="*/ 1971737 h 3466112"/>
                <a:gd name="connsiteX13" fmla="*/ 2095443 w 2492579"/>
                <a:gd name="connsiteY13" fmla="*/ 1971737 h 3466112"/>
                <a:gd name="connsiteX14" fmla="*/ 1888819 w 2492579"/>
                <a:gd name="connsiteY14" fmla="*/ 2077063 h 3466112"/>
                <a:gd name="connsiteX15" fmla="*/ 1757812 w 2492579"/>
                <a:gd name="connsiteY15" fmla="*/ 2173661 h 3466112"/>
                <a:gd name="connsiteX16" fmla="*/ 1754874 w 2492579"/>
                <a:gd name="connsiteY16" fmla="*/ 2173661 h 3466112"/>
                <a:gd name="connsiteX17" fmla="*/ 1743209 w 2492579"/>
                <a:gd name="connsiteY17" fmla="*/ 2185327 h 3466112"/>
                <a:gd name="connsiteX18" fmla="*/ 1737418 w 2492579"/>
                <a:gd name="connsiteY18" fmla="*/ 2188264 h 3466112"/>
                <a:gd name="connsiteX19" fmla="*/ 1728690 w 2492579"/>
                <a:gd name="connsiteY19" fmla="*/ 2197077 h 3466112"/>
                <a:gd name="connsiteX20" fmla="*/ 1507463 w 2492579"/>
                <a:gd name="connsiteY20" fmla="*/ 2346296 h 3466112"/>
                <a:gd name="connsiteX21" fmla="*/ 1294964 w 2492579"/>
                <a:gd name="connsiteY21" fmla="*/ 2460434 h 3466112"/>
                <a:gd name="connsiteX22" fmla="*/ 1149438 w 2492579"/>
                <a:gd name="connsiteY22" fmla="*/ 2618465 h 3466112"/>
                <a:gd name="connsiteX23" fmla="*/ 971852 w 2492579"/>
                <a:gd name="connsiteY23" fmla="*/ 2741331 h 3466112"/>
                <a:gd name="connsiteX24" fmla="*/ 736106 w 2492579"/>
                <a:gd name="connsiteY24" fmla="*/ 2864198 h 3466112"/>
                <a:gd name="connsiteX25" fmla="*/ 608036 w 2492579"/>
                <a:gd name="connsiteY25" fmla="*/ 3016355 h 3466112"/>
                <a:gd name="connsiteX26" fmla="*/ 110275 w 2492579"/>
                <a:gd name="connsiteY26" fmla="*/ 3446471 h 3466112"/>
                <a:gd name="connsiteX27" fmla="*/ 54969 w 2492579"/>
                <a:gd name="connsiteY27" fmla="*/ 3464012 h 3466112"/>
                <a:gd name="connsiteX28" fmla="*/ 37512 w 2492579"/>
                <a:gd name="connsiteY28" fmla="*/ 3449409 h 3466112"/>
                <a:gd name="connsiteX29" fmla="*/ 5537 w 2492579"/>
                <a:gd name="connsiteY29" fmla="*/ 3373372 h 3466112"/>
                <a:gd name="connsiteX30" fmla="*/ 5537 w 2492579"/>
                <a:gd name="connsiteY30" fmla="*/ 3355832 h 3466112"/>
                <a:gd name="connsiteX31" fmla="*/ 116150 w 2492579"/>
                <a:gd name="connsiteY31" fmla="*/ 3250506 h 3466112"/>
                <a:gd name="connsiteX32" fmla="*/ 264614 w 2492579"/>
                <a:gd name="connsiteY32" fmla="*/ 3107162 h 3466112"/>
                <a:gd name="connsiteX33" fmla="*/ 343168 w 2492579"/>
                <a:gd name="connsiteY33" fmla="*/ 3033979 h 3466112"/>
                <a:gd name="connsiteX34" fmla="*/ 401412 w 2492579"/>
                <a:gd name="connsiteY34" fmla="*/ 2978420 h 3466112"/>
                <a:gd name="connsiteX35" fmla="*/ 415931 w 2492579"/>
                <a:gd name="connsiteY35" fmla="*/ 2952068 h 3466112"/>
                <a:gd name="connsiteX36" fmla="*/ 410140 w 2492579"/>
                <a:gd name="connsiteY36" fmla="*/ 2934528 h 3466112"/>
                <a:gd name="connsiteX37" fmla="*/ 372290 w 2492579"/>
                <a:gd name="connsiteY37" fmla="*/ 2925715 h 3466112"/>
                <a:gd name="connsiteX38" fmla="*/ 337377 w 2492579"/>
                <a:gd name="connsiteY38" fmla="*/ 2916903 h 3466112"/>
                <a:gd name="connsiteX39" fmla="*/ 319921 w 2492579"/>
                <a:gd name="connsiteY39" fmla="*/ 2896425 h 3466112"/>
                <a:gd name="connsiteX40" fmla="*/ 285008 w 2492579"/>
                <a:gd name="connsiteY40" fmla="*/ 2832055 h 3466112"/>
                <a:gd name="connsiteX41" fmla="*/ 258823 w 2492579"/>
                <a:gd name="connsiteY41" fmla="*/ 2501389 h 3466112"/>
                <a:gd name="connsiteX42" fmla="*/ 258823 w 2492579"/>
                <a:gd name="connsiteY42" fmla="*/ 2208826 h 3466112"/>
                <a:gd name="connsiteX43" fmla="*/ 253032 w 2492579"/>
                <a:gd name="connsiteY43" fmla="*/ 1995236 h 3466112"/>
                <a:gd name="connsiteX44" fmla="*/ 258823 w 2492579"/>
                <a:gd name="connsiteY44" fmla="*/ 1790459 h 3466112"/>
                <a:gd name="connsiteX45" fmla="*/ 258823 w 2492579"/>
                <a:gd name="connsiteY45" fmla="*/ 1503686 h 3466112"/>
                <a:gd name="connsiteX46" fmla="*/ 238429 w 2492579"/>
                <a:gd name="connsiteY46" fmla="*/ 1398360 h 3466112"/>
                <a:gd name="connsiteX47" fmla="*/ 180185 w 2492579"/>
                <a:gd name="connsiteY47" fmla="*/ 1304699 h 3466112"/>
                <a:gd name="connsiteX48" fmla="*/ 121941 w 2492579"/>
                <a:gd name="connsiteY48" fmla="*/ 1202311 h 3466112"/>
                <a:gd name="connsiteX49" fmla="*/ 37512 w 2492579"/>
                <a:gd name="connsiteY49" fmla="*/ 1181833 h 3466112"/>
                <a:gd name="connsiteX50" fmla="*/ 148126 w 2492579"/>
                <a:gd name="connsiteY50" fmla="*/ 1073569 h 3466112"/>
                <a:gd name="connsiteX51" fmla="*/ 185976 w 2492579"/>
                <a:gd name="connsiteY51" fmla="*/ 1058966 h 3466112"/>
                <a:gd name="connsiteX52" fmla="*/ 203432 w 2492579"/>
                <a:gd name="connsiteY52" fmla="*/ 1058966 h 3466112"/>
                <a:gd name="connsiteX53" fmla="*/ 281986 w 2492579"/>
                <a:gd name="connsiteY53" fmla="*/ 1076507 h 3466112"/>
                <a:gd name="connsiteX54" fmla="*/ 369269 w 2492579"/>
                <a:gd name="connsiteY54" fmla="*/ 1096984 h 3466112"/>
                <a:gd name="connsiteX55" fmla="*/ 424575 w 2492579"/>
                <a:gd name="connsiteY55" fmla="*/ 1096984 h 3466112"/>
                <a:gd name="connsiteX56" fmla="*/ 439094 w 2492579"/>
                <a:gd name="connsiteY56" fmla="*/ 1088172 h 3466112"/>
                <a:gd name="connsiteX57" fmla="*/ 439094 w 2492579"/>
                <a:gd name="connsiteY57" fmla="*/ 1073569 h 3466112"/>
                <a:gd name="connsiteX58" fmla="*/ 433304 w 2492579"/>
                <a:gd name="connsiteY58" fmla="*/ 1029676 h 3466112"/>
                <a:gd name="connsiteX59" fmla="*/ 442032 w 2492579"/>
                <a:gd name="connsiteY59" fmla="*/ 892123 h 3466112"/>
                <a:gd name="connsiteX60" fmla="*/ 471154 w 2492579"/>
                <a:gd name="connsiteY60" fmla="*/ 274769 h 3466112"/>
                <a:gd name="connsiteX61" fmla="*/ 415847 w 2492579"/>
                <a:gd name="connsiteY61" fmla="*/ 245479 h 3466112"/>
                <a:gd name="connsiteX62" fmla="*/ 377997 w 2492579"/>
                <a:gd name="connsiteY62" fmla="*/ 216189 h 3466112"/>
                <a:gd name="connsiteX63" fmla="*/ 363478 w 2492579"/>
                <a:gd name="connsiteY63" fmla="*/ 195711 h 3466112"/>
                <a:gd name="connsiteX64" fmla="*/ 354750 w 2492579"/>
                <a:gd name="connsiteY64" fmla="*/ 181108 h 3466112"/>
                <a:gd name="connsiteX65" fmla="*/ 354750 w 2492579"/>
                <a:gd name="connsiteY65" fmla="*/ 157693 h 3466112"/>
                <a:gd name="connsiteX66" fmla="*/ 395537 w 2492579"/>
                <a:gd name="connsiteY66" fmla="*/ 52367 h 3466112"/>
                <a:gd name="connsiteX67" fmla="*/ 442116 w 2492579"/>
                <a:gd name="connsiteY67" fmla="*/ 37764 h 3466112"/>
                <a:gd name="connsiteX68" fmla="*/ 520670 w 2492579"/>
                <a:gd name="connsiteY68" fmla="*/ 28952 h 3466112"/>
                <a:gd name="connsiteX69" fmla="*/ 552645 w 2492579"/>
                <a:gd name="connsiteY69" fmla="*/ 5537 h 3466112"/>
                <a:gd name="connsiteX70" fmla="*/ 613743 w 2492579"/>
                <a:gd name="connsiteY70" fmla="*/ 5537 h 3466112"/>
                <a:gd name="connsiteX71" fmla="*/ 639927 w 2492579"/>
                <a:gd name="connsiteY71" fmla="*/ 28952 h 3466112"/>
                <a:gd name="connsiteX72" fmla="*/ 674840 w 2492579"/>
                <a:gd name="connsiteY72" fmla="*/ 31889 h 3466112"/>
                <a:gd name="connsiteX73" fmla="*/ 703962 w 2492579"/>
                <a:gd name="connsiteY73" fmla="*/ 40701 h 3466112"/>
                <a:gd name="connsiteX74" fmla="*/ 753478 w 2492579"/>
                <a:gd name="connsiteY74" fmla="*/ 40701 h 3466112"/>
                <a:gd name="connsiteX75" fmla="*/ 788391 w 2492579"/>
                <a:gd name="connsiteY75" fmla="*/ 40701 h 3466112"/>
                <a:gd name="connsiteX76" fmla="*/ 840761 w 2492579"/>
                <a:gd name="connsiteY76" fmla="*/ 40701 h 3466112"/>
                <a:gd name="connsiteX77" fmla="*/ 855280 w 2492579"/>
                <a:gd name="connsiteY77" fmla="*/ 55304 h 3466112"/>
                <a:gd name="connsiteX78" fmla="*/ 849489 w 2492579"/>
                <a:gd name="connsiteY78" fmla="*/ 93322 h 3466112"/>
                <a:gd name="connsiteX79" fmla="*/ 832032 w 2492579"/>
                <a:gd name="connsiteY79" fmla="*/ 119675 h 3466112"/>
                <a:gd name="connsiteX80" fmla="*/ 823304 w 2492579"/>
                <a:gd name="connsiteY80" fmla="*/ 157693 h 3466112"/>
                <a:gd name="connsiteX81" fmla="*/ 826241 w 2492579"/>
                <a:gd name="connsiteY81" fmla="*/ 204523 h 3466112"/>
                <a:gd name="connsiteX82" fmla="*/ 840761 w 2492579"/>
                <a:gd name="connsiteY82" fmla="*/ 236667 h 3466112"/>
                <a:gd name="connsiteX83" fmla="*/ 864008 w 2492579"/>
                <a:gd name="connsiteY83" fmla="*/ 260082 h 3466112"/>
                <a:gd name="connsiteX84" fmla="*/ 887255 w 2492579"/>
                <a:gd name="connsiteY84" fmla="*/ 529230 h 3466112"/>
                <a:gd name="connsiteX85" fmla="*/ 916377 w 2492579"/>
                <a:gd name="connsiteY85" fmla="*/ 529230 h 3466112"/>
                <a:gd name="connsiteX86" fmla="*/ 930896 w 2492579"/>
                <a:gd name="connsiteY86" fmla="*/ 517564 h 3466112"/>
                <a:gd name="connsiteX87" fmla="*/ 960018 w 2492579"/>
                <a:gd name="connsiteY87" fmla="*/ 517564 h 3466112"/>
                <a:gd name="connsiteX88" fmla="*/ 1026991 w 2492579"/>
                <a:gd name="connsiteY88" fmla="*/ 523439 h 3466112"/>
                <a:gd name="connsiteX89" fmla="*/ 1061904 w 2492579"/>
                <a:gd name="connsiteY89" fmla="*/ 546854 h 3466112"/>
                <a:gd name="connsiteX90" fmla="*/ 1099754 w 2492579"/>
                <a:gd name="connsiteY90" fmla="*/ 584873 h 3466112"/>
                <a:gd name="connsiteX91" fmla="*/ 1157998 w 2492579"/>
                <a:gd name="connsiteY91" fmla="*/ 602413 h 3466112"/>
                <a:gd name="connsiteX92" fmla="*/ 1210367 w 2492579"/>
                <a:gd name="connsiteY92" fmla="*/ 611225 h 3466112"/>
                <a:gd name="connsiteX93" fmla="*/ 1219096 w 2492579"/>
                <a:gd name="connsiteY93" fmla="*/ 640515 h 3466112"/>
                <a:gd name="connsiteX94" fmla="*/ 1259883 w 2492579"/>
                <a:gd name="connsiteY94" fmla="*/ 640515 h 3466112"/>
                <a:gd name="connsiteX95" fmla="*/ 1262821 w 2492579"/>
                <a:gd name="connsiteY95" fmla="*/ 622975 h 3466112"/>
                <a:gd name="connsiteX96" fmla="*/ 1286068 w 2492579"/>
                <a:gd name="connsiteY96" fmla="*/ 617100 h 3466112"/>
                <a:gd name="connsiteX97" fmla="*/ 1306462 w 2492579"/>
                <a:gd name="connsiteY97" fmla="*/ 631703 h 3466112"/>
                <a:gd name="connsiteX98" fmla="*/ 1306462 w 2492579"/>
                <a:gd name="connsiteY98" fmla="*/ 658055 h 3466112"/>
                <a:gd name="connsiteX99" fmla="*/ 1344312 w 2492579"/>
                <a:gd name="connsiteY99" fmla="*/ 672658 h 3466112"/>
                <a:gd name="connsiteX100" fmla="*/ 1402556 w 2492579"/>
                <a:gd name="connsiteY100" fmla="*/ 672658 h 3466112"/>
                <a:gd name="connsiteX101" fmla="*/ 1437469 w 2492579"/>
                <a:gd name="connsiteY101" fmla="*/ 663846 h 3466112"/>
                <a:gd name="connsiteX102" fmla="*/ 1481110 w 2492579"/>
                <a:gd name="connsiteY102" fmla="*/ 655034 h 3466112"/>
                <a:gd name="connsiteX103" fmla="*/ 1495629 w 2492579"/>
                <a:gd name="connsiteY103" fmla="*/ 663846 h 3466112"/>
                <a:gd name="connsiteX104" fmla="*/ 1518876 w 2492579"/>
                <a:gd name="connsiteY104" fmla="*/ 672658 h 3466112"/>
                <a:gd name="connsiteX105" fmla="*/ 1545061 w 2492579"/>
                <a:gd name="connsiteY105" fmla="*/ 658055 h 3466112"/>
                <a:gd name="connsiteX106" fmla="*/ 1553789 w 2492579"/>
                <a:gd name="connsiteY106" fmla="*/ 649243 h 3466112"/>
                <a:gd name="connsiteX107" fmla="*/ 1579974 w 2492579"/>
                <a:gd name="connsiteY107" fmla="*/ 649243 h 3466112"/>
                <a:gd name="connsiteX108" fmla="*/ 1594493 w 2492579"/>
                <a:gd name="connsiteY108" fmla="*/ 663846 h 3466112"/>
                <a:gd name="connsiteX109" fmla="*/ 1623615 w 2492579"/>
                <a:gd name="connsiteY109" fmla="*/ 663846 h 3466112"/>
                <a:gd name="connsiteX110" fmla="*/ 1632343 w 2492579"/>
                <a:gd name="connsiteY110" fmla="*/ 649243 h 3466112"/>
                <a:gd name="connsiteX111" fmla="*/ 1664319 w 2492579"/>
                <a:gd name="connsiteY111" fmla="*/ 634640 h 3466112"/>
                <a:gd name="connsiteX112" fmla="*/ 1713835 w 2492579"/>
                <a:gd name="connsiteY112" fmla="*/ 625828 h 3466112"/>
                <a:gd name="connsiteX113" fmla="*/ 1745810 w 2492579"/>
                <a:gd name="connsiteY113" fmla="*/ 617016 h 3466112"/>
                <a:gd name="connsiteX114" fmla="*/ 1766204 w 2492579"/>
                <a:gd name="connsiteY114" fmla="*/ 602413 h 3466112"/>
                <a:gd name="connsiteX115" fmla="*/ 1792389 w 2492579"/>
                <a:gd name="connsiteY115" fmla="*/ 584873 h 3466112"/>
                <a:gd name="connsiteX116" fmla="*/ 1824364 w 2492579"/>
                <a:gd name="connsiteY116" fmla="*/ 584873 h 3466112"/>
                <a:gd name="connsiteX117" fmla="*/ 1847612 w 2492579"/>
                <a:gd name="connsiteY117" fmla="*/ 599476 h 3466112"/>
                <a:gd name="connsiteX118" fmla="*/ 1888399 w 2492579"/>
                <a:gd name="connsiteY118" fmla="*/ 599476 h 3466112"/>
                <a:gd name="connsiteX119" fmla="*/ 1908793 w 2492579"/>
                <a:gd name="connsiteY119" fmla="*/ 587810 h 3466112"/>
                <a:gd name="connsiteX120" fmla="*/ 1934978 w 2492579"/>
                <a:gd name="connsiteY120" fmla="*/ 564395 h 3466112"/>
                <a:gd name="connsiteX121" fmla="*/ 2071776 w 2492579"/>
                <a:gd name="connsiteY121" fmla="*/ 529314 h 3466112"/>
                <a:gd name="connsiteX122" fmla="*/ 2191118 w 2492579"/>
                <a:gd name="connsiteY122" fmla="*/ 502961 h 3466112"/>
                <a:gd name="connsiteX123" fmla="*/ 2226031 w 2492579"/>
                <a:gd name="connsiteY123" fmla="*/ 508836 h 3466112"/>
                <a:gd name="connsiteX124" fmla="*/ 2234759 w 2492579"/>
                <a:gd name="connsiteY124" fmla="*/ 523439 h 3466112"/>
                <a:gd name="connsiteX125" fmla="*/ 2243487 w 2492579"/>
                <a:gd name="connsiteY125" fmla="*/ 561457 h 3466112"/>
                <a:gd name="connsiteX126" fmla="*/ 2324978 w 2492579"/>
                <a:gd name="connsiteY126" fmla="*/ 646306 h 3466112"/>
                <a:gd name="connsiteX127" fmla="*/ 2339497 w 2492579"/>
                <a:gd name="connsiteY127" fmla="*/ 672658 h 3466112"/>
                <a:gd name="connsiteX128" fmla="*/ 2365682 w 2492579"/>
                <a:gd name="connsiteY128" fmla="*/ 789734 h 3466112"/>
                <a:gd name="connsiteX129" fmla="*/ 2394804 w 2492579"/>
                <a:gd name="connsiteY129" fmla="*/ 1012136 h 3466112"/>
                <a:gd name="connsiteX130" fmla="*/ 2260943 w 2492579"/>
                <a:gd name="connsiteY130" fmla="*/ 1099922 h 3466112"/>
                <a:gd name="connsiteX131" fmla="*/ 2266734 w 2492579"/>
                <a:gd name="connsiteY131" fmla="*/ 1123337 h 3466112"/>
                <a:gd name="connsiteX132" fmla="*/ 2292919 w 2492579"/>
                <a:gd name="connsiteY132" fmla="*/ 1140877 h 3466112"/>
                <a:gd name="connsiteX133" fmla="*/ 2292919 w 2492579"/>
                <a:gd name="connsiteY133" fmla="*/ 1187707 h 3466112"/>
                <a:gd name="connsiteX134" fmla="*/ 2380201 w 2492579"/>
                <a:gd name="connsiteY134" fmla="*/ 1369154 h 3466112"/>
                <a:gd name="connsiteX135" fmla="*/ 2388929 w 2492579"/>
                <a:gd name="connsiteY135" fmla="*/ 1518373 h 3466112"/>
                <a:gd name="connsiteX136" fmla="*/ 2493752 w 2492579"/>
                <a:gd name="connsiteY136" fmla="*/ 1714422 h 3466112"/>
                <a:gd name="connsiteX137" fmla="*/ 2493752 w 2492579"/>
                <a:gd name="connsiteY137" fmla="*/ 1714422 h 346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2492579" h="3466112">
                  <a:moveTo>
                    <a:pt x="2494340" y="1714254"/>
                  </a:moveTo>
                  <a:cubicBezTo>
                    <a:pt x="2494340" y="1714254"/>
                    <a:pt x="2494340" y="1717192"/>
                    <a:pt x="2491402" y="1717192"/>
                  </a:cubicBezTo>
                  <a:cubicBezTo>
                    <a:pt x="2404120" y="1790375"/>
                    <a:pt x="2319691" y="1863474"/>
                    <a:pt x="2319691" y="1863474"/>
                  </a:cubicBezTo>
                  <a:lnTo>
                    <a:pt x="2316754" y="1863474"/>
                  </a:lnTo>
                  <a:cubicBezTo>
                    <a:pt x="2316754" y="1863474"/>
                    <a:pt x="2308025" y="1869348"/>
                    <a:pt x="2299297" y="1872286"/>
                  </a:cubicBezTo>
                  <a:cubicBezTo>
                    <a:pt x="2293506" y="1875223"/>
                    <a:pt x="2290569" y="1878160"/>
                    <a:pt x="2287632" y="1878160"/>
                  </a:cubicBezTo>
                  <a:cubicBezTo>
                    <a:pt x="2255656" y="1895701"/>
                    <a:pt x="2209078" y="1919116"/>
                    <a:pt x="2174081" y="1933719"/>
                  </a:cubicBezTo>
                  <a:cubicBezTo>
                    <a:pt x="2156624" y="1942531"/>
                    <a:pt x="2142105" y="1948322"/>
                    <a:pt x="2133293" y="1951259"/>
                  </a:cubicBezTo>
                  <a:lnTo>
                    <a:pt x="2133293" y="1954197"/>
                  </a:lnTo>
                  <a:cubicBezTo>
                    <a:pt x="2130356" y="1954197"/>
                    <a:pt x="2127502" y="1954197"/>
                    <a:pt x="2124565" y="1957134"/>
                  </a:cubicBezTo>
                  <a:cubicBezTo>
                    <a:pt x="2124565" y="1957134"/>
                    <a:pt x="2121628" y="1957134"/>
                    <a:pt x="2121628" y="1960071"/>
                  </a:cubicBezTo>
                  <a:lnTo>
                    <a:pt x="2118690" y="1960071"/>
                  </a:lnTo>
                  <a:cubicBezTo>
                    <a:pt x="2112899" y="1963009"/>
                    <a:pt x="2104171" y="1965946"/>
                    <a:pt x="2095443" y="1971737"/>
                  </a:cubicBezTo>
                  <a:lnTo>
                    <a:pt x="2095443" y="1971737"/>
                  </a:lnTo>
                  <a:cubicBezTo>
                    <a:pt x="2028471" y="2003964"/>
                    <a:pt x="1900401" y="2068335"/>
                    <a:pt x="1888819" y="2077063"/>
                  </a:cubicBezTo>
                  <a:cubicBezTo>
                    <a:pt x="1874300" y="2082938"/>
                    <a:pt x="1798599" y="2138497"/>
                    <a:pt x="1757812" y="2173661"/>
                  </a:cubicBezTo>
                  <a:lnTo>
                    <a:pt x="1754874" y="2173661"/>
                  </a:lnTo>
                  <a:cubicBezTo>
                    <a:pt x="1751937" y="2176599"/>
                    <a:pt x="1746146" y="2182473"/>
                    <a:pt x="1743209" y="2185327"/>
                  </a:cubicBezTo>
                  <a:cubicBezTo>
                    <a:pt x="1740271" y="2185327"/>
                    <a:pt x="1740271" y="2188264"/>
                    <a:pt x="1737418" y="2188264"/>
                  </a:cubicBezTo>
                  <a:cubicBezTo>
                    <a:pt x="1731627" y="2191202"/>
                    <a:pt x="1728690" y="2194139"/>
                    <a:pt x="1728690" y="2197077"/>
                  </a:cubicBezTo>
                  <a:cubicBezTo>
                    <a:pt x="1711233" y="2208742"/>
                    <a:pt x="1513337" y="2340421"/>
                    <a:pt x="1507463" y="2346296"/>
                  </a:cubicBezTo>
                  <a:cubicBezTo>
                    <a:pt x="1498734" y="2355108"/>
                    <a:pt x="1318295" y="2445747"/>
                    <a:pt x="1294964" y="2460434"/>
                  </a:cubicBezTo>
                  <a:cubicBezTo>
                    <a:pt x="1271717" y="2472099"/>
                    <a:pt x="1149438" y="2618465"/>
                    <a:pt x="1149438" y="2618465"/>
                  </a:cubicBezTo>
                  <a:cubicBezTo>
                    <a:pt x="1149438" y="2618465"/>
                    <a:pt x="989392" y="2732603"/>
                    <a:pt x="971852" y="2741331"/>
                  </a:cubicBezTo>
                  <a:cubicBezTo>
                    <a:pt x="948604" y="2752997"/>
                    <a:pt x="756500" y="2843720"/>
                    <a:pt x="736106" y="2864198"/>
                  </a:cubicBezTo>
                  <a:cubicBezTo>
                    <a:pt x="718649" y="2887613"/>
                    <a:pt x="622555" y="3001751"/>
                    <a:pt x="608036" y="3016355"/>
                  </a:cubicBezTo>
                  <a:cubicBezTo>
                    <a:pt x="593517" y="3030958"/>
                    <a:pt x="110275" y="3446471"/>
                    <a:pt x="110275" y="3446471"/>
                  </a:cubicBezTo>
                  <a:lnTo>
                    <a:pt x="54969" y="3464012"/>
                  </a:lnTo>
                  <a:cubicBezTo>
                    <a:pt x="49178" y="3458137"/>
                    <a:pt x="46240" y="3455200"/>
                    <a:pt x="37512" y="3449409"/>
                  </a:cubicBezTo>
                  <a:lnTo>
                    <a:pt x="5537" y="3373372"/>
                  </a:lnTo>
                  <a:lnTo>
                    <a:pt x="5537" y="3355832"/>
                  </a:lnTo>
                  <a:lnTo>
                    <a:pt x="116150" y="3250506"/>
                  </a:lnTo>
                  <a:lnTo>
                    <a:pt x="264614" y="3107162"/>
                  </a:lnTo>
                  <a:lnTo>
                    <a:pt x="343168" y="3033979"/>
                  </a:lnTo>
                  <a:lnTo>
                    <a:pt x="401412" y="2978420"/>
                  </a:lnTo>
                  <a:cubicBezTo>
                    <a:pt x="401412" y="2978420"/>
                    <a:pt x="410140" y="2963817"/>
                    <a:pt x="415931" y="2952068"/>
                  </a:cubicBezTo>
                  <a:cubicBezTo>
                    <a:pt x="415931" y="2949130"/>
                    <a:pt x="410140" y="2934528"/>
                    <a:pt x="410140" y="2934528"/>
                  </a:cubicBezTo>
                  <a:lnTo>
                    <a:pt x="372290" y="2925715"/>
                  </a:lnTo>
                  <a:lnTo>
                    <a:pt x="337377" y="2916903"/>
                  </a:lnTo>
                  <a:lnTo>
                    <a:pt x="319921" y="2896425"/>
                  </a:lnTo>
                  <a:lnTo>
                    <a:pt x="285008" y="2832055"/>
                  </a:lnTo>
                  <a:lnTo>
                    <a:pt x="258823" y="2501389"/>
                  </a:lnTo>
                  <a:lnTo>
                    <a:pt x="258823" y="2208826"/>
                  </a:lnTo>
                  <a:lnTo>
                    <a:pt x="253032" y="1995236"/>
                  </a:lnTo>
                  <a:lnTo>
                    <a:pt x="258823" y="1790459"/>
                  </a:lnTo>
                  <a:lnTo>
                    <a:pt x="258823" y="1503686"/>
                  </a:lnTo>
                  <a:lnTo>
                    <a:pt x="238429" y="1398360"/>
                  </a:lnTo>
                  <a:lnTo>
                    <a:pt x="180185" y="1304699"/>
                  </a:lnTo>
                  <a:lnTo>
                    <a:pt x="121941" y="1202311"/>
                  </a:lnTo>
                  <a:lnTo>
                    <a:pt x="37512" y="1181833"/>
                  </a:lnTo>
                  <a:lnTo>
                    <a:pt x="148126" y="1073569"/>
                  </a:lnTo>
                  <a:cubicBezTo>
                    <a:pt x="148126" y="1073569"/>
                    <a:pt x="180101" y="1058966"/>
                    <a:pt x="185976" y="1058966"/>
                  </a:cubicBezTo>
                  <a:lnTo>
                    <a:pt x="203432" y="1058966"/>
                  </a:lnTo>
                  <a:lnTo>
                    <a:pt x="281986" y="1076507"/>
                  </a:lnTo>
                  <a:lnTo>
                    <a:pt x="369269" y="1096984"/>
                  </a:lnTo>
                  <a:lnTo>
                    <a:pt x="424575" y="1096984"/>
                  </a:lnTo>
                  <a:lnTo>
                    <a:pt x="439094" y="1088172"/>
                  </a:lnTo>
                  <a:lnTo>
                    <a:pt x="439094" y="1073569"/>
                  </a:lnTo>
                  <a:lnTo>
                    <a:pt x="433304" y="1029676"/>
                  </a:lnTo>
                  <a:lnTo>
                    <a:pt x="442032" y="892123"/>
                  </a:lnTo>
                  <a:lnTo>
                    <a:pt x="471154" y="274769"/>
                  </a:lnTo>
                  <a:lnTo>
                    <a:pt x="415847" y="245479"/>
                  </a:lnTo>
                  <a:lnTo>
                    <a:pt x="377997" y="216189"/>
                  </a:lnTo>
                  <a:lnTo>
                    <a:pt x="363478" y="195711"/>
                  </a:lnTo>
                  <a:lnTo>
                    <a:pt x="354750" y="181108"/>
                  </a:lnTo>
                  <a:lnTo>
                    <a:pt x="354750" y="157693"/>
                  </a:lnTo>
                  <a:cubicBezTo>
                    <a:pt x="354750" y="157693"/>
                    <a:pt x="395537" y="55304"/>
                    <a:pt x="395537" y="52367"/>
                  </a:cubicBezTo>
                  <a:cubicBezTo>
                    <a:pt x="401328" y="46492"/>
                    <a:pt x="439178" y="37764"/>
                    <a:pt x="442116" y="37764"/>
                  </a:cubicBezTo>
                  <a:cubicBezTo>
                    <a:pt x="447907" y="37764"/>
                    <a:pt x="520670" y="28952"/>
                    <a:pt x="520670" y="28952"/>
                  </a:cubicBezTo>
                  <a:lnTo>
                    <a:pt x="552645" y="5537"/>
                  </a:lnTo>
                  <a:lnTo>
                    <a:pt x="613743" y="5537"/>
                  </a:lnTo>
                  <a:lnTo>
                    <a:pt x="639927" y="28952"/>
                  </a:lnTo>
                  <a:cubicBezTo>
                    <a:pt x="639927" y="28952"/>
                    <a:pt x="671903" y="31889"/>
                    <a:pt x="674840" y="31889"/>
                  </a:cubicBezTo>
                  <a:cubicBezTo>
                    <a:pt x="680631" y="37764"/>
                    <a:pt x="703962" y="40701"/>
                    <a:pt x="703962" y="40701"/>
                  </a:cubicBezTo>
                  <a:cubicBezTo>
                    <a:pt x="703962" y="40701"/>
                    <a:pt x="741813" y="46576"/>
                    <a:pt x="753478" y="40701"/>
                  </a:cubicBezTo>
                  <a:lnTo>
                    <a:pt x="788391" y="40701"/>
                  </a:lnTo>
                  <a:cubicBezTo>
                    <a:pt x="797119" y="46576"/>
                    <a:pt x="840761" y="40701"/>
                    <a:pt x="840761" y="40701"/>
                  </a:cubicBezTo>
                  <a:lnTo>
                    <a:pt x="855280" y="55304"/>
                  </a:lnTo>
                  <a:cubicBezTo>
                    <a:pt x="855280" y="55304"/>
                    <a:pt x="855280" y="84594"/>
                    <a:pt x="849489" y="93322"/>
                  </a:cubicBezTo>
                  <a:cubicBezTo>
                    <a:pt x="849489" y="102135"/>
                    <a:pt x="832032" y="119675"/>
                    <a:pt x="832032" y="119675"/>
                  </a:cubicBezTo>
                  <a:cubicBezTo>
                    <a:pt x="832032" y="119675"/>
                    <a:pt x="823304" y="154756"/>
                    <a:pt x="823304" y="157693"/>
                  </a:cubicBezTo>
                  <a:cubicBezTo>
                    <a:pt x="823304" y="163568"/>
                    <a:pt x="826241" y="204523"/>
                    <a:pt x="826241" y="204523"/>
                  </a:cubicBezTo>
                  <a:lnTo>
                    <a:pt x="840761" y="236667"/>
                  </a:lnTo>
                  <a:lnTo>
                    <a:pt x="864008" y="260082"/>
                  </a:lnTo>
                  <a:lnTo>
                    <a:pt x="887255" y="529230"/>
                  </a:lnTo>
                  <a:lnTo>
                    <a:pt x="916377" y="529230"/>
                  </a:lnTo>
                  <a:lnTo>
                    <a:pt x="930896" y="517564"/>
                  </a:lnTo>
                  <a:lnTo>
                    <a:pt x="960018" y="517564"/>
                  </a:lnTo>
                  <a:lnTo>
                    <a:pt x="1026991" y="523439"/>
                  </a:lnTo>
                  <a:lnTo>
                    <a:pt x="1061904" y="546854"/>
                  </a:lnTo>
                  <a:lnTo>
                    <a:pt x="1099754" y="584873"/>
                  </a:lnTo>
                  <a:lnTo>
                    <a:pt x="1157998" y="602413"/>
                  </a:lnTo>
                  <a:lnTo>
                    <a:pt x="1210367" y="611225"/>
                  </a:lnTo>
                  <a:lnTo>
                    <a:pt x="1219096" y="640515"/>
                  </a:lnTo>
                  <a:lnTo>
                    <a:pt x="1259883" y="640515"/>
                  </a:lnTo>
                  <a:cubicBezTo>
                    <a:pt x="1259883" y="640515"/>
                    <a:pt x="1262821" y="631703"/>
                    <a:pt x="1262821" y="622975"/>
                  </a:cubicBezTo>
                  <a:cubicBezTo>
                    <a:pt x="1268611" y="617100"/>
                    <a:pt x="1286068" y="617100"/>
                    <a:pt x="1286068" y="617100"/>
                  </a:cubicBezTo>
                  <a:lnTo>
                    <a:pt x="1306462" y="631703"/>
                  </a:lnTo>
                  <a:lnTo>
                    <a:pt x="1306462" y="658055"/>
                  </a:lnTo>
                  <a:lnTo>
                    <a:pt x="1344312" y="672658"/>
                  </a:lnTo>
                  <a:lnTo>
                    <a:pt x="1402556" y="672658"/>
                  </a:lnTo>
                  <a:cubicBezTo>
                    <a:pt x="1411284" y="669721"/>
                    <a:pt x="1425803" y="663846"/>
                    <a:pt x="1437469" y="663846"/>
                  </a:cubicBezTo>
                  <a:cubicBezTo>
                    <a:pt x="1449135" y="657971"/>
                    <a:pt x="1466591" y="655034"/>
                    <a:pt x="1481110" y="655034"/>
                  </a:cubicBezTo>
                  <a:cubicBezTo>
                    <a:pt x="1489838" y="655034"/>
                    <a:pt x="1495629" y="663846"/>
                    <a:pt x="1495629" y="663846"/>
                  </a:cubicBezTo>
                  <a:lnTo>
                    <a:pt x="1518876" y="672658"/>
                  </a:lnTo>
                  <a:cubicBezTo>
                    <a:pt x="1518876" y="672658"/>
                    <a:pt x="1536333" y="663846"/>
                    <a:pt x="1545061" y="658055"/>
                  </a:cubicBezTo>
                  <a:lnTo>
                    <a:pt x="1553789" y="649243"/>
                  </a:lnTo>
                  <a:lnTo>
                    <a:pt x="1579974" y="649243"/>
                  </a:lnTo>
                  <a:lnTo>
                    <a:pt x="1594493" y="663846"/>
                  </a:lnTo>
                  <a:lnTo>
                    <a:pt x="1623615" y="663846"/>
                  </a:lnTo>
                  <a:lnTo>
                    <a:pt x="1632343" y="649243"/>
                  </a:lnTo>
                  <a:lnTo>
                    <a:pt x="1664319" y="634640"/>
                  </a:lnTo>
                  <a:cubicBezTo>
                    <a:pt x="1664319" y="634640"/>
                    <a:pt x="1702169" y="631703"/>
                    <a:pt x="1713835" y="625828"/>
                  </a:cubicBezTo>
                  <a:cubicBezTo>
                    <a:pt x="1722563" y="622891"/>
                    <a:pt x="1731291" y="622891"/>
                    <a:pt x="1745810" y="617016"/>
                  </a:cubicBezTo>
                  <a:cubicBezTo>
                    <a:pt x="1754539" y="611141"/>
                    <a:pt x="1766204" y="602413"/>
                    <a:pt x="1766204" y="602413"/>
                  </a:cubicBezTo>
                  <a:lnTo>
                    <a:pt x="1792389" y="584873"/>
                  </a:lnTo>
                  <a:lnTo>
                    <a:pt x="1824364" y="584873"/>
                  </a:lnTo>
                  <a:lnTo>
                    <a:pt x="1847612" y="599476"/>
                  </a:lnTo>
                  <a:lnTo>
                    <a:pt x="1888399" y="599476"/>
                  </a:lnTo>
                  <a:lnTo>
                    <a:pt x="1908793" y="587810"/>
                  </a:lnTo>
                  <a:lnTo>
                    <a:pt x="1934978" y="564395"/>
                  </a:lnTo>
                  <a:lnTo>
                    <a:pt x="2071776" y="529314"/>
                  </a:lnTo>
                  <a:lnTo>
                    <a:pt x="2191118" y="502961"/>
                  </a:lnTo>
                  <a:cubicBezTo>
                    <a:pt x="2191118" y="502961"/>
                    <a:pt x="2220240" y="508836"/>
                    <a:pt x="2226031" y="508836"/>
                  </a:cubicBezTo>
                  <a:cubicBezTo>
                    <a:pt x="2228968" y="508836"/>
                    <a:pt x="2234759" y="523439"/>
                    <a:pt x="2234759" y="523439"/>
                  </a:cubicBezTo>
                  <a:lnTo>
                    <a:pt x="2243487" y="561457"/>
                  </a:lnTo>
                  <a:lnTo>
                    <a:pt x="2324978" y="646306"/>
                  </a:lnTo>
                  <a:lnTo>
                    <a:pt x="2339497" y="672658"/>
                  </a:lnTo>
                  <a:lnTo>
                    <a:pt x="2365682" y="789734"/>
                  </a:lnTo>
                  <a:lnTo>
                    <a:pt x="2394804" y="1012136"/>
                  </a:lnTo>
                  <a:lnTo>
                    <a:pt x="2260943" y="1099922"/>
                  </a:lnTo>
                  <a:lnTo>
                    <a:pt x="2266734" y="1123337"/>
                  </a:lnTo>
                  <a:lnTo>
                    <a:pt x="2292919" y="1140877"/>
                  </a:lnTo>
                  <a:lnTo>
                    <a:pt x="2292919" y="1187707"/>
                  </a:lnTo>
                  <a:lnTo>
                    <a:pt x="2380201" y="1369154"/>
                  </a:lnTo>
                  <a:lnTo>
                    <a:pt x="2388929" y="1518373"/>
                  </a:lnTo>
                  <a:lnTo>
                    <a:pt x="2493752" y="1714422"/>
                  </a:lnTo>
                  <a:lnTo>
                    <a:pt x="2493752" y="1714422"/>
                  </a:lnTo>
                  <a:close/>
                </a:path>
              </a:pathLst>
            </a:custGeom>
            <a:solidFill>
              <a:srgbClr val="9D7539">
                <a:alpha val="70000"/>
              </a:srgbClr>
            </a:solidFill>
            <a:ln w="4738" cap="flat">
              <a:solidFill>
                <a:schemeClr val="bg1"/>
              </a:solid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latin typeface="Fund Light"/>
                <a:ea typeface="+mn-ea"/>
                <a:cs typeface="+mn-cs"/>
              </a:endParaRPr>
            </a:p>
          </p:txBody>
        </p:sp>
        <p:sp>
          <p:nvSpPr>
            <p:cNvPr id="69" name="Freeform: Shape 68">
              <a:extLst>
                <a:ext uri="{FF2B5EF4-FFF2-40B4-BE49-F238E27FC236}">
                  <a16:creationId xmlns:a16="http://schemas.microsoft.com/office/drawing/2014/main" id="{567CAC57-93C3-8D92-8401-72C0DAB6D366}"/>
                </a:ext>
              </a:extLst>
            </p:cNvPr>
            <p:cNvSpPr/>
            <p:nvPr/>
          </p:nvSpPr>
          <p:spPr>
            <a:xfrm>
              <a:off x="6164907" y="2933673"/>
              <a:ext cx="1285565" cy="1392748"/>
            </a:xfrm>
            <a:custGeom>
              <a:avLst/>
              <a:gdLst>
                <a:gd name="connsiteX0" fmla="*/ 1574267 w 1577794"/>
                <a:gd name="connsiteY0" fmla="*/ 1555803 h 1703682"/>
                <a:gd name="connsiteX1" fmla="*/ 1574267 w 1577794"/>
                <a:gd name="connsiteY1" fmla="*/ 1617237 h 1703682"/>
                <a:gd name="connsiteX2" fmla="*/ 1571330 w 1577794"/>
                <a:gd name="connsiteY2" fmla="*/ 1617237 h 1703682"/>
                <a:gd name="connsiteX3" fmla="*/ 1076507 w 1577794"/>
                <a:gd name="connsiteY3" fmla="*/ 1605571 h 1703682"/>
                <a:gd name="connsiteX4" fmla="*/ 1053259 w 1577794"/>
                <a:gd name="connsiteY4" fmla="*/ 1631924 h 1703682"/>
                <a:gd name="connsiteX5" fmla="*/ 826241 w 1577794"/>
                <a:gd name="connsiteY5" fmla="*/ 1667004 h 1703682"/>
                <a:gd name="connsiteX6" fmla="*/ 802994 w 1577794"/>
                <a:gd name="connsiteY6" fmla="*/ 1678670 h 1703682"/>
                <a:gd name="connsiteX7" fmla="*/ 756416 w 1577794"/>
                <a:gd name="connsiteY7" fmla="*/ 1678670 h 1703682"/>
                <a:gd name="connsiteX8" fmla="*/ 721503 w 1577794"/>
                <a:gd name="connsiteY8" fmla="*/ 1690336 h 1703682"/>
                <a:gd name="connsiteX9" fmla="*/ 695318 w 1577794"/>
                <a:gd name="connsiteY9" fmla="*/ 1699148 h 1703682"/>
                <a:gd name="connsiteX10" fmla="*/ 648740 w 1577794"/>
                <a:gd name="connsiteY10" fmla="*/ 1678670 h 1703682"/>
                <a:gd name="connsiteX11" fmla="*/ 637074 w 1577794"/>
                <a:gd name="connsiteY11" fmla="*/ 1631840 h 1703682"/>
                <a:gd name="connsiteX12" fmla="*/ 660321 w 1577794"/>
                <a:gd name="connsiteY12" fmla="*/ 1631840 h 1703682"/>
                <a:gd name="connsiteX13" fmla="*/ 695234 w 1577794"/>
                <a:gd name="connsiteY13" fmla="*/ 1614300 h 1703682"/>
                <a:gd name="connsiteX14" fmla="*/ 695234 w 1577794"/>
                <a:gd name="connsiteY14" fmla="*/ 1579219 h 1703682"/>
                <a:gd name="connsiteX15" fmla="*/ 689443 w 1577794"/>
                <a:gd name="connsiteY15" fmla="*/ 1552866 h 1703682"/>
                <a:gd name="connsiteX16" fmla="*/ 671987 w 1577794"/>
                <a:gd name="connsiteY16" fmla="*/ 1552866 h 1703682"/>
                <a:gd name="connsiteX17" fmla="*/ 671987 w 1577794"/>
                <a:gd name="connsiteY17" fmla="*/ 1541200 h 1703682"/>
                <a:gd name="connsiteX18" fmla="*/ 648740 w 1577794"/>
                <a:gd name="connsiteY18" fmla="*/ 1520723 h 1703682"/>
                <a:gd name="connsiteX19" fmla="*/ 648740 w 1577794"/>
                <a:gd name="connsiteY19" fmla="*/ 1509057 h 1703682"/>
                <a:gd name="connsiteX20" fmla="*/ 660405 w 1577794"/>
                <a:gd name="connsiteY20" fmla="*/ 1497392 h 1703682"/>
                <a:gd name="connsiteX21" fmla="*/ 648740 w 1577794"/>
                <a:gd name="connsiteY21" fmla="*/ 1473976 h 1703682"/>
                <a:gd name="connsiteX22" fmla="*/ 648740 w 1577794"/>
                <a:gd name="connsiteY22" fmla="*/ 1438896 h 1703682"/>
                <a:gd name="connsiteX23" fmla="*/ 660405 w 1577794"/>
                <a:gd name="connsiteY23" fmla="*/ 1403815 h 1703682"/>
                <a:gd name="connsiteX24" fmla="*/ 672071 w 1577794"/>
                <a:gd name="connsiteY24" fmla="*/ 1395003 h 1703682"/>
                <a:gd name="connsiteX25" fmla="*/ 660405 w 1577794"/>
                <a:gd name="connsiteY25" fmla="*/ 1377462 h 1703682"/>
                <a:gd name="connsiteX26" fmla="*/ 672071 w 1577794"/>
                <a:gd name="connsiteY26" fmla="*/ 1342382 h 1703682"/>
                <a:gd name="connsiteX27" fmla="*/ 672071 w 1577794"/>
                <a:gd name="connsiteY27" fmla="*/ 1316029 h 1703682"/>
                <a:gd name="connsiteX28" fmla="*/ 625492 w 1577794"/>
                <a:gd name="connsiteY28" fmla="*/ 1304364 h 1703682"/>
                <a:gd name="connsiteX29" fmla="*/ 590579 w 1577794"/>
                <a:gd name="connsiteY29" fmla="*/ 1283886 h 1703682"/>
                <a:gd name="connsiteX30" fmla="*/ 590579 w 1577794"/>
                <a:gd name="connsiteY30" fmla="*/ 1257533 h 1703682"/>
                <a:gd name="connsiteX31" fmla="*/ 573123 w 1577794"/>
                <a:gd name="connsiteY31" fmla="*/ 1222453 h 1703682"/>
                <a:gd name="connsiteX32" fmla="*/ 558604 w 1577794"/>
                <a:gd name="connsiteY32" fmla="*/ 1199037 h 1703682"/>
                <a:gd name="connsiteX33" fmla="*/ 494569 w 1577794"/>
                <a:gd name="connsiteY33" fmla="*/ 1199037 h 1703682"/>
                <a:gd name="connsiteX34" fmla="*/ 494569 w 1577794"/>
                <a:gd name="connsiteY34" fmla="*/ 1172685 h 1703682"/>
                <a:gd name="connsiteX35" fmla="*/ 459656 w 1577794"/>
                <a:gd name="connsiteY35" fmla="*/ 1172685 h 1703682"/>
                <a:gd name="connsiteX36" fmla="*/ 447990 w 1577794"/>
                <a:gd name="connsiteY36" fmla="*/ 1187288 h 1703682"/>
                <a:gd name="connsiteX37" fmla="*/ 430534 w 1577794"/>
                <a:gd name="connsiteY37" fmla="*/ 1198953 h 1703682"/>
                <a:gd name="connsiteX38" fmla="*/ 360708 w 1577794"/>
                <a:gd name="connsiteY38" fmla="*/ 1198953 h 1703682"/>
                <a:gd name="connsiteX39" fmla="*/ 325795 w 1577794"/>
                <a:gd name="connsiteY39" fmla="*/ 994176 h 1703682"/>
                <a:gd name="connsiteX40" fmla="*/ 360708 w 1577794"/>
                <a:gd name="connsiteY40" fmla="*/ 1005841 h 1703682"/>
                <a:gd name="connsiteX41" fmla="*/ 383955 w 1577794"/>
                <a:gd name="connsiteY41" fmla="*/ 1005841 h 1703682"/>
                <a:gd name="connsiteX42" fmla="*/ 395621 w 1577794"/>
                <a:gd name="connsiteY42" fmla="*/ 982426 h 1703682"/>
                <a:gd name="connsiteX43" fmla="*/ 98694 w 1577794"/>
                <a:gd name="connsiteY43" fmla="*/ 587558 h 1703682"/>
                <a:gd name="connsiteX44" fmla="*/ 52115 w 1577794"/>
                <a:gd name="connsiteY44" fmla="*/ 572955 h 1703682"/>
                <a:gd name="connsiteX45" fmla="*/ 22993 w 1577794"/>
                <a:gd name="connsiteY45" fmla="*/ 508584 h 1703682"/>
                <a:gd name="connsiteX46" fmla="*/ 20056 w 1577794"/>
                <a:gd name="connsiteY46" fmla="*/ 502710 h 1703682"/>
                <a:gd name="connsiteX47" fmla="*/ 5537 w 1577794"/>
                <a:gd name="connsiteY47" fmla="*/ 470566 h 1703682"/>
                <a:gd name="connsiteX48" fmla="*/ 8474 w 1577794"/>
                <a:gd name="connsiteY48" fmla="*/ 470566 h 1703682"/>
                <a:gd name="connsiteX49" fmla="*/ 145272 w 1577794"/>
                <a:gd name="connsiteY49" fmla="*/ 359449 h 1703682"/>
                <a:gd name="connsiteX50" fmla="*/ 349043 w 1577794"/>
                <a:gd name="connsiteY50" fmla="*/ 274601 h 1703682"/>
                <a:gd name="connsiteX51" fmla="*/ 593517 w 1577794"/>
                <a:gd name="connsiteY51" fmla="*/ 61095 h 1703682"/>
                <a:gd name="connsiteX52" fmla="*/ 640095 w 1577794"/>
                <a:gd name="connsiteY52" fmla="*/ 5537 h 1703682"/>
                <a:gd name="connsiteX53" fmla="*/ 730315 w 1577794"/>
                <a:gd name="connsiteY53" fmla="*/ 55220 h 1703682"/>
                <a:gd name="connsiteX54" fmla="*/ 733252 w 1577794"/>
                <a:gd name="connsiteY54" fmla="*/ 55220 h 1703682"/>
                <a:gd name="connsiteX55" fmla="*/ 771103 w 1577794"/>
                <a:gd name="connsiteY55" fmla="*/ 78635 h 1703682"/>
                <a:gd name="connsiteX56" fmla="*/ 776893 w 1577794"/>
                <a:gd name="connsiteY56" fmla="*/ 81573 h 1703682"/>
                <a:gd name="connsiteX57" fmla="*/ 776893 w 1577794"/>
                <a:gd name="connsiteY57" fmla="*/ 84510 h 1703682"/>
                <a:gd name="connsiteX58" fmla="*/ 899173 w 1577794"/>
                <a:gd name="connsiteY58" fmla="*/ 151818 h 1703682"/>
                <a:gd name="connsiteX59" fmla="*/ 899173 w 1577794"/>
                <a:gd name="connsiteY59" fmla="*/ 151818 h 1703682"/>
                <a:gd name="connsiteX60" fmla="*/ 910838 w 1577794"/>
                <a:gd name="connsiteY60" fmla="*/ 160630 h 1703682"/>
                <a:gd name="connsiteX61" fmla="*/ 916629 w 1577794"/>
                <a:gd name="connsiteY61" fmla="*/ 163568 h 1703682"/>
                <a:gd name="connsiteX62" fmla="*/ 922420 w 1577794"/>
                <a:gd name="connsiteY62" fmla="*/ 169443 h 1703682"/>
                <a:gd name="connsiteX63" fmla="*/ 939876 w 1577794"/>
                <a:gd name="connsiteY63" fmla="*/ 178255 h 1703682"/>
                <a:gd name="connsiteX64" fmla="*/ 939876 w 1577794"/>
                <a:gd name="connsiteY64" fmla="*/ 178255 h 1703682"/>
                <a:gd name="connsiteX65" fmla="*/ 963124 w 1577794"/>
                <a:gd name="connsiteY65" fmla="*/ 192858 h 1703682"/>
                <a:gd name="connsiteX66" fmla="*/ 977643 w 1577794"/>
                <a:gd name="connsiteY66" fmla="*/ 201670 h 1703682"/>
                <a:gd name="connsiteX67" fmla="*/ 1015493 w 1577794"/>
                <a:gd name="connsiteY67" fmla="*/ 233813 h 1703682"/>
                <a:gd name="connsiteX68" fmla="*/ 1070800 w 1577794"/>
                <a:gd name="connsiteY68" fmla="*/ 295246 h 1703682"/>
                <a:gd name="connsiteX69" fmla="*/ 1073737 w 1577794"/>
                <a:gd name="connsiteY69" fmla="*/ 298184 h 1703682"/>
                <a:gd name="connsiteX70" fmla="*/ 1079528 w 1577794"/>
                <a:gd name="connsiteY70" fmla="*/ 306996 h 1703682"/>
                <a:gd name="connsiteX71" fmla="*/ 1094047 w 1577794"/>
                <a:gd name="connsiteY71" fmla="*/ 324536 h 1703682"/>
                <a:gd name="connsiteX72" fmla="*/ 1096984 w 1577794"/>
                <a:gd name="connsiteY72" fmla="*/ 327474 h 1703682"/>
                <a:gd name="connsiteX73" fmla="*/ 1105713 w 1577794"/>
                <a:gd name="connsiteY73" fmla="*/ 339139 h 1703682"/>
                <a:gd name="connsiteX74" fmla="*/ 1111503 w 1577794"/>
                <a:gd name="connsiteY74" fmla="*/ 347951 h 1703682"/>
                <a:gd name="connsiteX75" fmla="*/ 1257030 w 1577794"/>
                <a:gd name="connsiteY75" fmla="*/ 564395 h 1703682"/>
                <a:gd name="connsiteX76" fmla="*/ 1257030 w 1577794"/>
                <a:gd name="connsiteY76" fmla="*/ 564395 h 1703682"/>
                <a:gd name="connsiteX77" fmla="*/ 1271549 w 1577794"/>
                <a:gd name="connsiteY77" fmla="*/ 584873 h 1703682"/>
                <a:gd name="connsiteX78" fmla="*/ 1271549 w 1577794"/>
                <a:gd name="connsiteY78" fmla="*/ 587810 h 1703682"/>
                <a:gd name="connsiteX79" fmla="*/ 1280277 w 1577794"/>
                <a:gd name="connsiteY79" fmla="*/ 596622 h 1703682"/>
                <a:gd name="connsiteX80" fmla="*/ 1283214 w 1577794"/>
                <a:gd name="connsiteY80" fmla="*/ 602497 h 1703682"/>
                <a:gd name="connsiteX81" fmla="*/ 1283214 w 1577794"/>
                <a:gd name="connsiteY81" fmla="*/ 602497 h 1703682"/>
                <a:gd name="connsiteX82" fmla="*/ 1286152 w 1577794"/>
                <a:gd name="connsiteY82" fmla="*/ 605434 h 1703682"/>
                <a:gd name="connsiteX83" fmla="*/ 1291943 w 1577794"/>
                <a:gd name="connsiteY83" fmla="*/ 614246 h 1703682"/>
                <a:gd name="connsiteX84" fmla="*/ 1449135 w 1577794"/>
                <a:gd name="connsiteY84" fmla="*/ 857042 h 1703682"/>
                <a:gd name="connsiteX85" fmla="*/ 1530626 w 1577794"/>
                <a:gd name="connsiteY85" fmla="*/ 1085151 h 1703682"/>
                <a:gd name="connsiteX86" fmla="*/ 1536417 w 1577794"/>
                <a:gd name="connsiteY86" fmla="*/ 1129044 h 1703682"/>
                <a:gd name="connsiteX87" fmla="*/ 1539354 w 1577794"/>
                <a:gd name="connsiteY87" fmla="*/ 1129044 h 1703682"/>
                <a:gd name="connsiteX88" fmla="*/ 1536417 w 1577794"/>
                <a:gd name="connsiteY88" fmla="*/ 1131981 h 1703682"/>
                <a:gd name="connsiteX89" fmla="*/ 1571330 w 1577794"/>
                <a:gd name="connsiteY89" fmla="*/ 1556055 h 1703682"/>
                <a:gd name="connsiteX90" fmla="*/ 1574267 w 1577794"/>
                <a:gd name="connsiteY90" fmla="*/ 1556055 h 170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7794" h="1703682">
                  <a:moveTo>
                    <a:pt x="1574267" y="1555803"/>
                  </a:moveTo>
                  <a:lnTo>
                    <a:pt x="1574267" y="1617237"/>
                  </a:lnTo>
                  <a:lnTo>
                    <a:pt x="1571330" y="1617237"/>
                  </a:lnTo>
                  <a:lnTo>
                    <a:pt x="1076507" y="1605571"/>
                  </a:lnTo>
                  <a:lnTo>
                    <a:pt x="1053259" y="1631924"/>
                  </a:lnTo>
                  <a:lnTo>
                    <a:pt x="826241" y="1667004"/>
                  </a:lnTo>
                  <a:lnTo>
                    <a:pt x="802994" y="1678670"/>
                  </a:lnTo>
                  <a:lnTo>
                    <a:pt x="756416" y="1678670"/>
                  </a:lnTo>
                  <a:lnTo>
                    <a:pt x="721503" y="1690336"/>
                  </a:lnTo>
                  <a:lnTo>
                    <a:pt x="695318" y="1699148"/>
                  </a:lnTo>
                  <a:cubicBezTo>
                    <a:pt x="695318" y="1699148"/>
                    <a:pt x="660405" y="1678670"/>
                    <a:pt x="648740" y="1678670"/>
                  </a:cubicBezTo>
                  <a:cubicBezTo>
                    <a:pt x="637074" y="1678670"/>
                    <a:pt x="637074" y="1631840"/>
                    <a:pt x="637074" y="1631840"/>
                  </a:cubicBezTo>
                  <a:lnTo>
                    <a:pt x="660321" y="1631840"/>
                  </a:lnTo>
                  <a:lnTo>
                    <a:pt x="695234" y="1614300"/>
                  </a:lnTo>
                  <a:lnTo>
                    <a:pt x="695234" y="1579219"/>
                  </a:lnTo>
                  <a:cubicBezTo>
                    <a:pt x="695234" y="1567553"/>
                    <a:pt x="689443" y="1552866"/>
                    <a:pt x="689443" y="1552866"/>
                  </a:cubicBezTo>
                  <a:lnTo>
                    <a:pt x="671987" y="1552866"/>
                  </a:lnTo>
                  <a:lnTo>
                    <a:pt x="671987" y="1541200"/>
                  </a:lnTo>
                  <a:lnTo>
                    <a:pt x="648740" y="1520723"/>
                  </a:lnTo>
                  <a:lnTo>
                    <a:pt x="648740" y="1509057"/>
                  </a:lnTo>
                  <a:lnTo>
                    <a:pt x="660405" y="1497392"/>
                  </a:lnTo>
                  <a:lnTo>
                    <a:pt x="648740" y="1473976"/>
                  </a:lnTo>
                  <a:lnTo>
                    <a:pt x="648740" y="1438896"/>
                  </a:lnTo>
                  <a:lnTo>
                    <a:pt x="660405" y="1403815"/>
                  </a:lnTo>
                  <a:lnTo>
                    <a:pt x="672071" y="1395003"/>
                  </a:lnTo>
                  <a:lnTo>
                    <a:pt x="660405" y="1377462"/>
                  </a:lnTo>
                  <a:lnTo>
                    <a:pt x="672071" y="1342382"/>
                  </a:lnTo>
                  <a:lnTo>
                    <a:pt x="672071" y="1316029"/>
                  </a:lnTo>
                  <a:lnTo>
                    <a:pt x="625492" y="1304364"/>
                  </a:lnTo>
                  <a:lnTo>
                    <a:pt x="590579" y="1283886"/>
                  </a:lnTo>
                  <a:lnTo>
                    <a:pt x="590579" y="1257533"/>
                  </a:lnTo>
                  <a:lnTo>
                    <a:pt x="573123" y="1222453"/>
                  </a:lnTo>
                  <a:lnTo>
                    <a:pt x="558604" y="1199037"/>
                  </a:lnTo>
                  <a:lnTo>
                    <a:pt x="494569" y="1199037"/>
                  </a:lnTo>
                  <a:lnTo>
                    <a:pt x="494569" y="1172685"/>
                  </a:lnTo>
                  <a:lnTo>
                    <a:pt x="459656" y="1172685"/>
                  </a:lnTo>
                  <a:lnTo>
                    <a:pt x="447990" y="1187288"/>
                  </a:lnTo>
                  <a:lnTo>
                    <a:pt x="430534" y="1198953"/>
                  </a:lnTo>
                  <a:lnTo>
                    <a:pt x="360708" y="1198953"/>
                  </a:lnTo>
                  <a:lnTo>
                    <a:pt x="325795" y="994176"/>
                  </a:lnTo>
                  <a:lnTo>
                    <a:pt x="360708" y="1005841"/>
                  </a:lnTo>
                  <a:lnTo>
                    <a:pt x="383955" y="1005841"/>
                  </a:lnTo>
                  <a:lnTo>
                    <a:pt x="395621" y="982426"/>
                  </a:lnTo>
                  <a:lnTo>
                    <a:pt x="98694" y="587558"/>
                  </a:lnTo>
                  <a:lnTo>
                    <a:pt x="52115" y="572955"/>
                  </a:lnTo>
                  <a:lnTo>
                    <a:pt x="22993" y="508584"/>
                  </a:lnTo>
                  <a:cubicBezTo>
                    <a:pt x="22993" y="508584"/>
                    <a:pt x="22993" y="505647"/>
                    <a:pt x="20056" y="502710"/>
                  </a:cubicBezTo>
                  <a:lnTo>
                    <a:pt x="5537" y="470566"/>
                  </a:lnTo>
                  <a:lnTo>
                    <a:pt x="8474" y="470566"/>
                  </a:lnTo>
                  <a:cubicBezTo>
                    <a:pt x="40533" y="453026"/>
                    <a:pt x="110359" y="382780"/>
                    <a:pt x="145272" y="359449"/>
                  </a:cubicBezTo>
                  <a:cubicBezTo>
                    <a:pt x="174394" y="341909"/>
                    <a:pt x="282070" y="295079"/>
                    <a:pt x="349043" y="274601"/>
                  </a:cubicBezTo>
                  <a:cubicBezTo>
                    <a:pt x="468384" y="169275"/>
                    <a:pt x="584789" y="69823"/>
                    <a:pt x="593517" y="61095"/>
                  </a:cubicBezTo>
                  <a:cubicBezTo>
                    <a:pt x="599308" y="55220"/>
                    <a:pt x="619701" y="31805"/>
                    <a:pt x="640095" y="5537"/>
                  </a:cubicBezTo>
                  <a:cubicBezTo>
                    <a:pt x="660489" y="17202"/>
                    <a:pt x="701193" y="37680"/>
                    <a:pt x="730315" y="55220"/>
                  </a:cubicBezTo>
                  <a:lnTo>
                    <a:pt x="733252" y="55220"/>
                  </a:lnTo>
                  <a:cubicBezTo>
                    <a:pt x="750709" y="66886"/>
                    <a:pt x="765312" y="75698"/>
                    <a:pt x="771103" y="78635"/>
                  </a:cubicBezTo>
                  <a:cubicBezTo>
                    <a:pt x="773061" y="80594"/>
                    <a:pt x="774991" y="81573"/>
                    <a:pt x="776893" y="81573"/>
                  </a:cubicBezTo>
                  <a:lnTo>
                    <a:pt x="776893" y="84510"/>
                  </a:lnTo>
                  <a:cubicBezTo>
                    <a:pt x="794350" y="93322"/>
                    <a:pt x="870050" y="137131"/>
                    <a:pt x="899173" y="151818"/>
                  </a:cubicBezTo>
                  <a:lnTo>
                    <a:pt x="899173" y="151818"/>
                  </a:lnTo>
                  <a:cubicBezTo>
                    <a:pt x="902110" y="154756"/>
                    <a:pt x="904963" y="157693"/>
                    <a:pt x="910838" y="160630"/>
                  </a:cubicBezTo>
                  <a:cubicBezTo>
                    <a:pt x="913775" y="160630"/>
                    <a:pt x="913775" y="163568"/>
                    <a:pt x="916629" y="163568"/>
                  </a:cubicBezTo>
                  <a:cubicBezTo>
                    <a:pt x="919566" y="166505"/>
                    <a:pt x="922420" y="166505"/>
                    <a:pt x="922420" y="169443"/>
                  </a:cubicBezTo>
                  <a:cubicBezTo>
                    <a:pt x="928211" y="172380"/>
                    <a:pt x="934085" y="175317"/>
                    <a:pt x="939876" y="178255"/>
                  </a:cubicBezTo>
                  <a:lnTo>
                    <a:pt x="939876" y="178255"/>
                  </a:lnTo>
                  <a:cubicBezTo>
                    <a:pt x="948604" y="184129"/>
                    <a:pt x="957333" y="189920"/>
                    <a:pt x="963124" y="192858"/>
                  </a:cubicBezTo>
                  <a:cubicBezTo>
                    <a:pt x="968914" y="195795"/>
                    <a:pt x="971852" y="198732"/>
                    <a:pt x="977643" y="201670"/>
                  </a:cubicBezTo>
                  <a:cubicBezTo>
                    <a:pt x="992162" y="213335"/>
                    <a:pt x="1006765" y="225085"/>
                    <a:pt x="1015493" y="233813"/>
                  </a:cubicBezTo>
                  <a:cubicBezTo>
                    <a:pt x="1027159" y="245479"/>
                    <a:pt x="1050406" y="271831"/>
                    <a:pt x="1070800" y="295246"/>
                  </a:cubicBezTo>
                  <a:lnTo>
                    <a:pt x="1073737" y="298184"/>
                  </a:lnTo>
                  <a:cubicBezTo>
                    <a:pt x="1076674" y="301121"/>
                    <a:pt x="1079528" y="304058"/>
                    <a:pt x="1079528" y="306996"/>
                  </a:cubicBezTo>
                  <a:cubicBezTo>
                    <a:pt x="1085319" y="312871"/>
                    <a:pt x="1091194" y="318662"/>
                    <a:pt x="1094047" y="324536"/>
                  </a:cubicBezTo>
                  <a:cubicBezTo>
                    <a:pt x="1096984" y="324536"/>
                    <a:pt x="1096984" y="327474"/>
                    <a:pt x="1096984" y="327474"/>
                  </a:cubicBezTo>
                  <a:cubicBezTo>
                    <a:pt x="1099922" y="330411"/>
                    <a:pt x="1102775" y="336286"/>
                    <a:pt x="1105713" y="339139"/>
                  </a:cubicBezTo>
                  <a:cubicBezTo>
                    <a:pt x="1108650" y="342077"/>
                    <a:pt x="1111503" y="345014"/>
                    <a:pt x="1111503" y="347951"/>
                  </a:cubicBezTo>
                  <a:cubicBezTo>
                    <a:pt x="1126022" y="368429"/>
                    <a:pt x="1207598" y="494233"/>
                    <a:pt x="1257030" y="564395"/>
                  </a:cubicBezTo>
                  <a:lnTo>
                    <a:pt x="1257030" y="564395"/>
                  </a:lnTo>
                  <a:cubicBezTo>
                    <a:pt x="1262821" y="573207"/>
                    <a:pt x="1268695" y="578998"/>
                    <a:pt x="1271549" y="584873"/>
                  </a:cubicBezTo>
                  <a:lnTo>
                    <a:pt x="1271549" y="587810"/>
                  </a:lnTo>
                  <a:cubicBezTo>
                    <a:pt x="1274486" y="590747"/>
                    <a:pt x="1277340" y="593685"/>
                    <a:pt x="1280277" y="596622"/>
                  </a:cubicBezTo>
                  <a:cubicBezTo>
                    <a:pt x="1280277" y="599559"/>
                    <a:pt x="1283214" y="602497"/>
                    <a:pt x="1283214" y="602497"/>
                  </a:cubicBezTo>
                  <a:lnTo>
                    <a:pt x="1283214" y="602497"/>
                  </a:lnTo>
                  <a:lnTo>
                    <a:pt x="1286152" y="605434"/>
                  </a:lnTo>
                  <a:cubicBezTo>
                    <a:pt x="1289089" y="608371"/>
                    <a:pt x="1289089" y="611309"/>
                    <a:pt x="1291943" y="614246"/>
                  </a:cubicBezTo>
                  <a:cubicBezTo>
                    <a:pt x="1321065" y="652264"/>
                    <a:pt x="1434532" y="830689"/>
                    <a:pt x="1449135" y="857042"/>
                  </a:cubicBezTo>
                  <a:cubicBezTo>
                    <a:pt x="1460800" y="880457"/>
                    <a:pt x="1524835" y="1032530"/>
                    <a:pt x="1530626" y="1085151"/>
                  </a:cubicBezTo>
                  <a:cubicBezTo>
                    <a:pt x="1533563" y="1091026"/>
                    <a:pt x="1533563" y="1108566"/>
                    <a:pt x="1536417" y="1129044"/>
                  </a:cubicBezTo>
                  <a:lnTo>
                    <a:pt x="1539354" y="1129044"/>
                  </a:lnTo>
                  <a:lnTo>
                    <a:pt x="1536417" y="1131981"/>
                  </a:lnTo>
                  <a:cubicBezTo>
                    <a:pt x="1545145" y="1251910"/>
                    <a:pt x="1571330" y="1556055"/>
                    <a:pt x="1571330" y="1556055"/>
                  </a:cubicBezTo>
                  <a:lnTo>
                    <a:pt x="1574267" y="1556055"/>
                  </a:lnTo>
                  <a:close/>
                </a:path>
              </a:pathLst>
            </a:custGeom>
            <a:solidFill>
              <a:schemeClr val="accent2">
                <a:alpha val="75000"/>
              </a:schemeClr>
            </a:solidFill>
            <a:ln w="5103" cap="flat">
              <a:solidFill>
                <a:schemeClr val="bg1"/>
              </a:solidFill>
              <a:prstDash val="solid"/>
              <a:miter/>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70" name="Freeform: Shape 69">
              <a:extLst>
                <a:ext uri="{FF2B5EF4-FFF2-40B4-BE49-F238E27FC236}">
                  <a16:creationId xmlns:a16="http://schemas.microsoft.com/office/drawing/2014/main" id="{F3B086E9-336F-2072-83FE-49ACC10A0ADB}"/>
                </a:ext>
              </a:extLst>
            </p:cNvPr>
            <p:cNvSpPr/>
            <p:nvPr/>
          </p:nvSpPr>
          <p:spPr>
            <a:xfrm>
              <a:off x="6681186" y="2396264"/>
              <a:ext cx="1340271" cy="14613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71" name="Freeform: Shape 70">
              <a:extLst>
                <a:ext uri="{FF2B5EF4-FFF2-40B4-BE49-F238E27FC236}">
                  <a16:creationId xmlns:a16="http://schemas.microsoft.com/office/drawing/2014/main" id="{F45A7A65-F978-B4CE-D342-DA7C01CDBCE3}"/>
                </a:ext>
              </a:extLst>
            </p:cNvPr>
            <p:cNvSpPr/>
            <p:nvPr/>
          </p:nvSpPr>
          <p:spPr>
            <a:xfrm>
              <a:off x="7414204" y="3711418"/>
              <a:ext cx="396464" cy="34304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pic>
        <p:nvPicPr>
          <p:cNvPr id="84" name="Picture 2" descr="Tap ">
            <a:hlinkClick r:id="" action="ppaction://noaction"/>
            <a:extLst>
              <a:ext uri="{FF2B5EF4-FFF2-40B4-BE49-F238E27FC236}">
                <a16:creationId xmlns:a16="http://schemas.microsoft.com/office/drawing/2014/main" id="{DDB3F9BE-C1E7-6BB1-549B-E24375E4B8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5913135"/>
            <a:ext cx="199350" cy="199350"/>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roup 61">
            <a:extLst>
              <a:ext uri="{FF2B5EF4-FFF2-40B4-BE49-F238E27FC236}">
                <a16:creationId xmlns:a16="http://schemas.microsoft.com/office/drawing/2014/main" id="{D6782B0D-151B-B8CB-F3DB-2052CF4409EF}"/>
              </a:ext>
            </a:extLst>
          </p:cNvPr>
          <p:cNvGrpSpPr/>
          <p:nvPr/>
        </p:nvGrpSpPr>
        <p:grpSpPr>
          <a:xfrm>
            <a:off x="11463919" y="5510118"/>
            <a:ext cx="158271" cy="273825"/>
            <a:chOff x="6058097" y="409709"/>
            <a:chExt cx="2030919" cy="3916712"/>
          </a:xfrm>
        </p:grpSpPr>
        <p:sp>
          <p:nvSpPr>
            <p:cNvPr id="63" name="Freeform: Shape 62">
              <a:extLst>
                <a:ext uri="{FF2B5EF4-FFF2-40B4-BE49-F238E27FC236}">
                  <a16:creationId xmlns:a16="http://schemas.microsoft.com/office/drawing/2014/main" id="{441A2CDE-8C43-03DD-6DF5-46DA74894FE1}"/>
                </a:ext>
              </a:extLst>
            </p:cNvPr>
            <p:cNvSpPr/>
            <p:nvPr/>
          </p:nvSpPr>
          <p:spPr>
            <a:xfrm>
              <a:off x="6058097" y="409709"/>
              <a:ext cx="2030919" cy="2833523"/>
            </a:xfrm>
            <a:custGeom>
              <a:avLst/>
              <a:gdLst>
                <a:gd name="connsiteX0" fmla="*/ 2494340 w 2492579"/>
                <a:gd name="connsiteY0" fmla="*/ 1714254 h 3466112"/>
                <a:gd name="connsiteX1" fmla="*/ 2491402 w 2492579"/>
                <a:gd name="connsiteY1" fmla="*/ 1717192 h 3466112"/>
                <a:gd name="connsiteX2" fmla="*/ 2319691 w 2492579"/>
                <a:gd name="connsiteY2" fmla="*/ 1863474 h 3466112"/>
                <a:gd name="connsiteX3" fmla="*/ 2316754 w 2492579"/>
                <a:gd name="connsiteY3" fmla="*/ 1863474 h 3466112"/>
                <a:gd name="connsiteX4" fmla="*/ 2299297 w 2492579"/>
                <a:gd name="connsiteY4" fmla="*/ 1872286 h 3466112"/>
                <a:gd name="connsiteX5" fmla="*/ 2287632 w 2492579"/>
                <a:gd name="connsiteY5" fmla="*/ 1878160 h 3466112"/>
                <a:gd name="connsiteX6" fmla="*/ 2174081 w 2492579"/>
                <a:gd name="connsiteY6" fmla="*/ 1933719 h 3466112"/>
                <a:gd name="connsiteX7" fmla="*/ 2133293 w 2492579"/>
                <a:gd name="connsiteY7" fmla="*/ 1951259 h 3466112"/>
                <a:gd name="connsiteX8" fmla="*/ 2133293 w 2492579"/>
                <a:gd name="connsiteY8" fmla="*/ 1954197 h 3466112"/>
                <a:gd name="connsiteX9" fmla="*/ 2124565 w 2492579"/>
                <a:gd name="connsiteY9" fmla="*/ 1957134 h 3466112"/>
                <a:gd name="connsiteX10" fmla="*/ 2121628 w 2492579"/>
                <a:gd name="connsiteY10" fmla="*/ 1960071 h 3466112"/>
                <a:gd name="connsiteX11" fmla="*/ 2118690 w 2492579"/>
                <a:gd name="connsiteY11" fmla="*/ 1960071 h 3466112"/>
                <a:gd name="connsiteX12" fmla="*/ 2095443 w 2492579"/>
                <a:gd name="connsiteY12" fmla="*/ 1971737 h 3466112"/>
                <a:gd name="connsiteX13" fmla="*/ 2095443 w 2492579"/>
                <a:gd name="connsiteY13" fmla="*/ 1971737 h 3466112"/>
                <a:gd name="connsiteX14" fmla="*/ 1888819 w 2492579"/>
                <a:gd name="connsiteY14" fmla="*/ 2077063 h 3466112"/>
                <a:gd name="connsiteX15" fmla="*/ 1757812 w 2492579"/>
                <a:gd name="connsiteY15" fmla="*/ 2173661 h 3466112"/>
                <a:gd name="connsiteX16" fmla="*/ 1754874 w 2492579"/>
                <a:gd name="connsiteY16" fmla="*/ 2173661 h 3466112"/>
                <a:gd name="connsiteX17" fmla="*/ 1743209 w 2492579"/>
                <a:gd name="connsiteY17" fmla="*/ 2185327 h 3466112"/>
                <a:gd name="connsiteX18" fmla="*/ 1737418 w 2492579"/>
                <a:gd name="connsiteY18" fmla="*/ 2188264 h 3466112"/>
                <a:gd name="connsiteX19" fmla="*/ 1728690 w 2492579"/>
                <a:gd name="connsiteY19" fmla="*/ 2197077 h 3466112"/>
                <a:gd name="connsiteX20" fmla="*/ 1507463 w 2492579"/>
                <a:gd name="connsiteY20" fmla="*/ 2346296 h 3466112"/>
                <a:gd name="connsiteX21" fmla="*/ 1294964 w 2492579"/>
                <a:gd name="connsiteY21" fmla="*/ 2460434 h 3466112"/>
                <a:gd name="connsiteX22" fmla="*/ 1149438 w 2492579"/>
                <a:gd name="connsiteY22" fmla="*/ 2618465 h 3466112"/>
                <a:gd name="connsiteX23" fmla="*/ 971852 w 2492579"/>
                <a:gd name="connsiteY23" fmla="*/ 2741331 h 3466112"/>
                <a:gd name="connsiteX24" fmla="*/ 736106 w 2492579"/>
                <a:gd name="connsiteY24" fmla="*/ 2864198 h 3466112"/>
                <a:gd name="connsiteX25" fmla="*/ 608036 w 2492579"/>
                <a:gd name="connsiteY25" fmla="*/ 3016355 h 3466112"/>
                <a:gd name="connsiteX26" fmla="*/ 110275 w 2492579"/>
                <a:gd name="connsiteY26" fmla="*/ 3446471 h 3466112"/>
                <a:gd name="connsiteX27" fmla="*/ 54969 w 2492579"/>
                <a:gd name="connsiteY27" fmla="*/ 3464012 h 3466112"/>
                <a:gd name="connsiteX28" fmla="*/ 37512 w 2492579"/>
                <a:gd name="connsiteY28" fmla="*/ 3449409 h 3466112"/>
                <a:gd name="connsiteX29" fmla="*/ 5537 w 2492579"/>
                <a:gd name="connsiteY29" fmla="*/ 3373372 h 3466112"/>
                <a:gd name="connsiteX30" fmla="*/ 5537 w 2492579"/>
                <a:gd name="connsiteY30" fmla="*/ 3355832 h 3466112"/>
                <a:gd name="connsiteX31" fmla="*/ 116150 w 2492579"/>
                <a:gd name="connsiteY31" fmla="*/ 3250506 h 3466112"/>
                <a:gd name="connsiteX32" fmla="*/ 264614 w 2492579"/>
                <a:gd name="connsiteY32" fmla="*/ 3107162 h 3466112"/>
                <a:gd name="connsiteX33" fmla="*/ 343168 w 2492579"/>
                <a:gd name="connsiteY33" fmla="*/ 3033979 h 3466112"/>
                <a:gd name="connsiteX34" fmla="*/ 401412 w 2492579"/>
                <a:gd name="connsiteY34" fmla="*/ 2978420 h 3466112"/>
                <a:gd name="connsiteX35" fmla="*/ 415931 w 2492579"/>
                <a:gd name="connsiteY35" fmla="*/ 2952068 h 3466112"/>
                <a:gd name="connsiteX36" fmla="*/ 410140 w 2492579"/>
                <a:gd name="connsiteY36" fmla="*/ 2934528 h 3466112"/>
                <a:gd name="connsiteX37" fmla="*/ 372290 w 2492579"/>
                <a:gd name="connsiteY37" fmla="*/ 2925715 h 3466112"/>
                <a:gd name="connsiteX38" fmla="*/ 337377 w 2492579"/>
                <a:gd name="connsiteY38" fmla="*/ 2916903 h 3466112"/>
                <a:gd name="connsiteX39" fmla="*/ 319921 w 2492579"/>
                <a:gd name="connsiteY39" fmla="*/ 2896425 h 3466112"/>
                <a:gd name="connsiteX40" fmla="*/ 285008 w 2492579"/>
                <a:gd name="connsiteY40" fmla="*/ 2832055 h 3466112"/>
                <a:gd name="connsiteX41" fmla="*/ 258823 w 2492579"/>
                <a:gd name="connsiteY41" fmla="*/ 2501389 h 3466112"/>
                <a:gd name="connsiteX42" fmla="*/ 258823 w 2492579"/>
                <a:gd name="connsiteY42" fmla="*/ 2208826 h 3466112"/>
                <a:gd name="connsiteX43" fmla="*/ 253032 w 2492579"/>
                <a:gd name="connsiteY43" fmla="*/ 1995236 h 3466112"/>
                <a:gd name="connsiteX44" fmla="*/ 258823 w 2492579"/>
                <a:gd name="connsiteY44" fmla="*/ 1790459 h 3466112"/>
                <a:gd name="connsiteX45" fmla="*/ 258823 w 2492579"/>
                <a:gd name="connsiteY45" fmla="*/ 1503686 h 3466112"/>
                <a:gd name="connsiteX46" fmla="*/ 238429 w 2492579"/>
                <a:gd name="connsiteY46" fmla="*/ 1398360 h 3466112"/>
                <a:gd name="connsiteX47" fmla="*/ 180185 w 2492579"/>
                <a:gd name="connsiteY47" fmla="*/ 1304699 h 3466112"/>
                <a:gd name="connsiteX48" fmla="*/ 121941 w 2492579"/>
                <a:gd name="connsiteY48" fmla="*/ 1202311 h 3466112"/>
                <a:gd name="connsiteX49" fmla="*/ 37512 w 2492579"/>
                <a:gd name="connsiteY49" fmla="*/ 1181833 h 3466112"/>
                <a:gd name="connsiteX50" fmla="*/ 148126 w 2492579"/>
                <a:gd name="connsiteY50" fmla="*/ 1073569 h 3466112"/>
                <a:gd name="connsiteX51" fmla="*/ 185976 w 2492579"/>
                <a:gd name="connsiteY51" fmla="*/ 1058966 h 3466112"/>
                <a:gd name="connsiteX52" fmla="*/ 203432 w 2492579"/>
                <a:gd name="connsiteY52" fmla="*/ 1058966 h 3466112"/>
                <a:gd name="connsiteX53" fmla="*/ 281986 w 2492579"/>
                <a:gd name="connsiteY53" fmla="*/ 1076507 h 3466112"/>
                <a:gd name="connsiteX54" fmla="*/ 369269 w 2492579"/>
                <a:gd name="connsiteY54" fmla="*/ 1096984 h 3466112"/>
                <a:gd name="connsiteX55" fmla="*/ 424575 w 2492579"/>
                <a:gd name="connsiteY55" fmla="*/ 1096984 h 3466112"/>
                <a:gd name="connsiteX56" fmla="*/ 439094 w 2492579"/>
                <a:gd name="connsiteY56" fmla="*/ 1088172 h 3466112"/>
                <a:gd name="connsiteX57" fmla="*/ 439094 w 2492579"/>
                <a:gd name="connsiteY57" fmla="*/ 1073569 h 3466112"/>
                <a:gd name="connsiteX58" fmla="*/ 433304 w 2492579"/>
                <a:gd name="connsiteY58" fmla="*/ 1029676 h 3466112"/>
                <a:gd name="connsiteX59" fmla="*/ 442032 w 2492579"/>
                <a:gd name="connsiteY59" fmla="*/ 892123 h 3466112"/>
                <a:gd name="connsiteX60" fmla="*/ 471154 w 2492579"/>
                <a:gd name="connsiteY60" fmla="*/ 274769 h 3466112"/>
                <a:gd name="connsiteX61" fmla="*/ 415847 w 2492579"/>
                <a:gd name="connsiteY61" fmla="*/ 245479 h 3466112"/>
                <a:gd name="connsiteX62" fmla="*/ 377997 w 2492579"/>
                <a:gd name="connsiteY62" fmla="*/ 216189 h 3466112"/>
                <a:gd name="connsiteX63" fmla="*/ 363478 w 2492579"/>
                <a:gd name="connsiteY63" fmla="*/ 195711 h 3466112"/>
                <a:gd name="connsiteX64" fmla="*/ 354750 w 2492579"/>
                <a:gd name="connsiteY64" fmla="*/ 181108 h 3466112"/>
                <a:gd name="connsiteX65" fmla="*/ 354750 w 2492579"/>
                <a:gd name="connsiteY65" fmla="*/ 157693 h 3466112"/>
                <a:gd name="connsiteX66" fmla="*/ 395537 w 2492579"/>
                <a:gd name="connsiteY66" fmla="*/ 52367 h 3466112"/>
                <a:gd name="connsiteX67" fmla="*/ 442116 w 2492579"/>
                <a:gd name="connsiteY67" fmla="*/ 37764 h 3466112"/>
                <a:gd name="connsiteX68" fmla="*/ 520670 w 2492579"/>
                <a:gd name="connsiteY68" fmla="*/ 28952 h 3466112"/>
                <a:gd name="connsiteX69" fmla="*/ 552645 w 2492579"/>
                <a:gd name="connsiteY69" fmla="*/ 5537 h 3466112"/>
                <a:gd name="connsiteX70" fmla="*/ 613743 w 2492579"/>
                <a:gd name="connsiteY70" fmla="*/ 5537 h 3466112"/>
                <a:gd name="connsiteX71" fmla="*/ 639927 w 2492579"/>
                <a:gd name="connsiteY71" fmla="*/ 28952 h 3466112"/>
                <a:gd name="connsiteX72" fmla="*/ 674840 w 2492579"/>
                <a:gd name="connsiteY72" fmla="*/ 31889 h 3466112"/>
                <a:gd name="connsiteX73" fmla="*/ 703962 w 2492579"/>
                <a:gd name="connsiteY73" fmla="*/ 40701 h 3466112"/>
                <a:gd name="connsiteX74" fmla="*/ 753478 w 2492579"/>
                <a:gd name="connsiteY74" fmla="*/ 40701 h 3466112"/>
                <a:gd name="connsiteX75" fmla="*/ 788391 w 2492579"/>
                <a:gd name="connsiteY75" fmla="*/ 40701 h 3466112"/>
                <a:gd name="connsiteX76" fmla="*/ 840761 w 2492579"/>
                <a:gd name="connsiteY76" fmla="*/ 40701 h 3466112"/>
                <a:gd name="connsiteX77" fmla="*/ 855280 w 2492579"/>
                <a:gd name="connsiteY77" fmla="*/ 55304 h 3466112"/>
                <a:gd name="connsiteX78" fmla="*/ 849489 w 2492579"/>
                <a:gd name="connsiteY78" fmla="*/ 93322 h 3466112"/>
                <a:gd name="connsiteX79" fmla="*/ 832032 w 2492579"/>
                <a:gd name="connsiteY79" fmla="*/ 119675 h 3466112"/>
                <a:gd name="connsiteX80" fmla="*/ 823304 w 2492579"/>
                <a:gd name="connsiteY80" fmla="*/ 157693 h 3466112"/>
                <a:gd name="connsiteX81" fmla="*/ 826241 w 2492579"/>
                <a:gd name="connsiteY81" fmla="*/ 204523 h 3466112"/>
                <a:gd name="connsiteX82" fmla="*/ 840761 w 2492579"/>
                <a:gd name="connsiteY82" fmla="*/ 236667 h 3466112"/>
                <a:gd name="connsiteX83" fmla="*/ 864008 w 2492579"/>
                <a:gd name="connsiteY83" fmla="*/ 260082 h 3466112"/>
                <a:gd name="connsiteX84" fmla="*/ 887255 w 2492579"/>
                <a:gd name="connsiteY84" fmla="*/ 529230 h 3466112"/>
                <a:gd name="connsiteX85" fmla="*/ 916377 w 2492579"/>
                <a:gd name="connsiteY85" fmla="*/ 529230 h 3466112"/>
                <a:gd name="connsiteX86" fmla="*/ 930896 w 2492579"/>
                <a:gd name="connsiteY86" fmla="*/ 517564 h 3466112"/>
                <a:gd name="connsiteX87" fmla="*/ 960018 w 2492579"/>
                <a:gd name="connsiteY87" fmla="*/ 517564 h 3466112"/>
                <a:gd name="connsiteX88" fmla="*/ 1026991 w 2492579"/>
                <a:gd name="connsiteY88" fmla="*/ 523439 h 3466112"/>
                <a:gd name="connsiteX89" fmla="*/ 1061904 w 2492579"/>
                <a:gd name="connsiteY89" fmla="*/ 546854 h 3466112"/>
                <a:gd name="connsiteX90" fmla="*/ 1099754 w 2492579"/>
                <a:gd name="connsiteY90" fmla="*/ 584873 h 3466112"/>
                <a:gd name="connsiteX91" fmla="*/ 1157998 w 2492579"/>
                <a:gd name="connsiteY91" fmla="*/ 602413 h 3466112"/>
                <a:gd name="connsiteX92" fmla="*/ 1210367 w 2492579"/>
                <a:gd name="connsiteY92" fmla="*/ 611225 h 3466112"/>
                <a:gd name="connsiteX93" fmla="*/ 1219096 w 2492579"/>
                <a:gd name="connsiteY93" fmla="*/ 640515 h 3466112"/>
                <a:gd name="connsiteX94" fmla="*/ 1259883 w 2492579"/>
                <a:gd name="connsiteY94" fmla="*/ 640515 h 3466112"/>
                <a:gd name="connsiteX95" fmla="*/ 1262821 w 2492579"/>
                <a:gd name="connsiteY95" fmla="*/ 622975 h 3466112"/>
                <a:gd name="connsiteX96" fmla="*/ 1286068 w 2492579"/>
                <a:gd name="connsiteY96" fmla="*/ 617100 h 3466112"/>
                <a:gd name="connsiteX97" fmla="*/ 1306462 w 2492579"/>
                <a:gd name="connsiteY97" fmla="*/ 631703 h 3466112"/>
                <a:gd name="connsiteX98" fmla="*/ 1306462 w 2492579"/>
                <a:gd name="connsiteY98" fmla="*/ 658055 h 3466112"/>
                <a:gd name="connsiteX99" fmla="*/ 1344312 w 2492579"/>
                <a:gd name="connsiteY99" fmla="*/ 672658 h 3466112"/>
                <a:gd name="connsiteX100" fmla="*/ 1402556 w 2492579"/>
                <a:gd name="connsiteY100" fmla="*/ 672658 h 3466112"/>
                <a:gd name="connsiteX101" fmla="*/ 1437469 w 2492579"/>
                <a:gd name="connsiteY101" fmla="*/ 663846 h 3466112"/>
                <a:gd name="connsiteX102" fmla="*/ 1481110 w 2492579"/>
                <a:gd name="connsiteY102" fmla="*/ 655034 h 3466112"/>
                <a:gd name="connsiteX103" fmla="*/ 1495629 w 2492579"/>
                <a:gd name="connsiteY103" fmla="*/ 663846 h 3466112"/>
                <a:gd name="connsiteX104" fmla="*/ 1518876 w 2492579"/>
                <a:gd name="connsiteY104" fmla="*/ 672658 h 3466112"/>
                <a:gd name="connsiteX105" fmla="*/ 1545061 w 2492579"/>
                <a:gd name="connsiteY105" fmla="*/ 658055 h 3466112"/>
                <a:gd name="connsiteX106" fmla="*/ 1553789 w 2492579"/>
                <a:gd name="connsiteY106" fmla="*/ 649243 h 3466112"/>
                <a:gd name="connsiteX107" fmla="*/ 1579974 w 2492579"/>
                <a:gd name="connsiteY107" fmla="*/ 649243 h 3466112"/>
                <a:gd name="connsiteX108" fmla="*/ 1594493 w 2492579"/>
                <a:gd name="connsiteY108" fmla="*/ 663846 h 3466112"/>
                <a:gd name="connsiteX109" fmla="*/ 1623615 w 2492579"/>
                <a:gd name="connsiteY109" fmla="*/ 663846 h 3466112"/>
                <a:gd name="connsiteX110" fmla="*/ 1632343 w 2492579"/>
                <a:gd name="connsiteY110" fmla="*/ 649243 h 3466112"/>
                <a:gd name="connsiteX111" fmla="*/ 1664319 w 2492579"/>
                <a:gd name="connsiteY111" fmla="*/ 634640 h 3466112"/>
                <a:gd name="connsiteX112" fmla="*/ 1713835 w 2492579"/>
                <a:gd name="connsiteY112" fmla="*/ 625828 h 3466112"/>
                <a:gd name="connsiteX113" fmla="*/ 1745810 w 2492579"/>
                <a:gd name="connsiteY113" fmla="*/ 617016 h 3466112"/>
                <a:gd name="connsiteX114" fmla="*/ 1766204 w 2492579"/>
                <a:gd name="connsiteY114" fmla="*/ 602413 h 3466112"/>
                <a:gd name="connsiteX115" fmla="*/ 1792389 w 2492579"/>
                <a:gd name="connsiteY115" fmla="*/ 584873 h 3466112"/>
                <a:gd name="connsiteX116" fmla="*/ 1824364 w 2492579"/>
                <a:gd name="connsiteY116" fmla="*/ 584873 h 3466112"/>
                <a:gd name="connsiteX117" fmla="*/ 1847612 w 2492579"/>
                <a:gd name="connsiteY117" fmla="*/ 599476 h 3466112"/>
                <a:gd name="connsiteX118" fmla="*/ 1888399 w 2492579"/>
                <a:gd name="connsiteY118" fmla="*/ 599476 h 3466112"/>
                <a:gd name="connsiteX119" fmla="*/ 1908793 w 2492579"/>
                <a:gd name="connsiteY119" fmla="*/ 587810 h 3466112"/>
                <a:gd name="connsiteX120" fmla="*/ 1934978 w 2492579"/>
                <a:gd name="connsiteY120" fmla="*/ 564395 h 3466112"/>
                <a:gd name="connsiteX121" fmla="*/ 2071776 w 2492579"/>
                <a:gd name="connsiteY121" fmla="*/ 529314 h 3466112"/>
                <a:gd name="connsiteX122" fmla="*/ 2191118 w 2492579"/>
                <a:gd name="connsiteY122" fmla="*/ 502961 h 3466112"/>
                <a:gd name="connsiteX123" fmla="*/ 2226031 w 2492579"/>
                <a:gd name="connsiteY123" fmla="*/ 508836 h 3466112"/>
                <a:gd name="connsiteX124" fmla="*/ 2234759 w 2492579"/>
                <a:gd name="connsiteY124" fmla="*/ 523439 h 3466112"/>
                <a:gd name="connsiteX125" fmla="*/ 2243487 w 2492579"/>
                <a:gd name="connsiteY125" fmla="*/ 561457 h 3466112"/>
                <a:gd name="connsiteX126" fmla="*/ 2324978 w 2492579"/>
                <a:gd name="connsiteY126" fmla="*/ 646306 h 3466112"/>
                <a:gd name="connsiteX127" fmla="*/ 2339497 w 2492579"/>
                <a:gd name="connsiteY127" fmla="*/ 672658 h 3466112"/>
                <a:gd name="connsiteX128" fmla="*/ 2365682 w 2492579"/>
                <a:gd name="connsiteY128" fmla="*/ 789734 h 3466112"/>
                <a:gd name="connsiteX129" fmla="*/ 2394804 w 2492579"/>
                <a:gd name="connsiteY129" fmla="*/ 1012136 h 3466112"/>
                <a:gd name="connsiteX130" fmla="*/ 2260943 w 2492579"/>
                <a:gd name="connsiteY130" fmla="*/ 1099922 h 3466112"/>
                <a:gd name="connsiteX131" fmla="*/ 2266734 w 2492579"/>
                <a:gd name="connsiteY131" fmla="*/ 1123337 h 3466112"/>
                <a:gd name="connsiteX132" fmla="*/ 2292919 w 2492579"/>
                <a:gd name="connsiteY132" fmla="*/ 1140877 h 3466112"/>
                <a:gd name="connsiteX133" fmla="*/ 2292919 w 2492579"/>
                <a:gd name="connsiteY133" fmla="*/ 1187707 h 3466112"/>
                <a:gd name="connsiteX134" fmla="*/ 2380201 w 2492579"/>
                <a:gd name="connsiteY134" fmla="*/ 1369154 h 3466112"/>
                <a:gd name="connsiteX135" fmla="*/ 2388929 w 2492579"/>
                <a:gd name="connsiteY135" fmla="*/ 1518373 h 3466112"/>
                <a:gd name="connsiteX136" fmla="*/ 2493752 w 2492579"/>
                <a:gd name="connsiteY136" fmla="*/ 1714422 h 3466112"/>
                <a:gd name="connsiteX137" fmla="*/ 2493752 w 2492579"/>
                <a:gd name="connsiteY137" fmla="*/ 1714422 h 346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2492579" h="3466112">
                  <a:moveTo>
                    <a:pt x="2494340" y="1714254"/>
                  </a:moveTo>
                  <a:cubicBezTo>
                    <a:pt x="2494340" y="1714254"/>
                    <a:pt x="2494340" y="1717192"/>
                    <a:pt x="2491402" y="1717192"/>
                  </a:cubicBezTo>
                  <a:cubicBezTo>
                    <a:pt x="2404120" y="1790375"/>
                    <a:pt x="2319691" y="1863474"/>
                    <a:pt x="2319691" y="1863474"/>
                  </a:cubicBezTo>
                  <a:lnTo>
                    <a:pt x="2316754" y="1863474"/>
                  </a:lnTo>
                  <a:cubicBezTo>
                    <a:pt x="2316754" y="1863474"/>
                    <a:pt x="2308025" y="1869348"/>
                    <a:pt x="2299297" y="1872286"/>
                  </a:cubicBezTo>
                  <a:cubicBezTo>
                    <a:pt x="2293506" y="1875223"/>
                    <a:pt x="2290569" y="1878160"/>
                    <a:pt x="2287632" y="1878160"/>
                  </a:cubicBezTo>
                  <a:cubicBezTo>
                    <a:pt x="2255656" y="1895701"/>
                    <a:pt x="2209078" y="1919116"/>
                    <a:pt x="2174081" y="1933719"/>
                  </a:cubicBezTo>
                  <a:cubicBezTo>
                    <a:pt x="2156624" y="1942531"/>
                    <a:pt x="2142105" y="1948322"/>
                    <a:pt x="2133293" y="1951259"/>
                  </a:cubicBezTo>
                  <a:lnTo>
                    <a:pt x="2133293" y="1954197"/>
                  </a:lnTo>
                  <a:cubicBezTo>
                    <a:pt x="2130356" y="1954197"/>
                    <a:pt x="2127502" y="1954197"/>
                    <a:pt x="2124565" y="1957134"/>
                  </a:cubicBezTo>
                  <a:cubicBezTo>
                    <a:pt x="2124565" y="1957134"/>
                    <a:pt x="2121628" y="1957134"/>
                    <a:pt x="2121628" y="1960071"/>
                  </a:cubicBezTo>
                  <a:lnTo>
                    <a:pt x="2118690" y="1960071"/>
                  </a:lnTo>
                  <a:cubicBezTo>
                    <a:pt x="2112899" y="1963009"/>
                    <a:pt x="2104171" y="1965946"/>
                    <a:pt x="2095443" y="1971737"/>
                  </a:cubicBezTo>
                  <a:lnTo>
                    <a:pt x="2095443" y="1971737"/>
                  </a:lnTo>
                  <a:cubicBezTo>
                    <a:pt x="2028471" y="2003964"/>
                    <a:pt x="1900401" y="2068335"/>
                    <a:pt x="1888819" y="2077063"/>
                  </a:cubicBezTo>
                  <a:cubicBezTo>
                    <a:pt x="1874300" y="2082938"/>
                    <a:pt x="1798599" y="2138497"/>
                    <a:pt x="1757812" y="2173661"/>
                  </a:cubicBezTo>
                  <a:lnTo>
                    <a:pt x="1754874" y="2173661"/>
                  </a:lnTo>
                  <a:cubicBezTo>
                    <a:pt x="1751937" y="2176599"/>
                    <a:pt x="1746146" y="2182473"/>
                    <a:pt x="1743209" y="2185327"/>
                  </a:cubicBezTo>
                  <a:cubicBezTo>
                    <a:pt x="1740271" y="2185327"/>
                    <a:pt x="1740271" y="2188264"/>
                    <a:pt x="1737418" y="2188264"/>
                  </a:cubicBezTo>
                  <a:cubicBezTo>
                    <a:pt x="1731627" y="2191202"/>
                    <a:pt x="1728690" y="2194139"/>
                    <a:pt x="1728690" y="2197077"/>
                  </a:cubicBezTo>
                  <a:cubicBezTo>
                    <a:pt x="1711233" y="2208742"/>
                    <a:pt x="1513337" y="2340421"/>
                    <a:pt x="1507463" y="2346296"/>
                  </a:cubicBezTo>
                  <a:cubicBezTo>
                    <a:pt x="1498734" y="2355108"/>
                    <a:pt x="1318295" y="2445747"/>
                    <a:pt x="1294964" y="2460434"/>
                  </a:cubicBezTo>
                  <a:cubicBezTo>
                    <a:pt x="1271717" y="2472099"/>
                    <a:pt x="1149438" y="2618465"/>
                    <a:pt x="1149438" y="2618465"/>
                  </a:cubicBezTo>
                  <a:cubicBezTo>
                    <a:pt x="1149438" y="2618465"/>
                    <a:pt x="989392" y="2732603"/>
                    <a:pt x="971852" y="2741331"/>
                  </a:cubicBezTo>
                  <a:cubicBezTo>
                    <a:pt x="948604" y="2752997"/>
                    <a:pt x="756500" y="2843720"/>
                    <a:pt x="736106" y="2864198"/>
                  </a:cubicBezTo>
                  <a:cubicBezTo>
                    <a:pt x="718649" y="2887613"/>
                    <a:pt x="622555" y="3001751"/>
                    <a:pt x="608036" y="3016355"/>
                  </a:cubicBezTo>
                  <a:cubicBezTo>
                    <a:pt x="593517" y="3030958"/>
                    <a:pt x="110275" y="3446471"/>
                    <a:pt x="110275" y="3446471"/>
                  </a:cubicBezTo>
                  <a:lnTo>
                    <a:pt x="54969" y="3464012"/>
                  </a:lnTo>
                  <a:cubicBezTo>
                    <a:pt x="49178" y="3458137"/>
                    <a:pt x="46240" y="3455200"/>
                    <a:pt x="37512" y="3449409"/>
                  </a:cubicBezTo>
                  <a:lnTo>
                    <a:pt x="5537" y="3373372"/>
                  </a:lnTo>
                  <a:lnTo>
                    <a:pt x="5537" y="3355832"/>
                  </a:lnTo>
                  <a:lnTo>
                    <a:pt x="116150" y="3250506"/>
                  </a:lnTo>
                  <a:lnTo>
                    <a:pt x="264614" y="3107162"/>
                  </a:lnTo>
                  <a:lnTo>
                    <a:pt x="343168" y="3033979"/>
                  </a:lnTo>
                  <a:lnTo>
                    <a:pt x="401412" y="2978420"/>
                  </a:lnTo>
                  <a:cubicBezTo>
                    <a:pt x="401412" y="2978420"/>
                    <a:pt x="410140" y="2963817"/>
                    <a:pt x="415931" y="2952068"/>
                  </a:cubicBezTo>
                  <a:cubicBezTo>
                    <a:pt x="415931" y="2949130"/>
                    <a:pt x="410140" y="2934528"/>
                    <a:pt x="410140" y="2934528"/>
                  </a:cubicBezTo>
                  <a:lnTo>
                    <a:pt x="372290" y="2925715"/>
                  </a:lnTo>
                  <a:lnTo>
                    <a:pt x="337377" y="2916903"/>
                  </a:lnTo>
                  <a:lnTo>
                    <a:pt x="319921" y="2896425"/>
                  </a:lnTo>
                  <a:lnTo>
                    <a:pt x="285008" y="2832055"/>
                  </a:lnTo>
                  <a:lnTo>
                    <a:pt x="258823" y="2501389"/>
                  </a:lnTo>
                  <a:lnTo>
                    <a:pt x="258823" y="2208826"/>
                  </a:lnTo>
                  <a:lnTo>
                    <a:pt x="253032" y="1995236"/>
                  </a:lnTo>
                  <a:lnTo>
                    <a:pt x="258823" y="1790459"/>
                  </a:lnTo>
                  <a:lnTo>
                    <a:pt x="258823" y="1503686"/>
                  </a:lnTo>
                  <a:lnTo>
                    <a:pt x="238429" y="1398360"/>
                  </a:lnTo>
                  <a:lnTo>
                    <a:pt x="180185" y="1304699"/>
                  </a:lnTo>
                  <a:lnTo>
                    <a:pt x="121941" y="1202311"/>
                  </a:lnTo>
                  <a:lnTo>
                    <a:pt x="37512" y="1181833"/>
                  </a:lnTo>
                  <a:lnTo>
                    <a:pt x="148126" y="1073569"/>
                  </a:lnTo>
                  <a:cubicBezTo>
                    <a:pt x="148126" y="1073569"/>
                    <a:pt x="180101" y="1058966"/>
                    <a:pt x="185976" y="1058966"/>
                  </a:cubicBezTo>
                  <a:lnTo>
                    <a:pt x="203432" y="1058966"/>
                  </a:lnTo>
                  <a:lnTo>
                    <a:pt x="281986" y="1076507"/>
                  </a:lnTo>
                  <a:lnTo>
                    <a:pt x="369269" y="1096984"/>
                  </a:lnTo>
                  <a:lnTo>
                    <a:pt x="424575" y="1096984"/>
                  </a:lnTo>
                  <a:lnTo>
                    <a:pt x="439094" y="1088172"/>
                  </a:lnTo>
                  <a:lnTo>
                    <a:pt x="439094" y="1073569"/>
                  </a:lnTo>
                  <a:lnTo>
                    <a:pt x="433304" y="1029676"/>
                  </a:lnTo>
                  <a:lnTo>
                    <a:pt x="442032" y="892123"/>
                  </a:lnTo>
                  <a:lnTo>
                    <a:pt x="471154" y="274769"/>
                  </a:lnTo>
                  <a:lnTo>
                    <a:pt x="415847" y="245479"/>
                  </a:lnTo>
                  <a:lnTo>
                    <a:pt x="377997" y="216189"/>
                  </a:lnTo>
                  <a:lnTo>
                    <a:pt x="363478" y="195711"/>
                  </a:lnTo>
                  <a:lnTo>
                    <a:pt x="354750" y="181108"/>
                  </a:lnTo>
                  <a:lnTo>
                    <a:pt x="354750" y="157693"/>
                  </a:lnTo>
                  <a:cubicBezTo>
                    <a:pt x="354750" y="157693"/>
                    <a:pt x="395537" y="55304"/>
                    <a:pt x="395537" y="52367"/>
                  </a:cubicBezTo>
                  <a:cubicBezTo>
                    <a:pt x="401328" y="46492"/>
                    <a:pt x="439178" y="37764"/>
                    <a:pt x="442116" y="37764"/>
                  </a:cubicBezTo>
                  <a:cubicBezTo>
                    <a:pt x="447907" y="37764"/>
                    <a:pt x="520670" y="28952"/>
                    <a:pt x="520670" y="28952"/>
                  </a:cubicBezTo>
                  <a:lnTo>
                    <a:pt x="552645" y="5537"/>
                  </a:lnTo>
                  <a:lnTo>
                    <a:pt x="613743" y="5537"/>
                  </a:lnTo>
                  <a:lnTo>
                    <a:pt x="639927" y="28952"/>
                  </a:lnTo>
                  <a:cubicBezTo>
                    <a:pt x="639927" y="28952"/>
                    <a:pt x="671903" y="31889"/>
                    <a:pt x="674840" y="31889"/>
                  </a:cubicBezTo>
                  <a:cubicBezTo>
                    <a:pt x="680631" y="37764"/>
                    <a:pt x="703962" y="40701"/>
                    <a:pt x="703962" y="40701"/>
                  </a:cubicBezTo>
                  <a:cubicBezTo>
                    <a:pt x="703962" y="40701"/>
                    <a:pt x="741813" y="46576"/>
                    <a:pt x="753478" y="40701"/>
                  </a:cubicBezTo>
                  <a:lnTo>
                    <a:pt x="788391" y="40701"/>
                  </a:lnTo>
                  <a:cubicBezTo>
                    <a:pt x="797119" y="46576"/>
                    <a:pt x="840761" y="40701"/>
                    <a:pt x="840761" y="40701"/>
                  </a:cubicBezTo>
                  <a:lnTo>
                    <a:pt x="855280" y="55304"/>
                  </a:lnTo>
                  <a:cubicBezTo>
                    <a:pt x="855280" y="55304"/>
                    <a:pt x="855280" y="84594"/>
                    <a:pt x="849489" y="93322"/>
                  </a:cubicBezTo>
                  <a:cubicBezTo>
                    <a:pt x="849489" y="102135"/>
                    <a:pt x="832032" y="119675"/>
                    <a:pt x="832032" y="119675"/>
                  </a:cubicBezTo>
                  <a:cubicBezTo>
                    <a:pt x="832032" y="119675"/>
                    <a:pt x="823304" y="154756"/>
                    <a:pt x="823304" y="157693"/>
                  </a:cubicBezTo>
                  <a:cubicBezTo>
                    <a:pt x="823304" y="163568"/>
                    <a:pt x="826241" y="204523"/>
                    <a:pt x="826241" y="204523"/>
                  </a:cubicBezTo>
                  <a:lnTo>
                    <a:pt x="840761" y="236667"/>
                  </a:lnTo>
                  <a:lnTo>
                    <a:pt x="864008" y="260082"/>
                  </a:lnTo>
                  <a:lnTo>
                    <a:pt x="887255" y="529230"/>
                  </a:lnTo>
                  <a:lnTo>
                    <a:pt x="916377" y="529230"/>
                  </a:lnTo>
                  <a:lnTo>
                    <a:pt x="930896" y="517564"/>
                  </a:lnTo>
                  <a:lnTo>
                    <a:pt x="960018" y="517564"/>
                  </a:lnTo>
                  <a:lnTo>
                    <a:pt x="1026991" y="523439"/>
                  </a:lnTo>
                  <a:lnTo>
                    <a:pt x="1061904" y="546854"/>
                  </a:lnTo>
                  <a:lnTo>
                    <a:pt x="1099754" y="584873"/>
                  </a:lnTo>
                  <a:lnTo>
                    <a:pt x="1157998" y="602413"/>
                  </a:lnTo>
                  <a:lnTo>
                    <a:pt x="1210367" y="611225"/>
                  </a:lnTo>
                  <a:lnTo>
                    <a:pt x="1219096" y="640515"/>
                  </a:lnTo>
                  <a:lnTo>
                    <a:pt x="1259883" y="640515"/>
                  </a:lnTo>
                  <a:cubicBezTo>
                    <a:pt x="1259883" y="640515"/>
                    <a:pt x="1262821" y="631703"/>
                    <a:pt x="1262821" y="622975"/>
                  </a:cubicBezTo>
                  <a:cubicBezTo>
                    <a:pt x="1268611" y="617100"/>
                    <a:pt x="1286068" y="617100"/>
                    <a:pt x="1286068" y="617100"/>
                  </a:cubicBezTo>
                  <a:lnTo>
                    <a:pt x="1306462" y="631703"/>
                  </a:lnTo>
                  <a:lnTo>
                    <a:pt x="1306462" y="658055"/>
                  </a:lnTo>
                  <a:lnTo>
                    <a:pt x="1344312" y="672658"/>
                  </a:lnTo>
                  <a:lnTo>
                    <a:pt x="1402556" y="672658"/>
                  </a:lnTo>
                  <a:cubicBezTo>
                    <a:pt x="1411284" y="669721"/>
                    <a:pt x="1425803" y="663846"/>
                    <a:pt x="1437469" y="663846"/>
                  </a:cubicBezTo>
                  <a:cubicBezTo>
                    <a:pt x="1449135" y="657971"/>
                    <a:pt x="1466591" y="655034"/>
                    <a:pt x="1481110" y="655034"/>
                  </a:cubicBezTo>
                  <a:cubicBezTo>
                    <a:pt x="1489838" y="655034"/>
                    <a:pt x="1495629" y="663846"/>
                    <a:pt x="1495629" y="663846"/>
                  </a:cubicBezTo>
                  <a:lnTo>
                    <a:pt x="1518876" y="672658"/>
                  </a:lnTo>
                  <a:cubicBezTo>
                    <a:pt x="1518876" y="672658"/>
                    <a:pt x="1536333" y="663846"/>
                    <a:pt x="1545061" y="658055"/>
                  </a:cubicBezTo>
                  <a:lnTo>
                    <a:pt x="1553789" y="649243"/>
                  </a:lnTo>
                  <a:lnTo>
                    <a:pt x="1579974" y="649243"/>
                  </a:lnTo>
                  <a:lnTo>
                    <a:pt x="1594493" y="663846"/>
                  </a:lnTo>
                  <a:lnTo>
                    <a:pt x="1623615" y="663846"/>
                  </a:lnTo>
                  <a:lnTo>
                    <a:pt x="1632343" y="649243"/>
                  </a:lnTo>
                  <a:lnTo>
                    <a:pt x="1664319" y="634640"/>
                  </a:lnTo>
                  <a:cubicBezTo>
                    <a:pt x="1664319" y="634640"/>
                    <a:pt x="1702169" y="631703"/>
                    <a:pt x="1713835" y="625828"/>
                  </a:cubicBezTo>
                  <a:cubicBezTo>
                    <a:pt x="1722563" y="622891"/>
                    <a:pt x="1731291" y="622891"/>
                    <a:pt x="1745810" y="617016"/>
                  </a:cubicBezTo>
                  <a:cubicBezTo>
                    <a:pt x="1754539" y="611141"/>
                    <a:pt x="1766204" y="602413"/>
                    <a:pt x="1766204" y="602413"/>
                  </a:cubicBezTo>
                  <a:lnTo>
                    <a:pt x="1792389" y="584873"/>
                  </a:lnTo>
                  <a:lnTo>
                    <a:pt x="1824364" y="584873"/>
                  </a:lnTo>
                  <a:lnTo>
                    <a:pt x="1847612" y="599476"/>
                  </a:lnTo>
                  <a:lnTo>
                    <a:pt x="1888399" y="599476"/>
                  </a:lnTo>
                  <a:lnTo>
                    <a:pt x="1908793" y="587810"/>
                  </a:lnTo>
                  <a:lnTo>
                    <a:pt x="1934978" y="564395"/>
                  </a:lnTo>
                  <a:lnTo>
                    <a:pt x="2071776" y="529314"/>
                  </a:lnTo>
                  <a:lnTo>
                    <a:pt x="2191118" y="502961"/>
                  </a:lnTo>
                  <a:cubicBezTo>
                    <a:pt x="2191118" y="502961"/>
                    <a:pt x="2220240" y="508836"/>
                    <a:pt x="2226031" y="508836"/>
                  </a:cubicBezTo>
                  <a:cubicBezTo>
                    <a:pt x="2228968" y="508836"/>
                    <a:pt x="2234759" y="523439"/>
                    <a:pt x="2234759" y="523439"/>
                  </a:cubicBezTo>
                  <a:lnTo>
                    <a:pt x="2243487" y="561457"/>
                  </a:lnTo>
                  <a:lnTo>
                    <a:pt x="2324978" y="646306"/>
                  </a:lnTo>
                  <a:lnTo>
                    <a:pt x="2339497" y="672658"/>
                  </a:lnTo>
                  <a:lnTo>
                    <a:pt x="2365682" y="789734"/>
                  </a:lnTo>
                  <a:lnTo>
                    <a:pt x="2394804" y="1012136"/>
                  </a:lnTo>
                  <a:lnTo>
                    <a:pt x="2260943" y="1099922"/>
                  </a:lnTo>
                  <a:lnTo>
                    <a:pt x="2266734" y="1123337"/>
                  </a:lnTo>
                  <a:lnTo>
                    <a:pt x="2292919" y="1140877"/>
                  </a:lnTo>
                  <a:lnTo>
                    <a:pt x="2292919" y="1187707"/>
                  </a:lnTo>
                  <a:lnTo>
                    <a:pt x="2380201" y="1369154"/>
                  </a:lnTo>
                  <a:lnTo>
                    <a:pt x="2388929" y="1518373"/>
                  </a:lnTo>
                  <a:lnTo>
                    <a:pt x="2493752" y="1714422"/>
                  </a:lnTo>
                  <a:lnTo>
                    <a:pt x="2493752" y="1714422"/>
                  </a:lnTo>
                  <a:close/>
                </a:path>
              </a:pathLst>
            </a:custGeom>
            <a:solidFill>
              <a:srgbClr val="9D7539">
                <a:alpha val="70000"/>
              </a:srgbClr>
            </a:solidFill>
            <a:ln w="4738" cap="flat">
              <a:solidFill>
                <a:schemeClr val="bg1"/>
              </a:solid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latin typeface="Fund Light"/>
                <a:ea typeface="+mn-ea"/>
                <a:cs typeface="+mn-cs"/>
              </a:endParaRPr>
            </a:p>
          </p:txBody>
        </p:sp>
        <p:sp>
          <p:nvSpPr>
            <p:cNvPr id="64" name="Freeform: Shape 63">
              <a:extLst>
                <a:ext uri="{FF2B5EF4-FFF2-40B4-BE49-F238E27FC236}">
                  <a16:creationId xmlns:a16="http://schemas.microsoft.com/office/drawing/2014/main" id="{25557042-7531-74C4-274F-DE3D3FDB5373}"/>
                </a:ext>
              </a:extLst>
            </p:cNvPr>
            <p:cNvSpPr/>
            <p:nvPr/>
          </p:nvSpPr>
          <p:spPr>
            <a:xfrm>
              <a:off x="6164907" y="2933673"/>
              <a:ext cx="1285565" cy="1392748"/>
            </a:xfrm>
            <a:custGeom>
              <a:avLst/>
              <a:gdLst>
                <a:gd name="connsiteX0" fmla="*/ 1574267 w 1577794"/>
                <a:gd name="connsiteY0" fmla="*/ 1555803 h 1703682"/>
                <a:gd name="connsiteX1" fmla="*/ 1574267 w 1577794"/>
                <a:gd name="connsiteY1" fmla="*/ 1617237 h 1703682"/>
                <a:gd name="connsiteX2" fmla="*/ 1571330 w 1577794"/>
                <a:gd name="connsiteY2" fmla="*/ 1617237 h 1703682"/>
                <a:gd name="connsiteX3" fmla="*/ 1076507 w 1577794"/>
                <a:gd name="connsiteY3" fmla="*/ 1605571 h 1703682"/>
                <a:gd name="connsiteX4" fmla="*/ 1053259 w 1577794"/>
                <a:gd name="connsiteY4" fmla="*/ 1631924 h 1703682"/>
                <a:gd name="connsiteX5" fmla="*/ 826241 w 1577794"/>
                <a:gd name="connsiteY5" fmla="*/ 1667004 h 1703682"/>
                <a:gd name="connsiteX6" fmla="*/ 802994 w 1577794"/>
                <a:gd name="connsiteY6" fmla="*/ 1678670 h 1703682"/>
                <a:gd name="connsiteX7" fmla="*/ 756416 w 1577794"/>
                <a:gd name="connsiteY7" fmla="*/ 1678670 h 1703682"/>
                <a:gd name="connsiteX8" fmla="*/ 721503 w 1577794"/>
                <a:gd name="connsiteY8" fmla="*/ 1690336 h 1703682"/>
                <a:gd name="connsiteX9" fmla="*/ 695318 w 1577794"/>
                <a:gd name="connsiteY9" fmla="*/ 1699148 h 1703682"/>
                <a:gd name="connsiteX10" fmla="*/ 648740 w 1577794"/>
                <a:gd name="connsiteY10" fmla="*/ 1678670 h 1703682"/>
                <a:gd name="connsiteX11" fmla="*/ 637074 w 1577794"/>
                <a:gd name="connsiteY11" fmla="*/ 1631840 h 1703682"/>
                <a:gd name="connsiteX12" fmla="*/ 660321 w 1577794"/>
                <a:gd name="connsiteY12" fmla="*/ 1631840 h 1703682"/>
                <a:gd name="connsiteX13" fmla="*/ 695234 w 1577794"/>
                <a:gd name="connsiteY13" fmla="*/ 1614300 h 1703682"/>
                <a:gd name="connsiteX14" fmla="*/ 695234 w 1577794"/>
                <a:gd name="connsiteY14" fmla="*/ 1579219 h 1703682"/>
                <a:gd name="connsiteX15" fmla="*/ 689443 w 1577794"/>
                <a:gd name="connsiteY15" fmla="*/ 1552866 h 1703682"/>
                <a:gd name="connsiteX16" fmla="*/ 671987 w 1577794"/>
                <a:gd name="connsiteY16" fmla="*/ 1552866 h 1703682"/>
                <a:gd name="connsiteX17" fmla="*/ 671987 w 1577794"/>
                <a:gd name="connsiteY17" fmla="*/ 1541200 h 1703682"/>
                <a:gd name="connsiteX18" fmla="*/ 648740 w 1577794"/>
                <a:gd name="connsiteY18" fmla="*/ 1520723 h 1703682"/>
                <a:gd name="connsiteX19" fmla="*/ 648740 w 1577794"/>
                <a:gd name="connsiteY19" fmla="*/ 1509057 h 1703682"/>
                <a:gd name="connsiteX20" fmla="*/ 660405 w 1577794"/>
                <a:gd name="connsiteY20" fmla="*/ 1497392 h 1703682"/>
                <a:gd name="connsiteX21" fmla="*/ 648740 w 1577794"/>
                <a:gd name="connsiteY21" fmla="*/ 1473976 h 1703682"/>
                <a:gd name="connsiteX22" fmla="*/ 648740 w 1577794"/>
                <a:gd name="connsiteY22" fmla="*/ 1438896 h 1703682"/>
                <a:gd name="connsiteX23" fmla="*/ 660405 w 1577794"/>
                <a:gd name="connsiteY23" fmla="*/ 1403815 h 1703682"/>
                <a:gd name="connsiteX24" fmla="*/ 672071 w 1577794"/>
                <a:gd name="connsiteY24" fmla="*/ 1395003 h 1703682"/>
                <a:gd name="connsiteX25" fmla="*/ 660405 w 1577794"/>
                <a:gd name="connsiteY25" fmla="*/ 1377462 h 1703682"/>
                <a:gd name="connsiteX26" fmla="*/ 672071 w 1577794"/>
                <a:gd name="connsiteY26" fmla="*/ 1342382 h 1703682"/>
                <a:gd name="connsiteX27" fmla="*/ 672071 w 1577794"/>
                <a:gd name="connsiteY27" fmla="*/ 1316029 h 1703682"/>
                <a:gd name="connsiteX28" fmla="*/ 625492 w 1577794"/>
                <a:gd name="connsiteY28" fmla="*/ 1304364 h 1703682"/>
                <a:gd name="connsiteX29" fmla="*/ 590579 w 1577794"/>
                <a:gd name="connsiteY29" fmla="*/ 1283886 h 1703682"/>
                <a:gd name="connsiteX30" fmla="*/ 590579 w 1577794"/>
                <a:gd name="connsiteY30" fmla="*/ 1257533 h 1703682"/>
                <a:gd name="connsiteX31" fmla="*/ 573123 w 1577794"/>
                <a:gd name="connsiteY31" fmla="*/ 1222453 h 1703682"/>
                <a:gd name="connsiteX32" fmla="*/ 558604 w 1577794"/>
                <a:gd name="connsiteY32" fmla="*/ 1199037 h 1703682"/>
                <a:gd name="connsiteX33" fmla="*/ 494569 w 1577794"/>
                <a:gd name="connsiteY33" fmla="*/ 1199037 h 1703682"/>
                <a:gd name="connsiteX34" fmla="*/ 494569 w 1577794"/>
                <a:gd name="connsiteY34" fmla="*/ 1172685 h 1703682"/>
                <a:gd name="connsiteX35" fmla="*/ 459656 w 1577794"/>
                <a:gd name="connsiteY35" fmla="*/ 1172685 h 1703682"/>
                <a:gd name="connsiteX36" fmla="*/ 447990 w 1577794"/>
                <a:gd name="connsiteY36" fmla="*/ 1187288 h 1703682"/>
                <a:gd name="connsiteX37" fmla="*/ 430534 w 1577794"/>
                <a:gd name="connsiteY37" fmla="*/ 1198953 h 1703682"/>
                <a:gd name="connsiteX38" fmla="*/ 360708 w 1577794"/>
                <a:gd name="connsiteY38" fmla="*/ 1198953 h 1703682"/>
                <a:gd name="connsiteX39" fmla="*/ 325795 w 1577794"/>
                <a:gd name="connsiteY39" fmla="*/ 994176 h 1703682"/>
                <a:gd name="connsiteX40" fmla="*/ 360708 w 1577794"/>
                <a:gd name="connsiteY40" fmla="*/ 1005841 h 1703682"/>
                <a:gd name="connsiteX41" fmla="*/ 383955 w 1577794"/>
                <a:gd name="connsiteY41" fmla="*/ 1005841 h 1703682"/>
                <a:gd name="connsiteX42" fmla="*/ 395621 w 1577794"/>
                <a:gd name="connsiteY42" fmla="*/ 982426 h 1703682"/>
                <a:gd name="connsiteX43" fmla="*/ 98694 w 1577794"/>
                <a:gd name="connsiteY43" fmla="*/ 587558 h 1703682"/>
                <a:gd name="connsiteX44" fmla="*/ 52115 w 1577794"/>
                <a:gd name="connsiteY44" fmla="*/ 572955 h 1703682"/>
                <a:gd name="connsiteX45" fmla="*/ 22993 w 1577794"/>
                <a:gd name="connsiteY45" fmla="*/ 508584 h 1703682"/>
                <a:gd name="connsiteX46" fmla="*/ 20056 w 1577794"/>
                <a:gd name="connsiteY46" fmla="*/ 502710 h 1703682"/>
                <a:gd name="connsiteX47" fmla="*/ 5537 w 1577794"/>
                <a:gd name="connsiteY47" fmla="*/ 470566 h 1703682"/>
                <a:gd name="connsiteX48" fmla="*/ 8474 w 1577794"/>
                <a:gd name="connsiteY48" fmla="*/ 470566 h 1703682"/>
                <a:gd name="connsiteX49" fmla="*/ 145272 w 1577794"/>
                <a:gd name="connsiteY49" fmla="*/ 359449 h 1703682"/>
                <a:gd name="connsiteX50" fmla="*/ 349043 w 1577794"/>
                <a:gd name="connsiteY50" fmla="*/ 274601 h 1703682"/>
                <a:gd name="connsiteX51" fmla="*/ 593517 w 1577794"/>
                <a:gd name="connsiteY51" fmla="*/ 61095 h 1703682"/>
                <a:gd name="connsiteX52" fmla="*/ 640095 w 1577794"/>
                <a:gd name="connsiteY52" fmla="*/ 5537 h 1703682"/>
                <a:gd name="connsiteX53" fmla="*/ 730315 w 1577794"/>
                <a:gd name="connsiteY53" fmla="*/ 55220 h 1703682"/>
                <a:gd name="connsiteX54" fmla="*/ 733252 w 1577794"/>
                <a:gd name="connsiteY54" fmla="*/ 55220 h 1703682"/>
                <a:gd name="connsiteX55" fmla="*/ 771103 w 1577794"/>
                <a:gd name="connsiteY55" fmla="*/ 78635 h 1703682"/>
                <a:gd name="connsiteX56" fmla="*/ 776893 w 1577794"/>
                <a:gd name="connsiteY56" fmla="*/ 81573 h 1703682"/>
                <a:gd name="connsiteX57" fmla="*/ 776893 w 1577794"/>
                <a:gd name="connsiteY57" fmla="*/ 84510 h 1703682"/>
                <a:gd name="connsiteX58" fmla="*/ 899173 w 1577794"/>
                <a:gd name="connsiteY58" fmla="*/ 151818 h 1703682"/>
                <a:gd name="connsiteX59" fmla="*/ 899173 w 1577794"/>
                <a:gd name="connsiteY59" fmla="*/ 151818 h 1703682"/>
                <a:gd name="connsiteX60" fmla="*/ 910838 w 1577794"/>
                <a:gd name="connsiteY60" fmla="*/ 160630 h 1703682"/>
                <a:gd name="connsiteX61" fmla="*/ 916629 w 1577794"/>
                <a:gd name="connsiteY61" fmla="*/ 163568 h 1703682"/>
                <a:gd name="connsiteX62" fmla="*/ 922420 w 1577794"/>
                <a:gd name="connsiteY62" fmla="*/ 169443 h 1703682"/>
                <a:gd name="connsiteX63" fmla="*/ 939876 w 1577794"/>
                <a:gd name="connsiteY63" fmla="*/ 178255 h 1703682"/>
                <a:gd name="connsiteX64" fmla="*/ 939876 w 1577794"/>
                <a:gd name="connsiteY64" fmla="*/ 178255 h 1703682"/>
                <a:gd name="connsiteX65" fmla="*/ 963124 w 1577794"/>
                <a:gd name="connsiteY65" fmla="*/ 192858 h 1703682"/>
                <a:gd name="connsiteX66" fmla="*/ 977643 w 1577794"/>
                <a:gd name="connsiteY66" fmla="*/ 201670 h 1703682"/>
                <a:gd name="connsiteX67" fmla="*/ 1015493 w 1577794"/>
                <a:gd name="connsiteY67" fmla="*/ 233813 h 1703682"/>
                <a:gd name="connsiteX68" fmla="*/ 1070800 w 1577794"/>
                <a:gd name="connsiteY68" fmla="*/ 295246 h 1703682"/>
                <a:gd name="connsiteX69" fmla="*/ 1073737 w 1577794"/>
                <a:gd name="connsiteY69" fmla="*/ 298184 h 1703682"/>
                <a:gd name="connsiteX70" fmla="*/ 1079528 w 1577794"/>
                <a:gd name="connsiteY70" fmla="*/ 306996 h 1703682"/>
                <a:gd name="connsiteX71" fmla="*/ 1094047 w 1577794"/>
                <a:gd name="connsiteY71" fmla="*/ 324536 h 1703682"/>
                <a:gd name="connsiteX72" fmla="*/ 1096984 w 1577794"/>
                <a:gd name="connsiteY72" fmla="*/ 327474 h 1703682"/>
                <a:gd name="connsiteX73" fmla="*/ 1105713 w 1577794"/>
                <a:gd name="connsiteY73" fmla="*/ 339139 h 1703682"/>
                <a:gd name="connsiteX74" fmla="*/ 1111503 w 1577794"/>
                <a:gd name="connsiteY74" fmla="*/ 347951 h 1703682"/>
                <a:gd name="connsiteX75" fmla="*/ 1257030 w 1577794"/>
                <a:gd name="connsiteY75" fmla="*/ 564395 h 1703682"/>
                <a:gd name="connsiteX76" fmla="*/ 1257030 w 1577794"/>
                <a:gd name="connsiteY76" fmla="*/ 564395 h 1703682"/>
                <a:gd name="connsiteX77" fmla="*/ 1271549 w 1577794"/>
                <a:gd name="connsiteY77" fmla="*/ 584873 h 1703682"/>
                <a:gd name="connsiteX78" fmla="*/ 1271549 w 1577794"/>
                <a:gd name="connsiteY78" fmla="*/ 587810 h 1703682"/>
                <a:gd name="connsiteX79" fmla="*/ 1280277 w 1577794"/>
                <a:gd name="connsiteY79" fmla="*/ 596622 h 1703682"/>
                <a:gd name="connsiteX80" fmla="*/ 1283214 w 1577794"/>
                <a:gd name="connsiteY80" fmla="*/ 602497 h 1703682"/>
                <a:gd name="connsiteX81" fmla="*/ 1283214 w 1577794"/>
                <a:gd name="connsiteY81" fmla="*/ 602497 h 1703682"/>
                <a:gd name="connsiteX82" fmla="*/ 1286152 w 1577794"/>
                <a:gd name="connsiteY82" fmla="*/ 605434 h 1703682"/>
                <a:gd name="connsiteX83" fmla="*/ 1291943 w 1577794"/>
                <a:gd name="connsiteY83" fmla="*/ 614246 h 1703682"/>
                <a:gd name="connsiteX84" fmla="*/ 1449135 w 1577794"/>
                <a:gd name="connsiteY84" fmla="*/ 857042 h 1703682"/>
                <a:gd name="connsiteX85" fmla="*/ 1530626 w 1577794"/>
                <a:gd name="connsiteY85" fmla="*/ 1085151 h 1703682"/>
                <a:gd name="connsiteX86" fmla="*/ 1536417 w 1577794"/>
                <a:gd name="connsiteY86" fmla="*/ 1129044 h 1703682"/>
                <a:gd name="connsiteX87" fmla="*/ 1539354 w 1577794"/>
                <a:gd name="connsiteY87" fmla="*/ 1129044 h 1703682"/>
                <a:gd name="connsiteX88" fmla="*/ 1536417 w 1577794"/>
                <a:gd name="connsiteY88" fmla="*/ 1131981 h 1703682"/>
                <a:gd name="connsiteX89" fmla="*/ 1571330 w 1577794"/>
                <a:gd name="connsiteY89" fmla="*/ 1556055 h 1703682"/>
                <a:gd name="connsiteX90" fmla="*/ 1574267 w 1577794"/>
                <a:gd name="connsiteY90" fmla="*/ 1556055 h 170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7794" h="1703682">
                  <a:moveTo>
                    <a:pt x="1574267" y="1555803"/>
                  </a:moveTo>
                  <a:lnTo>
                    <a:pt x="1574267" y="1617237"/>
                  </a:lnTo>
                  <a:lnTo>
                    <a:pt x="1571330" y="1617237"/>
                  </a:lnTo>
                  <a:lnTo>
                    <a:pt x="1076507" y="1605571"/>
                  </a:lnTo>
                  <a:lnTo>
                    <a:pt x="1053259" y="1631924"/>
                  </a:lnTo>
                  <a:lnTo>
                    <a:pt x="826241" y="1667004"/>
                  </a:lnTo>
                  <a:lnTo>
                    <a:pt x="802994" y="1678670"/>
                  </a:lnTo>
                  <a:lnTo>
                    <a:pt x="756416" y="1678670"/>
                  </a:lnTo>
                  <a:lnTo>
                    <a:pt x="721503" y="1690336"/>
                  </a:lnTo>
                  <a:lnTo>
                    <a:pt x="695318" y="1699148"/>
                  </a:lnTo>
                  <a:cubicBezTo>
                    <a:pt x="695318" y="1699148"/>
                    <a:pt x="660405" y="1678670"/>
                    <a:pt x="648740" y="1678670"/>
                  </a:cubicBezTo>
                  <a:cubicBezTo>
                    <a:pt x="637074" y="1678670"/>
                    <a:pt x="637074" y="1631840"/>
                    <a:pt x="637074" y="1631840"/>
                  </a:cubicBezTo>
                  <a:lnTo>
                    <a:pt x="660321" y="1631840"/>
                  </a:lnTo>
                  <a:lnTo>
                    <a:pt x="695234" y="1614300"/>
                  </a:lnTo>
                  <a:lnTo>
                    <a:pt x="695234" y="1579219"/>
                  </a:lnTo>
                  <a:cubicBezTo>
                    <a:pt x="695234" y="1567553"/>
                    <a:pt x="689443" y="1552866"/>
                    <a:pt x="689443" y="1552866"/>
                  </a:cubicBezTo>
                  <a:lnTo>
                    <a:pt x="671987" y="1552866"/>
                  </a:lnTo>
                  <a:lnTo>
                    <a:pt x="671987" y="1541200"/>
                  </a:lnTo>
                  <a:lnTo>
                    <a:pt x="648740" y="1520723"/>
                  </a:lnTo>
                  <a:lnTo>
                    <a:pt x="648740" y="1509057"/>
                  </a:lnTo>
                  <a:lnTo>
                    <a:pt x="660405" y="1497392"/>
                  </a:lnTo>
                  <a:lnTo>
                    <a:pt x="648740" y="1473976"/>
                  </a:lnTo>
                  <a:lnTo>
                    <a:pt x="648740" y="1438896"/>
                  </a:lnTo>
                  <a:lnTo>
                    <a:pt x="660405" y="1403815"/>
                  </a:lnTo>
                  <a:lnTo>
                    <a:pt x="672071" y="1395003"/>
                  </a:lnTo>
                  <a:lnTo>
                    <a:pt x="660405" y="1377462"/>
                  </a:lnTo>
                  <a:lnTo>
                    <a:pt x="672071" y="1342382"/>
                  </a:lnTo>
                  <a:lnTo>
                    <a:pt x="672071" y="1316029"/>
                  </a:lnTo>
                  <a:lnTo>
                    <a:pt x="625492" y="1304364"/>
                  </a:lnTo>
                  <a:lnTo>
                    <a:pt x="590579" y="1283886"/>
                  </a:lnTo>
                  <a:lnTo>
                    <a:pt x="590579" y="1257533"/>
                  </a:lnTo>
                  <a:lnTo>
                    <a:pt x="573123" y="1222453"/>
                  </a:lnTo>
                  <a:lnTo>
                    <a:pt x="558604" y="1199037"/>
                  </a:lnTo>
                  <a:lnTo>
                    <a:pt x="494569" y="1199037"/>
                  </a:lnTo>
                  <a:lnTo>
                    <a:pt x="494569" y="1172685"/>
                  </a:lnTo>
                  <a:lnTo>
                    <a:pt x="459656" y="1172685"/>
                  </a:lnTo>
                  <a:lnTo>
                    <a:pt x="447990" y="1187288"/>
                  </a:lnTo>
                  <a:lnTo>
                    <a:pt x="430534" y="1198953"/>
                  </a:lnTo>
                  <a:lnTo>
                    <a:pt x="360708" y="1198953"/>
                  </a:lnTo>
                  <a:lnTo>
                    <a:pt x="325795" y="994176"/>
                  </a:lnTo>
                  <a:lnTo>
                    <a:pt x="360708" y="1005841"/>
                  </a:lnTo>
                  <a:lnTo>
                    <a:pt x="383955" y="1005841"/>
                  </a:lnTo>
                  <a:lnTo>
                    <a:pt x="395621" y="982426"/>
                  </a:lnTo>
                  <a:lnTo>
                    <a:pt x="98694" y="587558"/>
                  </a:lnTo>
                  <a:lnTo>
                    <a:pt x="52115" y="572955"/>
                  </a:lnTo>
                  <a:lnTo>
                    <a:pt x="22993" y="508584"/>
                  </a:lnTo>
                  <a:cubicBezTo>
                    <a:pt x="22993" y="508584"/>
                    <a:pt x="22993" y="505647"/>
                    <a:pt x="20056" y="502710"/>
                  </a:cubicBezTo>
                  <a:lnTo>
                    <a:pt x="5537" y="470566"/>
                  </a:lnTo>
                  <a:lnTo>
                    <a:pt x="8474" y="470566"/>
                  </a:lnTo>
                  <a:cubicBezTo>
                    <a:pt x="40533" y="453026"/>
                    <a:pt x="110359" y="382780"/>
                    <a:pt x="145272" y="359449"/>
                  </a:cubicBezTo>
                  <a:cubicBezTo>
                    <a:pt x="174394" y="341909"/>
                    <a:pt x="282070" y="295079"/>
                    <a:pt x="349043" y="274601"/>
                  </a:cubicBezTo>
                  <a:cubicBezTo>
                    <a:pt x="468384" y="169275"/>
                    <a:pt x="584789" y="69823"/>
                    <a:pt x="593517" y="61095"/>
                  </a:cubicBezTo>
                  <a:cubicBezTo>
                    <a:pt x="599308" y="55220"/>
                    <a:pt x="619701" y="31805"/>
                    <a:pt x="640095" y="5537"/>
                  </a:cubicBezTo>
                  <a:cubicBezTo>
                    <a:pt x="660489" y="17202"/>
                    <a:pt x="701193" y="37680"/>
                    <a:pt x="730315" y="55220"/>
                  </a:cubicBezTo>
                  <a:lnTo>
                    <a:pt x="733252" y="55220"/>
                  </a:lnTo>
                  <a:cubicBezTo>
                    <a:pt x="750709" y="66886"/>
                    <a:pt x="765312" y="75698"/>
                    <a:pt x="771103" y="78635"/>
                  </a:cubicBezTo>
                  <a:cubicBezTo>
                    <a:pt x="773061" y="80594"/>
                    <a:pt x="774991" y="81573"/>
                    <a:pt x="776893" y="81573"/>
                  </a:cubicBezTo>
                  <a:lnTo>
                    <a:pt x="776893" y="84510"/>
                  </a:lnTo>
                  <a:cubicBezTo>
                    <a:pt x="794350" y="93322"/>
                    <a:pt x="870050" y="137131"/>
                    <a:pt x="899173" y="151818"/>
                  </a:cubicBezTo>
                  <a:lnTo>
                    <a:pt x="899173" y="151818"/>
                  </a:lnTo>
                  <a:cubicBezTo>
                    <a:pt x="902110" y="154756"/>
                    <a:pt x="904963" y="157693"/>
                    <a:pt x="910838" y="160630"/>
                  </a:cubicBezTo>
                  <a:cubicBezTo>
                    <a:pt x="913775" y="160630"/>
                    <a:pt x="913775" y="163568"/>
                    <a:pt x="916629" y="163568"/>
                  </a:cubicBezTo>
                  <a:cubicBezTo>
                    <a:pt x="919566" y="166505"/>
                    <a:pt x="922420" y="166505"/>
                    <a:pt x="922420" y="169443"/>
                  </a:cubicBezTo>
                  <a:cubicBezTo>
                    <a:pt x="928211" y="172380"/>
                    <a:pt x="934085" y="175317"/>
                    <a:pt x="939876" y="178255"/>
                  </a:cubicBezTo>
                  <a:lnTo>
                    <a:pt x="939876" y="178255"/>
                  </a:lnTo>
                  <a:cubicBezTo>
                    <a:pt x="948604" y="184129"/>
                    <a:pt x="957333" y="189920"/>
                    <a:pt x="963124" y="192858"/>
                  </a:cubicBezTo>
                  <a:cubicBezTo>
                    <a:pt x="968914" y="195795"/>
                    <a:pt x="971852" y="198732"/>
                    <a:pt x="977643" y="201670"/>
                  </a:cubicBezTo>
                  <a:cubicBezTo>
                    <a:pt x="992162" y="213335"/>
                    <a:pt x="1006765" y="225085"/>
                    <a:pt x="1015493" y="233813"/>
                  </a:cubicBezTo>
                  <a:cubicBezTo>
                    <a:pt x="1027159" y="245479"/>
                    <a:pt x="1050406" y="271831"/>
                    <a:pt x="1070800" y="295246"/>
                  </a:cubicBezTo>
                  <a:lnTo>
                    <a:pt x="1073737" y="298184"/>
                  </a:lnTo>
                  <a:cubicBezTo>
                    <a:pt x="1076674" y="301121"/>
                    <a:pt x="1079528" y="304058"/>
                    <a:pt x="1079528" y="306996"/>
                  </a:cubicBezTo>
                  <a:cubicBezTo>
                    <a:pt x="1085319" y="312871"/>
                    <a:pt x="1091194" y="318662"/>
                    <a:pt x="1094047" y="324536"/>
                  </a:cubicBezTo>
                  <a:cubicBezTo>
                    <a:pt x="1096984" y="324536"/>
                    <a:pt x="1096984" y="327474"/>
                    <a:pt x="1096984" y="327474"/>
                  </a:cubicBezTo>
                  <a:cubicBezTo>
                    <a:pt x="1099922" y="330411"/>
                    <a:pt x="1102775" y="336286"/>
                    <a:pt x="1105713" y="339139"/>
                  </a:cubicBezTo>
                  <a:cubicBezTo>
                    <a:pt x="1108650" y="342077"/>
                    <a:pt x="1111503" y="345014"/>
                    <a:pt x="1111503" y="347951"/>
                  </a:cubicBezTo>
                  <a:cubicBezTo>
                    <a:pt x="1126022" y="368429"/>
                    <a:pt x="1207598" y="494233"/>
                    <a:pt x="1257030" y="564395"/>
                  </a:cubicBezTo>
                  <a:lnTo>
                    <a:pt x="1257030" y="564395"/>
                  </a:lnTo>
                  <a:cubicBezTo>
                    <a:pt x="1262821" y="573207"/>
                    <a:pt x="1268695" y="578998"/>
                    <a:pt x="1271549" y="584873"/>
                  </a:cubicBezTo>
                  <a:lnTo>
                    <a:pt x="1271549" y="587810"/>
                  </a:lnTo>
                  <a:cubicBezTo>
                    <a:pt x="1274486" y="590747"/>
                    <a:pt x="1277340" y="593685"/>
                    <a:pt x="1280277" y="596622"/>
                  </a:cubicBezTo>
                  <a:cubicBezTo>
                    <a:pt x="1280277" y="599559"/>
                    <a:pt x="1283214" y="602497"/>
                    <a:pt x="1283214" y="602497"/>
                  </a:cubicBezTo>
                  <a:lnTo>
                    <a:pt x="1283214" y="602497"/>
                  </a:lnTo>
                  <a:lnTo>
                    <a:pt x="1286152" y="605434"/>
                  </a:lnTo>
                  <a:cubicBezTo>
                    <a:pt x="1289089" y="608371"/>
                    <a:pt x="1289089" y="611309"/>
                    <a:pt x="1291943" y="614246"/>
                  </a:cubicBezTo>
                  <a:cubicBezTo>
                    <a:pt x="1321065" y="652264"/>
                    <a:pt x="1434532" y="830689"/>
                    <a:pt x="1449135" y="857042"/>
                  </a:cubicBezTo>
                  <a:cubicBezTo>
                    <a:pt x="1460800" y="880457"/>
                    <a:pt x="1524835" y="1032530"/>
                    <a:pt x="1530626" y="1085151"/>
                  </a:cubicBezTo>
                  <a:cubicBezTo>
                    <a:pt x="1533563" y="1091026"/>
                    <a:pt x="1533563" y="1108566"/>
                    <a:pt x="1536417" y="1129044"/>
                  </a:cubicBezTo>
                  <a:lnTo>
                    <a:pt x="1539354" y="1129044"/>
                  </a:lnTo>
                  <a:lnTo>
                    <a:pt x="1536417" y="1131981"/>
                  </a:lnTo>
                  <a:cubicBezTo>
                    <a:pt x="1545145" y="1251910"/>
                    <a:pt x="1571330" y="1556055"/>
                    <a:pt x="1571330" y="1556055"/>
                  </a:cubicBezTo>
                  <a:lnTo>
                    <a:pt x="1574267" y="1556055"/>
                  </a:lnTo>
                  <a:close/>
                </a:path>
              </a:pathLst>
            </a:custGeom>
            <a:solidFill>
              <a:schemeClr val="accent2">
                <a:alpha val="75000"/>
              </a:schemeClr>
            </a:solidFill>
            <a:ln w="5103" cap="flat">
              <a:solidFill>
                <a:schemeClr val="bg1"/>
              </a:solidFill>
              <a:prstDash val="solid"/>
              <a:miter/>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65" name="Freeform: Shape 64">
              <a:extLst>
                <a:ext uri="{FF2B5EF4-FFF2-40B4-BE49-F238E27FC236}">
                  <a16:creationId xmlns:a16="http://schemas.microsoft.com/office/drawing/2014/main" id="{554B2E30-E474-D835-CB78-9AE3DE2DA7C7}"/>
                </a:ext>
              </a:extLst>
            </p:cNvPr>
            <p:cNvSpPr/>
            <p:nvPr/>
          </p:nvSpPr>
          <p:spPr>
            <a:xfrm>
              <a:off x="6681186" y="2396264"/>
              <a:ext cx="1340271" cy="14613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66" name="Freeform: Shape 65">
              <a:extLst>
                <a:ext uri="{FF2B5EF4-FFF2-40B4-BE49-F238E27FC236}">
                  <a16:creationId xmlns:a16="http://schemas.microsoft.com/office/drawing/2014/main" id="{5162F85B-E45B-66C6-2D03-C8C4C176C8D1}"/>
                </a:ext>
              </a:extLst>
            </p:cNvPr>
            <p:cNvSpPr/>
            <p:nvPr/>
          </p:nvSpPr>
          <p:spPr>
            <a:xfrm>
              <a:off x="7414204" y="3711418"/>
              <a:ext cx="396464" cy="34304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pic>
        <p:nvPicPr>
          <p:cNvPr id="85" name="Picture 2" descr="Tap ">
            <a:hlinkClick r:id="" action="ppaction://noaction"/>
            <a:extLst>
              <a:ext uri="{FF2B5EF4-FFF2-40B4-BE49-F238E27FC236}">
                <a16:creationId xmlns:a16="http://schemas.microsoft.com/office/drawing/2014/main" id="{E6E209E2-0870-8A07-E090-A288CC9ADE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5547355"/>
            <a:ext cx="199350" cy="199350"/>
          </a:xfrm>
          <a:prstGeom prst="rect">
            <a:avLst/>
          </a:prstGeom>
          <a:noFill/>
          <a:extLst>
            <a:ext uri="{909E8E84-426E-40DD-AFC4-6F175D3DCCD1}">
              <a14:hiddenFill xmlns:a14="http://schemas.microsoft.com/office/drawing/2010/main">
                <a:solidFill>
                  <a:srgbClr val="FFFFFF"/>
                </a:solidFill>
              </a14:hiddenFill>
            </a:ext>
          </a:extLst>
        </p:spPr>
      </p:pic>
      <p:grpSp>
        <p:nvGrpSpPr>
          <p:cNvPr id="52" name="Group 51">
            <a:extLst>
              <a:ext uri="{FF2B5EF4-FFF2-40B4-BE49-F238E27FC236}">
                <a16:creationId xmlns:a16="http://schemas.microsoft.com/office/drawing/2014/main" id="{4A3DF277-AC96-DCE6-539A-9162D8A1D6D5}"/>
              </a:ext>
            </a:extLst>
          </p:cNvPr>
          <p:cNvGrpSpPr/>
          <p:nvPr/>
        </p:nvGrpSpPr>
        <p:grpSpPr>
          <a:xfrm>
            <a:off x="11463919" y="3998265"/>
            <a:ext cx="158271" cy="273825"/>
            <a:chOff x="6058097" y="409709"/>
            <a:chExt cx="2030919" cy="3916712"/>
          </a:xfrm>
        </p:grpSpPr>
        <p:sp>
          <p:nvSpPr>
            <p:cNvPr id="53" name="Freeform: Shape 52">
              <a:extLst>
                <a:ext uri="{FF2B5EF4-FFF2-40B4-BE49-F238E27FC236}">
                  <a16:creationId xmlns:a16="http://schemas.microsoft.com/office/drawing/2014/main" id="{450D937C-AC50-D1F5-2BF3-C5F6994AF58B}"/>
                </a:ext>
              </a:extLst>
            </p:cNvPr>
            <p:cNvSpPr/>
            <p:nvPr/>
          </p:nvSpPr>
          <p:spPr>
            <a:xfrm>
              <a:off x="6058097" y="409709"/>
              <a:ext cx="2030919" cy="2833523"/>
            </a:xfrm>
            <a:custGeom>
              <a:avLst/>
              <a:gdLst>
                <a:gd name="connsiteX0" fmla="*/ 2494340 w 2492579"/>
                <a:gd name="connsiteY0" fmla="*/ 1714254 h 3466112"/>
                <a:gd name="connsiteX1" fmla="*/ 2491402 w 2492579"/>
                <a:gd name="connsiteY1" fmla="*/ 1717192 h 3466112"/>
                <a:gd name="connsiteX2" fmla="*/ 2319691 w 2492579"/>
                <a:gd name="connsiteY2" fmla="*/ 1863474 h 3466112"/>
                <a:gd name="connsiteX3" fmla="*/ 2316754 w 2492579"/>
                <a:gd name="connsiteY3" fmla="*/ 1863474 h 3466112"/>
                <a:gd name="connsiteX4" fmla="*/ 2299297 w 2492579"/>
                <a:gd name="connsiteY4" fmla="*/ 1872286 h 3466112"/>
                <a:gd name="connsiteX5" fmla="*/ 2287632 w 2492579"/>
                <a:gd name="connsiteY5" fmla="*/ 1878160 h 3466112"/>
                <a:gd name="connsiteX6" fmla="*/ 2174081 w 2492579"/>
                <a:gd name="connsiteY6" fmla="*/ 1933719 h 3466112"/>
                <a:gd name="connsiteX7" fmla="*/ 2133293 w 2492579"/>
                <a:gd name="connsiteY7" fmla="*/ 1951259 h 3466112"/>
                <a:gd name="connsiteX8" fmla="*/ 2133293 w 2492579"/>
                <a:gd name="connsiteY8" fmla="*/ 1954197 h 3466112"/>
                <a:gd name="connsiteX9" fmla="*/ 2124565 w 2492579"/>
                <a:gd name="connsiteY9" fmla="*/ 1957134 h 3466112"/>
                <a:gd name="connsiteX10" fmla="*/ 2121628 w 2492579"/>
                <a:gd name="connsiteY10" fmla="*/ 1960071 h 3466112"/>
                <a:gd name="connsiteX11" fmla="*/ 2118690 w 2492579"/>
                <a:gd name="connsiteY11" fmla="*/ 1960071 h 3466112"/>
                <a:gd name="connsiteX12" fmla="*/ 2095443 w 2492579"/>
                <a:gd name="connsiteY12" fmla="*/ 1971737 h 3466112"/>
                <a:gd name="connsiteX13" fmla="*/ 2095443 w 2492579"/>
                <a:gd name="connsiteY13" fmla="*/ 1971737 h 3466112"/>
                <a:gd name="connsiteX14" fmla="*/ 1888819 w 2492579"/>
                <a:gd name="connsiteY14" fmla="*/ 2077063 h 3466112"/>
                <a:gd name="connsiteX15" fmla="*/ 1757812 w 2492579"/>
                <a:gd name="connsiteY15" fmla="*/ 2173661 h 3466112"/>
                <a:gd name="connsiteX16" fmla="*/ 1754874 w 2492579"/>
                <a:gd name="connsiteY16" fmla="*/ 2173661 h 3466112"/>
                <a:gd name="connsiteX17" fmla="*/ 1743209 w 2492579"/>
                <a:gd name="connsiteY17" fmla="*/ 2185327 h 3466112"/>
                <a:gd name="connsiteX18" fmla="*/ 1737418 w 2492579"/>
                <a:gd name="connsiteY18" fmla="*/ 2188264 h 3466112"/>
                <a:gd name="connsiteX19" fmla="*/ 1728690 w 2492579"/>
                <a:gd name="connsiteY19" fmla="*/ 2197077 h 3466112"/>
                <a:gd name="connsiteX20" fmla="*/ 1507463 w 2492579"/>
                <a:gd name="connsiteY20" fmla="*/ 2346296 h 3466112"/>
                <a:gd name="connsiteX21" fmla="*/ 1294964 w 2492579"/>
                <a:gd name="connsiteY21" fmla="*/ 2460434 h 3466112"/>
                <a:gd name="connsiteX22" fmla="*/ 1149438 w 2492579"/>
                <a:gd name="connsiteY22" fmla="*/ 2618465 h 3466112"/>
                <a:gd name="connsiteX23" fmla="*/ 971852 w 2492579"/>
                <a:gd name="connsiteY23" fmla="*/ 2741331 h 3466112"/>
                <a:gd name="connsiteX24" fmla="*/ 736106 w 2492579"/>
                <a:gd name="connsiteY24" fmla="*/ 2864198 h 3466112"/>
                <a:gd name="connsiteX25" fmla="*/ 608036 w 2492579"/>
                <a:gd name="connsiteY25" fmla="*/ 3016355 h 3466112"/>
                <a:gd name="connsiteX26" fmla="*/ 110275 w 2492579"/>
                <a:gd name="connsiteY26" fmla="*/ 3446471 h 3466112"/>
                <a:gd name="connsiteX27" fmla="*/ 54969 w 2492579"/>
                <a:gd name="connsiteY27" fmla="*/ 3464012 h 3466112"/>
                <a:gd name="connsiteX28" fmla="*/ 37512 w 2492579"/>
                <a:gd name="connsiteY28" fmla="*/ 3449409 h 3466112"/>
                <a:gd name="connsiteX29" fmla="*/ 5537 w 2492579"/>
                <a:gd name="connsiteY29" fmla="*/ 3373372 h 3466112"/>
                <a:gd name="connsiteX30" fmla="*/ 5537 w 2492579"/>
                <a:gd name="connsiteY30" fmla="*/ 3355832 h 3466112"/>
                <a:gd name="connsiteX31" fmla="*/ 116150 w 2492579"/>
                <a:gd name="connsiteY31" fmla="*/ 3250506 h 3466112"/>
                <a:gd name="connsiteX32" fmla="*/ 264614 w 2492579"/>
                <a:gd name="connsiteY32" fmla="*/ 3107162 h 3466112"/>
                <a:gd name="connsiteX33" fmla="*/ 343168 w 2492579"/>
                <a:gd name="connsiteY33" fmla="*/ 3033979 h 3466112"/>
                <a:gd name="connsiteX34" fmla="*/ 401412 w 2492579"/>
                <a:gd name="connsiteY34" fmla="*/ 2978420 h 3466112"/>
                <a:gd name="connsiteX35" fmla="*/ 415931 w 2492579"/>
                <a:gd name="connsiteY35" fmla="*/ 2952068 h 3466112"/>
                <a:gd name="connsiteX36" fmla="*/ 410140 w 2492579"/>
                <a:gd name="connsiteY36" fmla="*/ 2934528 h 3466112"/>
                <a:gd name="connsiteX37" fmla="*/ 372290 w 2492579"/>
                <a:gd name="connsiteY37" fmla="*/ 2925715 h 3466112"/>
                <a:gd name="connsiteX38" fmla="*/ 337377 w 2492579"/>
                <a:gd name="connsiteY38" fmla="*/ 2916903 h 3466112"/>
                <a:gd name="connsiteX39" fmla="*/ 319921 w 2492579"/>
                <a:gd name="connsiteY39" fmla="*/ 2896425 h 3466112"/>
                <a:gd name="connsiteX40" fmla="*/ 285008 w 2492579"/>
                <a:gd name="connsiteY40" fmla="*/ 2832055 h 3466112"/>
                <a:gd name="connsiteX41" fmla="*/ 258823 w 2492579"/>
                <a:gd name="connsiteY41" fmla="*/ 2501389 h 3466112"/>
                <a:gd name="connsiteX42" fmla="*/ 258823 w 2492579"/>
                <a:gd name="connsiteY42" fmla="*/ 2208826 h 3466112"/>
                <a:gd name="connsiteX43" fmla="*/ 253032 w 2492579"/>
                <a:gd name="connsiteY43" fmla="*/ 1995236 h 3466112"/>
                <a:gd name="connsiteX44" fmla="*/ 258823 w 2492579"/>
                <a:gd name="connsiteY44" fmla="*/ 1790459 h 3466112"/>
                <a:gd name="connsiteX45" fmla="*/ 258823 w 2492579"/>
                <a:gd name="connsiteY45" fmla="*/ 1503686 h 3466112"/>
                <a:gd name="connsiteX46" fmla="*/ 238429 w 2492579"/>
                <a:gd name="connsiteY46" fmla="*/ 1398360 h 3466112"/>
                <a:gd name="connsiteX47" fmla="*/ 180185 w 2492579"/>
                <a:gd name="connsiteY47" fmla="*/ 1304699 h 3466112"/>
                <a:gd name="connsiteX48" fmla="*/ 121941 w 2492579"/>
                <a:gd name="connsiteY48" fmla="*/ 1202311 h 3466112"/>
                <a:gd name="connsiteX49" fmla="*/ 37512 w 2492579"/>
                <a:gd name="connsiteY49" fmla="*/ 1181833 h 3466112"/>
                <a:gd name="connsiteX50" fmla="*/ 148126 w 2492579"/>
                <a:gd name="connsiteY50" fmla="*/ 1073569 h 3466112"/>
                <a:gd name="connsiteX51" fmla="*/ 185976 w 2492579"/>
                <a:gd name="connsiteY51" fmla="*/ 1058966 h 3466112"/>
                <a:gd name="connsiteX52" fmla="*/ 203432 w 2492579"/>
                <a:gd name="connsiteY52" fmla="*/ 1058966 h 3466112"/>
                <a:gd name="connsiteX53" fmla="*/ 281986 w 2492579"/>
                <a:gd name="connsiteY53" fmla="*/ 1076507 h 3466112"/>
                <a:gd name="connsiteX54" fmla="*/ 369269 w 2492579"/>
                <a:gd name="connsiteY54" fmla="*/ 1096984 h 3466112"/>
                <a:gd name="connsiteX55" fmla="*/ 424575 w 2492579"/>
                <a:gd name="connsiteY55" fmla="*/ 1096984 h 3466112"/>
                <a:gd name="connsiteX56" fmla="*/ 439094 w 2492579"/>
                <a:gd name="connsiteY56" fmla="*/ 1088172 h 3466112"/>
                <a:gd name="connsiteX57" fmla="*/ 439094 w 2492579"/>
                <a:gd name="connsiteY57" fmla="*/ 1073569 h 3466112"/>
                <a:gd name="connsiteX58" fmla="*/ 433304 w 2492579"/>
                <a:gd name="connsiteY58" fmla="*/ 1029676 h 3466112"/>
                <a:gd name="connsiteX59" fmla="*/ 442032 w 2492579"/>
                <a:gd name="connsiteY59" fmla="*/ 892123 h 3466112"/>
                <a:gd name="connsiteX60" fmla="*/ 471154 w 2492579"/>
                <a:gd name="connsiteY60" fmla="*/ 274769 h 3466112"/>
                <a:gd name="connsiteX61" fmla="*/ 415847 w 2492579"/>
                <a:gd name="connsiteY61" fmla="*/ 245479 h 3466112"/>
                <a:gd name="connsiteX62" fmla="*/ 377997 w 2492579"/>
                <a:gd name="connsiteY62" fmla="*/ 216189 h 3466112"/>
                <a:gd name="connsiteX63" fmla="*/ 363478 w 2492579"/>
                <a:gd name="connsiteY63" fmla="*/ 195711 h 3466112"/>
                <a:gd name="connsiteX64" fmla="*/ 354750 w 2492579"/>
                <a:gd name="connsiteY64" fmla="*/ 181108 h 3466112"/>
                <a:gd name="connsiteX65" fmla="*/ 354750 w 2492579"/>
                <a:gd name="connsiteY65" fmla="*/ 157693 h 3466112"/>
                <a:gd name="connsiteX66" fmla="*/ 395537 w 2492579"/>
                <a:gd name="connsiteY66" fmla="*/ 52367 h 3466112"/>
                <a:gd name="connsiteX67" fmla="*/ 442116 w 2492579"/>
                <a:gd name="connsiteY67" fmla="*/ 37764 h 3466112"/>
                <a:gd name="connsiteX68" fmla="*/ 520670 w 2492579"/>
                <a:gd name="connsiteY68" fmla="*/ 28952 h 3466112"/>
                <a:gd name="connsiteX69" fmla="*/ 552645 w 2492579"/>
                <a:gd name="connsiteY69" fmla="*/ 5537 h 3466112"/>
                <a:gd name="connsiteX70" fmla="*/ 613743 w 2492579"/>
                <a:gd name="connsiteY70" fmla="*/ 5537 h 3466112"/>
                <a:gd name="connsiteX71" fmla="*/ 639927 w 2492579"/>
                <a:gd name="connsiteY71" fmla="*/ 28952 h 3466112"/>
                <a:gd name="connsiteX72" fmla="*/ 674840 w 2492579"/>
                <a:gd name="connsiteY72" fmla="*/ 31889 h 3466112"/>
                <a:gd name="connsiteX73" fmla="*/ 703962 w 2492579"/>
                <a:gd name="connsiteY73" fmla="*/ 40701 h 3466112"/>
                <a:gd name="connsiteX74" fmla="*/ 753478 w 2492579"/>
                <a:gd name="connsiteY74" fmla="*/ 40701 h 3466112"/>
                <a:gd name="connsiteX75" fmla="*/ 788391 w 2492579"/>
                <a:gd name="connsiteY75" fmla="*/ 40701 h 3466112"/>
                <a:gd name="connsiteX76" fmla="*/ 840761 w 2492579"/>
                <a:gd name="connsiteY76" fmla="*/ 40701 h 3466112"/>
                <a:gd name="connsiteX77" fmla="*/ 855280 w 2492579"/>
                <a:gd name="connsiteY77" fmla="*/ 55304 h 3466112"/>
                <a:gd name="connsiteX78" fmla="*/ 849489 w 2492579"/>
                <a:gd name="connsiteY78" fmla="*/ 93322 h 3466112"/>
                <a:gd name="connsiteX79" fmla="*/ 832032 w 2492579"/>
                <a:gd name="connsiteY79" fmla="*/ 119675 h 3466112"/>
                <a:gd name="connsiteX80" fmla="*/ 823304 w 2492579"/>
                <a:gd name="connsiteY80" fmla="*/ 157693 h 3466112"/>
                <a:gd name="connsiteX81" fmla="*/ 826241 w 2492579"/>
                <a:gd name="connsiteY81" fmla="*/ 204523 h 3466112"/>
                <a:gd name="connsiteX82" fmla="*/ 840761 w 2492579"/>
                <a:gd name="connsiteY82" fmla="*/ 236667 h 3466112"/>
                <a:gd name="connsiteX83" fmla="*/ 864008 w 2492579"/>
                <a:gd name="connsiteY83" fmla="*/ 260082 h 3466112"/>
                <a:gd name="connsiteX84" fmla="*/ 887255 w 2492579"/>
                <a:gd name="connsiteY84" fmla="*/ 529230 h 3466112"/>
                <a:gd name="connsiteX85" fmla="*/ 916377 w 2492579"/>
                <a:gd name="connsiteY85" fmla="*/ 529230 h 3466112"/>
                <a:gd name="connsiteX86" fmla="*/ 930896 w 2492579"/>
                <a:gd name="connsiteY86" fmla="*/ 517564 h 3466112"/>
                <a:gd name="connsiteX87" fmla="*/ 960018 w 2492579"/>
                <a:gd name="connsiteY87" fmla="*/ 517564 h 3466112"/>
                <a:gd name="connsiteX88" fmla="*/ 1026991 w 2492579"/>
                <a:gd name="connsiteY88" fmla="*/ 523439 h 3466112"/>
                <a:gd name="connsiteX89" fmla="*/ 1061904 w 2492579"/>
                <a:gd name="connsiteY89" fmla="*/ 546854 h 3466112"/>
                <a:gd name="connsiteX90" fmla="*/ 1099754 w 2492579"/>
                <a:gd name="connsiteY90" fmla="*/ 584873 h 3466112"/>
                <a:gd name="connsiteX91" fmla="*/ 1157998 w 2492579"/>
                <a:gd name="connsiteY91" fmla="*/ 602413 h 3466112"/>
                <a:gd name="connsiteX92" fmla="*/ 1210367 w 2492579"/>
                <a:gd name="connsiteY92" fmla="*/ 611225 h 3466112"/>
                <a:gd name="connsiteX93" fmla="*/ 1219096 w 2492579"/>
                <a:gd name="connsiteY93" fmla="*/ 640515 h 3466112"/>
                <a:gd name="connsiteX94" fmla="*/ 1259883 w 2492579"/>
                <a:gd name="connsiteY94" fmla="*/ 640515 h 3466112"/>
                <a:gd name="connsiteX95" fmla="*/ 1262821 w 2492579"/>
                <a:gd name="connsiteY95" fmla="*/ 622975 h 3466112"/>
                <a:gd name="connsiteX96" fmla="*/ 1286068 w 2492579"/>
                <a:gd name="connsiteY96" fmla="*/ 617100 h 3466112"/>
                <a:gd name="connsiteX97" fmla="*/ 1306462 w 2492579"/>
                <a:gd name="connsiteY97" fmla="*/ 631703 h 3466112"/>
                <a:gd name="connsiteX98" fmla="*/ 1306462 w 2492579"/>
                <a:gd name="connsiteY98" fmla="*/ 658055 h 3466112"/>
                <a:gd name="connsiteX99" fmla="*/ 1344312 w 2492579"/>
                <a:gd name="connsiteY99" fmla="*/ 672658 h 3466112"/>
                <a:gd name="connsiteX100" fmla="*/ 1402556 w 2492579"/>
                <a:gd name="connsiteY100" fmla="*/ 672658 h 3466112"/>
                <a:gd name="connsiteX101" fmla="*/ 1437469 w 2492579"/>
                <a:gd name="connsiteY101" fmla="*/ 663846 h 3466112"/>
                <a:gd name="connsiteX102" fmla="*/ 1481110 w 2492579"/>
                <a:gd name="connsiteY102" fmla="*/ 655034 h 3466112"/>
                <a:gd name="connsiteX103" fmla="*/ 1495629 w 2492579"/>
                <a:gd name="connsiteY103" fmla="*/ 663846 h 3466112"/>
                <a:gd name="connsiteX104" fmla="*/ 1518876 w 2492579"/>
                <a:gd name="connsiteY104" fmla="*/ 672658 h 3466112"/>
                <a:gd name="connsiteX105" fmla="*/ 1545061 w 2492579"/>
                <a:gd name="connsiteY105" fmla="*/ 658055 h 3466112"/>
                <a:gd name="connsiteX106" fmla="*/ 1553789 w 2492579"/>
                <a:gd name="connsiteY106" fmla="*/ 649243 h 3466112"/>
                <a:gd name="connsiteX107" fmla="*/ 1579974 w 2492579"/>
                <a:gd name="connsiteY107" fmla="*/ 649243 h 3466112"/>
                <a:gd name="connsiteX108" fmla="*/ 1594493 w 2492579"/>
                <a:gd name="connsiteY108" fmla="*/ 663846 h 3466112"/>
                <a:gd name="connsiteX109" fmla="*/ 1623615 w 2492579"/>
                <a:gd name="connsiteY109" fmla="*/ 663846 h 3466112"/>
                <a:gd name="connsiteX110" fmla="*/ 1632343 w 2492579"/>
                <a:gd name="connsiteY110" fmla="*/ 649243 h 3466112"/>
                <a:gd name="connsiteX111" fmla="*/ 1664319 w 2492579"/>
                <a:gd name="connsiteY111" fmla="*/ 634640 h 3466112"/>
                <a:gd name="connsiteX112" fmla="*/ 1713835 w 2492579"/>
                <a:gd name="connsiteY112" fmla="*/ 625828 h 3466112"/>
                <a:gd name="connsiteX113" fmla="*/ 1745810 w 2492579"/>
                <a:gd name="connsiteY113" fmla="*/ 617016 h 3466112"/>
                <a:gd name="connsiteX114" fmla="*/ 1766204 w 2492579"/>
                <a:gd name="connsiteY114" fmla="*/ 602413 h 3466112"/>
                <a:gd name="connsiteX115" fmla="*/ 1792389 w 2492579"/>
                <a:gd name="connsiteY115" fmla="*/ 584873 h 3466112"/>
                <a:gd name="connsiteX116" fmla="*/ 1824364 w 2492579"/>
                <a:gd name="connsiteY116" fmla="*/ 584873 h 3466112"/>
                <a:gd name="connsiteX117" fmla="*/ 1847612 w 2492579"/>
                <a:gd name="connsiteY117" fmla="*/ 599476 h 3466112"/>
                <a:gd name="connsiteX118" fmla="*/ 1888399 w 2492579"/>
                <a:gd name="connsiteY118" fmla="*/ 599476 h 3466112"/>
                <a:gd name="connsiteX119" fmla="*/ 1908793 w 2492579"/>
                <a:gd name="connsiteY119" fmla="*/ 587810 h 3466112"/>
                <a:gd name="connsiteX120" fmla="*/ 1934978 w 2492579"/>
                <a:gd name="connsiteY120" fmla="*/ 564395 h 3466112"/>
                <a:gd name="connsiteX121" fmla="*/ 2071776 w 2492579"/>
                <a:gd name="connsiteY121" fmla="*/ 529314 h 3466112"/>
                <a:gd name="connsiteX122" fmla="*/ 2191118 w 2492579"/>
                <a:gd name="connsiteY122" fmla="*/ 502961 h 3466112"/>
                <a:gd name="connsiteX123" fmla="*/ 2226031 w 2492579"/>
                <a:gd name="connsiteY123" fmla="*/ 508836 h 3466112"/>
                <a:gd name="connsiteX124" fmla="*/ 2234759 w 2492579"/>
                <a:gd name="connsiteY124" fmla="*/ 523439 h 3466112"/>
                <a:gd name="connsiteX125" fmla="*/ 2243487 w 2492579"/>
                <a:gd name="connsiteY125" fmla="*/ 561457 h 3466112"/>
                <a:gd name="connsiteX126" fmla="*/ 2324978 w 2492579"/>
                <a:gd name="connsiteY126" fmla="*/ 646306 h 3466112"/>
                <a:gd name="connsiteX127" fmla="*/ 2339497 w 2492579"/>
                <a:gd name="connsiteY127" fmla="*/ 672658 h 3466112"/>
                <a:gd name="connsiteX128" fmla="*/ 2365682 w 2492579"/>
                <a:gd name="connsiteY128" fmla="*/ 789734 h 3466112"/>
                <a:gd name="connsiteX129" fmla="*/ 2394804 w 2492579"/>
                <a:gd name="connsiteY129" fmla="*/ 1012136 h 3466112"/>
                <a:gd name="connsiteX130" fmla="*/ 2260943 w 2492579"/>
                <a:gd name="connsiteY130" fmla="*/ 1099922 h 3466112"/>
                <a:gd name="connsiteX131" fmla="*/ 2266734 w 2492579"/>
                <a:gd name="connsiteY131" fmla="*/ 1123337 h 3466112"/>
                <a:gd name="connsiteX132" fmla="*/ 2292919 w 2492579"/>
                <a:gd name="connsiteY132" fmla="*/ 1140877 h 3466112"/>
                <a:gd name="connsiteX133" fmla="*/ 2292919 w 2492579"/>
                <a:gd name="connsiteY133" fmla="*/ 1187707 h 3466112"/>
                <a:gd name="connsiteX134" fmla="*/ 2380201 w 2492579"/>
                <a:gd name="connsiteY134" fmla="*/ 1369154 h 3466112"/>
                <a:gd name="connsiteX135" fmla="*/ 2388929 w 2492579"/>
                <a:gd name="connsiteY135" fmla="*/ 1518373 h 3466112"/>
                <a:gd name="connsiteX136" fmla="*/ 2493752 w 2492579"/>
                <a:gd name="connsiteY136" fmla="*/ 1714422 h 3466112"/>
                <a:gd name="connsiteX137" fmla="*/ 2493752 w 2492579"/>
                <a:gd name="connsiteY137" fmla="*/ 1714422 h 346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2492579" h="3466112">
                  <a:moveTo>
                    <a:pt x="2494340" y="1714254"/>
                  </a:moveTo>
                  <a:cubicBezTo>
                    <a:pt x="2494340" y="1714254"/>
                    <a:pt x="2494340" y="1717192"/>
                    <a:pt x="2491402" y="1717192"/>
                  </a:cubicBezTo>
                  <a:cubicBezTo>
                    <a:pt x="2404120" y="1790375"/>
                    <a:pt x="2319691" y="1863474"/>
                    <a:pt x="2319691" y="1863474"/>
                  </a:cubicBezTo>
                  <a:lnTo>
                    <a:pt x="2316754" y="1863474"/>
                  </a:lnTo>
                  <a:cubicBezTo>
                    <a:pt x="2316754" y="1863474"/>
                    <a:pt x="2308025" y="1869348"/>
                    <a:pt x="2299297" y="1872286"/>
                  </a:cubicBezTo>
                  <a:cubicBezTo>
                    <a:pt x="2293506" y="1875223"/>
                    <a:pt x="2290569" y="1878160"/>
                    <a:pt x="2287632" y="1878160"/>
                  </a:cubicBezTo>
                  <a:cubicBezTo>
                    <a:pt x="2255656" y="1895701"/>
                    <a:pt x="2209078" y="1919116"/>
                    <a:pt x="2174081" y="1933719"/>
                  </a:cubicBezTo>
                  <a:cubicBezTo>
                    <a:pt x="2156624" y="1942531"/>
                    <a:pt x="2142105" y="1948322"/>
                    <a:pt x="2133293" y="1951259"/>
                  </a:cubicBezTo>
                  <a:lnTo>
                    <a:pt x="2133293" y="1954197"/>
                  </a:lnTo>
                  <a:cubicBezTo>
                    <a:pt x="2130356" y="1954197"/>
                    <a:pt x="2127502" y="1954197"/>
                    <a:pt x="2124565" y="1957134"/>
                  </a:cubicBezTo>
                  <a:cubicBezTo>
                    <a:pt x="2124565" y="1957134"/>
                    <a:pt x="2121628" y="1957134"/>
                    <a:pt x="2121628" y="1960071"/>
                  </a:cubicBezTo>
                  <a:lnTo>
                    <a:pt x="2118690" y="1960071"/>
                  </a:lnTo>
                  <a:cubicBezTo>
                    <a:pt x="2112899" y="1963009"/>
                    <a:pt x="2104171" y="1965946"/>
                    <a:pt x="2095443" y="1971737"/>
                  </a:cubicBezTo>
                  <a:lnTo>
                    <a:pt x="2095443" y="1971737"/>
                  </a:lnTo>
                  <a:cubicBezTo>
                    <a:pt x="2028471" y="2003964"/>
                    <a:pt x="1900401" y="2068335"/>
                    <a:pt x="1888819" y="2077063"/>
                  </a:cubicBezTo>
                  <a:cubicBezTo>
                    <a:pt x="1874300" y="2082938"/>
                    <a:pt x="1798599" y="2138497"/>
                    <a:pt x="1757812" y="2173661"/>
                  </a:cubicBezTo>
                  <a:lnTo>
                    <a:pt x="1754874" y="2173661"/>
                  </a:lnTo>
                  <a:cubicBezTo>
                    <a:pt x="1751937" y="2176599"/>
                    <a:pt x="1746146" y="2182473"/>
                    <a:pt x="1743209" y="2185327"/>
                  </a:cubicBezTo>
                  <a:cubicBezTo>
                    <a:pt x="1740271" y="2185327"/>
                    <a:pt x="1740271" y="2188264"/>
                    <a:pt x="1737418" y="2188264"/>
                  </a:cubicBezTo>
                  <a:cubicBezTo>
                    <a:pt x="1731627" y="2191202"/>
                    <a:pt x="1728690" y="2194139"/>
                    <a:pt x="1728690" y="2197077"/>
                  </a:cubicBezTo>
                  <a:cubicBezTo>
                    <a:pt x="1711233" y="2208742"/>
                    <a:pt x="1513337" y="2340421"/>
                    <a:pt x="1507463" y="2346296"/>
                  </a:cubicBezTo>
                  <a:cubicBezTo>
                    <a:pt x="1498734" y="2355108"/>
                    <a:pt x="1318295" y="2445747"/>
                    <a:pt x="1294964" y="2460434"/>
                  </a:cubicBezTo>
                  <a:cubicBezTo>
                    <a:pt x="1271717" y="2472099"/>
                    <a:pt x="1149438" y="2618465"/>
                    <a:pt x="1149438" y="2618465"/>
                  </a:cubicBezTo>
                  <a:cubicBezTo>
                    <a:pt x="1149438" y="2618465"/>
                    <a:pt x="989392" y="2732603"/>
                    <a:pt x="971852" y="2741331"/>
                  </a:cubicBezTo>
                  <a:cubicBezTo>
                    <a:pt x="948604" y="2752997"/>
                    <a:pt x="756500" y="2843720"/>
                    <a:pt x="736106" y="2864198"/>
                  </a:cubicBezTo>
                  <a:cubicBezTo>
                    <a:pt x="718649" y="2887613"/>
                    <a:pt x="622555" y="3001751"/>
                    <a:pt x="608036" y="3016355"/>
                  </a:cubicBezTo>
                  <a:cubicBezTo>
                    <a:pt x="593517" y="3030958"/>
                    <a:pt x="110275" y="3446471"/>
                    <a:pt x="110275" y="3446471"/>
                  </a:cubicBezTo>
                  <a:lnTo>
                    <a:pt x="54969" y="3464012"/>
                  </a:lnTo>
                  <a:cubicBezTo>
                    <a:pt x="49178" y="3458137"/>
                    <a:pt x="46240" y="3455200"/>
                    <a:pt x="37512" y="3449409"/>
                  </a:cubicBezTo>
                  <a:lnTo>
                    <a:pt x="5537" y="3373372"/>
                  </a:lnTo>
                  <a:lnTo>
                    <a:pt x="5537" y="3355832"/>
                  </a:lnTo>
                  <a:lnTo>
                    <a:pt x="116150" y="3250506"/>
                  </a:lnTo>
                  <a:lnTo>
                    <a:pt x="264614" y="3107162"/>
                  </a:lnTo>
                  <a:lnTo>
                    <a:pt x="343168" y="3033979"/>
                  </a:lnTo>
                  <a:lnTo>
                    <a:pt x="401412" y="2978420"/>
                  </a:lnTo>
                  <a:cubicBezTo>
                    <a:pt x="401412" y="2978420"/>
                    <a:pt x="410140" y="2963817"/>
                    <a:pt x="415931" y="2952068"/>
                  </a:cubicBezTo>
                  <a:cubicBezTo>
                    <a:pt x="415931" y="2949130"/>
                    <a:pt x="410140" y="2934528"/>
                    <a:pt x="410140" y="2934528"/>
                  </a:cubicBezTo>
                  <a:lnTo>
                    <a:pt x="372290" y="2925715"/>
                  </a:lnTo>
                  <a:lnTo>
                    <a:pt x="337377" y="2916903"/>
                  </a:lnTo>
                  <a:lnTo>
                    <a:pt x="319921" y="2896425"/>
                  </a:lnTo>
                  <a:lnTo>
                    <a:pt x="285008" y="2832055"/>
                  </a:lnTo>
                  <a:lnTo>
                    <a:pt x="258823" y="2501389"/>
                  </a:lnTo>
                  <a:lnTo>
                    <a:pt x="258823" y="2208826"/>
                  </a:lnTo>
                  <a:lnTo>
                    <a:pt x="253032" y="1995236"/>
                  </a:lnTo>
                  <a:lnTo>
                    <a:pt x="258823" y="1790459"/>
                  </a:lnTo>
                  <a:lnTo>
                    <a:pt x="258823" y="1503686"/>
                  </a:lnTo>
                  <a:lnTo>
                    <a:pt x="238429" y="1398360"/>
                  </a:lnTo>
                  <a:lnTo>
                    <a:pt x="180185" y="1304699"/>
                  </a:lnTo>
                  <a:lnTo>
                    <a:pt x="121941" y="1202311"/>
                  </a:lnTo>
                  <a:lnTo>
                    <a:pt x="37512" y="1181833"/>
                  </a:lnTo>
                  <a:lnTo>
                    <a:pt x="148126" y="1073569"/>
                  </a:lnTo>
                  <a:cubicBezTo>
                    <a:pt x="148126" y="1073569"/>
                    <a:pt x="180101" y="1058966"/>
                    <a:pt x="185976" y="1058966"/>
                  </a:cubicBezTo>
                  <a:lnTo>
                    <a:pt x="203432" y="1058966"/>
                  </a:lnTo>
                  <a:lnTo>
                    <a:pt x="281986" y="1076507"/>
                  </a:lnTo>
                  <a:lnTo>
                    <a:pt x="369269" y="1096984"/>
                  </a:lnTo>
                  <a:lnTo>
                    <a:pt x="424575" y="1096984"/>
                  </a:lnTo>
                  <a:lnTo>
                    <a:pt x="439094" y="1088172"/>
                  </a:lnTo>
                  <a:lnTo>
                    <a:pt x="439094" y="1073569"/>
                  </a:lnTo>
                  <a:lnTo>
                    <a:pt x="433304" y="1029676"/>
                  </a:lnTo>
                  <a:lnTo>
                    <a:pt x="442032" y="892123"/>
                  </a:lnTo>
                  <a:lnTo>
                    <a:pt x="471154" y="274769"/>
                  </a:lnTo>
                  <a:lnTo>
                    <a:pt x="415847" y="245479"/>
                  </a:lnTo>
                  <a:lnTo>
                    <a:pt x="377997" y="216189"/>
                  </a:lnTo>
                  <a:lnTo>
                    <a:pt x="363478" y="195711"/>
                  </a:lnTo>
                  <a:lnTo>
                    <a:pt x="354750" y="181108"/>
                  </a:lnTo>
                  <a:lnTo>
                    <a:pt x="354750" y="157693"/>
                  </a:lnTo>
                  <a:cubicBezTo>
                    <a:pt x="354750" y="157693"/>
                    <a:pt x="395537" y="55304"/>
                    <a:pt x="395537" y="52367"/>
                  </a:cubicBezTo>
                  <a:cubicBezTo>
                    <a:pt x="401328" y="46492"/>
                    <a:pt x="439178" y="37764"/>
                    <a:pt x="442116" y="37764"/>
                  </a:cubicBezTo>
                  <a:cubicBezTo>
                    <a:pt x="447907" y="37764"/>
                    <a:pt x="520670" y="28952"/>
                    <a:pt x="520670" y="28952"/>
                  </a:cubicBezTo>
                  <a:lnTo>
                    <a:pt x="552645" y="5537"/>
                  </a:lnTo>
                  <a:lnTo>
                    <a:pt x="613743" y="5537"/>
                  </a:lnTo>
                  <a:lnTo>
                    <a:pt x="639927" y="28952"/>
                  </a:lnTo>
                  <a:cubicBezTo>
                    <a:pt x="639927" y="28952"/>
                    <a:pt x="671903" y="31889"/>
                    <a:pt x="674840" y="31889"/>
                  </a:cubicBezTo>
                  <a:cubicBezTo>
                    <a:pt x="680631" y="37764"/>
                    <a:pt x="703962" y="40701"/>
                    <a:pt x="703962" y="40701"/>
                  </a:cubicBezTo>
                  <a:cubicBezTo>
                    <a:pt x="703962" y="40701"/>
                    <a:pt x="741813" y="46576"/>
                    <a:pt x="753478" y="40701"/>
                  </a:cubicBezTo>
                  <a:lnTo>
                    <a:pt x="788391" y="40701"/>
                  </a:lnTo>
                  <a:cubicBezTo>
                    <a:pt x="797119" y="46576"/>
                    <a:pt x="840761" y="40701"/>
                    <a:pt x="840761" y="40701"/>
                  </a:cubicBezTo>
                  <a:lnTo>
                    <a:pt x="855280" y="55304"/>
                  </a:lnTo>
                  <a:cubicBezTo>
                    <a:pt x="855280" y="55304"/>
                    <a:pt x="855280" y="84594"/>
                    <a:pt x="849489" y="93322"/>
                  </a:cubicBezTo>
                  <a:cubicBezTo>
                    <a:pt x="849489" y="102135"/>
                    <a:pt x="832032" y="119675"/>
                    <a:pt x="832032" y="119675"/>
                  </a:cubicBezTo>
                  <a:cubicBezTo>
                    <a:pt x="832032" y="119675"/>
                    <a:pt x="823304" y="154756"/>
                    <a:pt x="823304" y="157693"/>
                  </a:cubicBezTo>
                  <a:cubicBezTo>
                    <a:pt x="823304" y="163568"/>
                    <a:pt x="826241" y="204523"/>
                    <a:pt x="826241" y="204523"/>
                  </a:cubicBezTo>
                  <a:lnTo>
                    <a:pt x="840761" y="236667"/>
                  </a:lnTo>
                  <a:lnTo>
                    <a:pt x="864008" y="260082"/>
                  </a:lnTo>
                  <a:lnTo>
                    <a:pt x="887255" y="529230"/>
                  </a:lnTo>
                  <a:lnTo>
                    <a:pt x="916377" y="529230"/>
                  </a:lnTo>
                  <a:lnTo>
                    <a:pt x="930896" y="517564"/>
                  </a:lnTo>
                  <a:lnTo>
                    <a:pt x="960018" y="517564"/>
                  </a:lnTo>
                  <a:lnTo>
                    <a:pt x="1026991" y="523439"/>
                  </a:lnTo>
                  <a:lnTo>
                    <a:pt x="1061904" y="546854"/>
                  </a:lnTo>
                  <a:lnTo>
                    <a:pt x="1099754" y="584873"/>
                  </a:lnTo>
                  <a:lnTo>
                    <a:pt x="1157998" y="602413"/>
                  </a:lnTo>
                  <a:lnTo>
                    <a:pt x="1210367" y="611225"/>
                  </a:lnTo>
                  <a:lnTo>
                    <a:pt x="1219096" y="640515"/>
                  </a:lnTo>
                  <a:lnTo>
                    <a:pt x="1259883" y="640515"/>
                  </a:lnTo>
                  <a:cubicBezTo>
                    <a:pt x="1259883" y="640515"/>
                    <a:pt x="1262821" y="631703"/>
                    <a:pt x="1262821" y="622975"/>
                  </a:cubicBezTo>
                  <a:cubicBezTo>
                    <a:pt x="1268611" y="617100"/>
                    <a:pt x="1286068" y="617100"/>
                    <a:pt x="1286068" y="617100"/>
                  </a:cubicBezTo>
                  <a:lnTo>
                    <a:pt x="1306462" y="631703"/>
                  </a:lnTo>
                  <a:lnTo>
                    <a:pt x="1306462" y="658055"/>
                  </a:lnTo>
                  <a:lnTo>
                    <a:pt x="1344312" y="672658"/>
                  </a:lnTo>
                  <a:lnTo>
                    <a:pt x="1402556" y="672658"/>
                  </a:lnTo>
                  <a:cubicBezTo>
                    <a:pt x="1411284" y="669721"/>
                    <a:pt x="1425803" y="663846"/>
                    <a:pt x="1437469" y="663846"/>
                  </a:cubicBezTo>
                  <a:cubicBezTo>
                    <a:pt x="1449135" y="657971"/>
                    <a:pt x="1466591" y="655034"/>
                    <a:pt x="1481110" y="655034"/>
                  </a:cubicBezTo>
                  <a:cubicBezTo>
                    <a:pt x="1489838" y="655034"/>
                    <a:pt x="1495629" y="663846"/>
                    <a:pt x="1495629" y="663846"/>
                  </a:cubicBezTo>
                  <a:lnTo>
                    <a:pt x="1518876" y="672658"/>
                  </a:lnTo>
                  <a:cubicBezTo>
                    <a:pt x="1518876" y="672658"/>
                    <a:pt x="1536333" y="663846"/>
                    <a:pt x="1545061" y="658055"/>
                  </a:cubicBezTo>
                  <a:lnTo>
                    <a:pt x="1553789" y="649243"/>
                  </a:lnTo>
                  <a:lnTo>
                    <a:pt x="1579974" y="649243"/>
                  </a:lnTo>
                  <a:lnTo>
                    <a:pt x="1594493" y="663846"/>
                  </a:lnTo>
                  <a:lnTo>
                    <a:pt x="1623615" y="663846"/>
                  </a:lnTo>
                  <a:lnTo>
                    <a:pt x="1632343" y="649243"/>
                  </a:lnTo>
                  <a:lnTo>
                    <a:pt x="1664319" y="634640"/>
                  </a:lnTo>
                  <a:cubicBezTo>
                    <a:pt x="1664319" y="634640"/>
                    <a:pt x="1702169" y="631703"/>
                    <a:pt x="1713835" y="625828"/>
                  </a:cubicBezTo>
                  <a:cubicBezTo>
                    <a:pt x="1722563" y="622891"/>
                    <a:pt x="1731291" y="622891"/>
                    <a:pt x="1745810" y="617016"/>
                  </a:cubicBezTo>
                  <a:cubicBezTo>
                    <a:pt x="1754539" y="611141"/>
                    <a:pt x="1766204" y="602413"/>
                    <a:pt x="1766204" y="602413"/>
                  </a:cubicBezTo>
                  <a:lnTo>
                    <a:pt x="1792389" y="584873"/>
                  </a:lnTo>
                  <a:lnTo>
                    <a:pt x="1824364" y="584873"/>
                  </a:lnTo>
                  <a:lnTo>
                    <a:pt x="1847612" y="599476"/>
                  </a:lnTo>
                  <a:lnTo>
                    <a:pt x="1888399" y="599476"/>
                  </a:lnTo>
                  <a:lnTo>
                    <a:pt x="1908793" y="587810"/>
                  </a:lnTo>
                  <a:lnTo>
                    <a:pt x="1934978" y="564395"/>
                  </a:lnTo>
                  <a:lnTo>
                    <a:pt x="2071776" y="529314"/>
                  </a:lnTo>
                  <a:lnTo>
                    <a:pt x="2191118" y="502961"/>
                  </a:lnTo>
                  <a:cubicBezTo>
                    <a:pt x="2191118" y="502961"/>
                    <a:pt x="2220240" y="508836"/>
                    <a:pt x="2226031" y="508836"/>
                  </a:cubicBezTo>
                  <a:cubicBezTo>
                    <a:pt x="2228968" y="508836"/>
                    <a:pt x="2234759" y="523439"/>
                    <a:pt x="2234759" y="523439"/>
                  </a:cubicBezTo>
                  <a:lnTo>
                    <a:pt x="2243487" y="561457"/>
                  </a:lnTo>
                  <a:lnTo>
                    <a:pt x="2324978" y="646306"/>
                  </a:lnTo>
                  <a:lnTo>
                    <a:pt x="2339497" y="672658"/>
                  </a:lnTo>
                  <a:lnTo>
                    <a:pt x="2365682" y="789734"/>
                  </a:lnTo>
                  <a:lnTo>
                    <a:pt x="2394804" y="1012136"/>
                  </a:lnTo>
                  <a:lnTo>
                    <a:pt x="2260943" y="1099922"/>
                  </a:lnTo>
                  <a:lnTo>
                    <a:pt x="2266734" y="1123337"/>
                  </a:lnTo>
                  <a:lnTo>
                    <a:pt x="2292919" y="1140877"/>
                  </a:lnTo>
                  <a:lnTo>
                    <a:pt x="2292919" y="1187707"/>
                  </a:lnTo>
                  <a:lnTo>
                    <a:pt x="2380201" y="1369154"/>
                  </a:lnTo>
                  <a:lnTo>
                    <a:pt x="2388929" y="1518373"/>
                  </a:lnTo>
                  <a:lnTo>
                    <a:pt x="2493752" y="1714422"/>
                  </a:lnTo>
                  <a:lnTo>
                    <a:pt x="2493752" y="1714422"/>
                  </a:lnTo>
                  <a:close/>
                </a:path>
              </a:pathLst>
            </a:custGeom>
            <a:solidFill>
              <a:srgbClr val="9D7539">
                <a:alpha val="70000"/>
              </a:srgbClr>
            </a:solidFill>
            <a:ln w="4738" cap="flat">
              <a:solidFill>
                <a:schemeClr val="bg1"/>
              </a:solid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latin typeface="Fund Light"/>
                <a:ea typeface="+mn-ea"/>
                <a:cs typeface="+mn-cs"/>
              </a:endParaRPr>
            </a:p>
          </p:txBody>
        </p:sp>
        <p:sp>
          <p:nvSpPr>
            <p:cNvPr id="54" name="Freeform: Shape 53">
              <a:extLst>
                <a:ext uri="{FF2B5EF4-FFF2-40B4-BE49-F238E27FC236}">
                  <a16:creationId xmlns:a16="http://schemas.microsoft.com/office/drawing/2014/main" id="{EC30BCDE-59BB-268D-569A-96CDEAF41B8F}"/>
                </a:ext>
              </a:extLst>
            </p:cNvPr>
            <p:cNvSpPr/>
            <p:nvPr/>
          </p:nvSpPr>
          <p:spPr>
            <a:xfrm>
              <a:off x="6164907" y="2933673"/>
              <a:ext cx="1285565" cy="1392748"/>
            </a:xfrm>
            <a:custGeom>
              <a:avLst/>
              <a:gdLst>
                <a:gd name="connsiteX0" fmla="*/ 1574267 w 1577794"/>
                <a:gd name="connsiteY0" fmla="*/ 1555803 h 1703682"/>
                <a:gd name="connsiteX1" fmla="*/ 1574267 w 1577794"/>
                <a:gd name="connsiteY1" fmla="*/ 1617237 h 1703682"/>
                <a:gd name="connsiteX2" fmla="*/ 1571330 w 1577794"/>
                <a:gd name="connsiteY2" fmla="*/ 1617237 h 1703682"/>
                <a:gd name="connsiteX3" fmla="*/ 1076507 w 1577794"/>
                <a:gd name="connsiteY3" fmla="*/ 1605571 h 1703682"/>
                <a:gd name="connsiteX4" fmla="*/ 1053259 w 1577794"/>
                <a:gd name="connsiteY4" fmla="*/ 1631924 h 1703682"/>
                <a:gd name="connsiteX5" fmla="*/ 826241 w 1577794"/>
                <a:gd name="connsiteY5" fmla="*/ 1667004 h 1703682"/>
                <a:gd name="connsiteX6" fmla="*/ 802994 w 1577794"/>
                <a:gd name="connsiteY6" fmla="*/ 1678670 h 1703682"/>
                <a:gd name="connsiteX7" fmla="*/ 756416 w 1577794"/>
                <a:gd name="connsiteY7" fmla="*/ 1678670 h 1703682"/>
                <a:gd name="connsiteX8" fmla="*/ 721503 w 1577794"/>
                <a:gd name="connsiteY8" fmla="*/ 1690336 h 1703682"/>
                <a:gd name="connsiteX9" fmla="*/ 695318 w 1577794"/>
                <a:gd name="connsiteY9" fmla="*/ 1699148 h 1703682"/>
                <a:gd name="connsiteX10" fmla="*/ 648740 w 1577794"/>
                <a:gd name="connsiteY10" fmla="*/ 1678670 h 1703682"/>
                <a:gd name="connsiteX11" fmla="*/ 637074 w 1577794"/>
                <a:gd name="connsiteY11" fmla="*/ 1631840 h 1703682"/>
                <a:gd name="connsiteX12" fmla="*/ 660321 w 1577794"/>
                <a:gd name="connsiteY12" fmla="*/ 1631840 h 1703682"/>
                <a:gd name="connsiteX13" fmla="*/ 695234 w 1577794"/>
                <a:gd name="connsiteY13" fmla="*/ 1614300 h 1703682"/>
                <a:gd name="connsiteX14" fmla="*/ 695234 w 1577794"/>
                <a:gd name="connsiteY14" fmla="*/ 1579219 h 1703682"/>
                <a:gd name="connsiteX15" fmla="*/ 689443 w 1577794"/>
                <a:gd name="connsiteY15" fmla="*/ 1552866 h 1703682"/>
                <a:gd name="connsiteX16" fmla="*/ 671987 w 1577794"/>
                <a:gd name="connsiteY16" fmla="*/ 1552866 h 1703682"/>
                <a:gd name="connsiteX17" fmla="*/ 671987 w 1577794"/>
                <a:gd name="connsiteY17" fmla="*/ 1541200 h 1703682"/>
                <a:gd name="connsiteX18" fmla="*/ 648740 w 1577794"/>
                <a:gd name="connsiteY18" fmla="*/ 1520723 h 1703682"/>
                <a:gd name="connsiteX19" fmla="*/ 648740 w 1577794"/>
                <a:gd name="connsiteY19" fmla="*/ 1509057 h 1703682"/>
                <a:gd name="connsiteX20" fmla="*/ 660405 w 1577794"/>
                <a:gd name="connsiteY20" fmla="*/ 1497392 h 1703682"/>
                <a:gd name="connsiteX21" fmla="*/ 648740 w 1577794"/>
                <a:gd name="connsiteY21" fmla="*/ 1473976 h 1703682"/>
                <a:gd name="connsiteX22" fmla="*/ 648740 w 1577794"/>
                <a:gd name="connsiteY22" fmla="*/ 1438896 h 1703682"/>
                <a:gd name="connsiteX23" fmla="*/ 660405 w 1577794"/>
                <a:gd name="connsiteY23" fmla="*/ 1403815 h 1703682"/>
                <a:gd name="connsiteX24" fmla="*/ 672071 w 1577794"/>
                <a:gd name="connsiteY24" fmla="*/ 1395003 h 1703682"/>
                <a:gd name="connsiteX25" fmla="*/ 660405 w 1577794"/>
                <a:gd name="connsiteY25" fmla="*/ 1377462 h 1703682"/>
                <a:gd name="connsiteX26" fmla="*/ 672071 w 1577794"/>
                <a:gd name="connsiteY26" fmla="*/ 1342382 h 1703682"/>
                <a:gd name="connsiteX27" fmla="*/ 672071 w 1577794"/>
                <a:gd name="connsiteY27" fmla="*/ 1316029 h 1703682"/>
                <a:gd name="connsiteX28" fmla="*/ 625492 w 1577794"/>
                <a:gd name="connsiteY28" fmla="*/ 1304364 h 1703682"/>
                <a:gd name="connsiteX29" fmla="*/ 590579 w 1577794"/>
                <a:gd name="connsiteY29" fmla="*/ 1283886 h 1703682"/>
                <a:gd name="connsiteX30" fmla="*/ 590579 w 1577794"/>
                <a:gd name="connsiteY30" fmla="*/ 1257533 h 1703682"/>
                <a:gd name="connsiteX31" fmla="*/ 573123 w 1577794"/>
                <a:gd name="connsiteY31" fmla="*/ 1222453 h 1703682"/>
                <a:gd name="connsiteX32" fmla="*/ 558604 w 1577794"/>
                <a:gd name="connsiteY32" fmla="*/ 1199037 h 1703682"/>
                <a:gd name="connsiteX33" fmla="*/ 494569 w 1577794"/>
                <a:gd name="connsiteY33" fmla="*/ 1199037 h 1703682"/>
                <a:gd name="connsiteX34" fmla="*/ 494569 w 1577794"/>
                <a:gd name="connsiteY34" fmla="*/ 1172685 h 1703682"/>
                <a:gd name="connsiteX35" fmla="*/ 459656 w 1577794"/>
                <a:gd name="connsiteY35" fmla="*/ 1172685 h 1703682"/>
                <a:gd name="connsiteX36" fmla="*/ 447990 w 1577794"/>
                <a:gd name="connsiteY36" fmla="*/ 1187288 h 1703682"/>
                <a:gd name="connsiteX37" fmla="*/ 430534 w 1577794"/>
                <a:gd name="connsiteY37" fmla="*/ 1198953 h 1703682"/>
                <a:gd name="connsiteX38" fmla="*/ 360708 w 1577794"/>
                <a:gd name="connsiteY38" fmla="*/ 1198953 h 1703682"/>
                <a:gd name="connsiteX39" fmla="*/ 325795 w 1577794"/>
                <a:gd name="connsiteY39" fmla="*/ 994176 h 1703682"/>
                <a:gd name="connsiteX40" fmla="*/ 360708 w 1577794"/>
                <a:gd name="connsiteY40" fmla="*/ 1005841 h 1703682"/>
                <a:gd name="connsiteX41" fmla="*/ 383955 w 1577794"/>
                <a:gd name="connsiteY41" fmla="*/ 1005841 h 1703682"/>
                <a:gd name="connsiteX42" fmla="*/ 395621 w 1577794"/>
                <a:gd name="connsiteY42" fmla="*/ 982426 h 1703682"/>
                <a:gd name="connsiteX43" fmla="*/ 98694 w 1577794"/>
                <a:gd name="connsiteY43" fmla="*/ 587558 h 1703682"/>
                <a:gd name="connsiteX44" fmla="*/ 52115 w 1577794"/>
                <a:gd name="connsiteY44" fmla="*/ 572955 h 1703682"/>
                <a:gd name="connsiteX45" fmla="*/ 22993 w 1577794"/>
                <a:gd name="connsiteY45" fmla="*/ 508584 h 1703682"/>
                <a:gd name="connsiteX46" fmla="*/ 20056 w 1577794"/>
                <a:gd name="connsiteY46" fmla="*/ 502710 h 1703682"/>
                <a:gd name="connsiteX47" fmla="*/ 5537 w 1577794"/>
                <a:gd name="connsiteY47" fmla="*/ 470566 h 1703682"/>
                <a:gd name="connsiteX48" fmla="*/ 8474 w 1577794"/>
                <a:gd name="connsiteY48" fmla="*/ 470566 h 1703682"/>
                <a:gd name="connsiteX49" fmla="*/ 145272 w 1577794"/>
                <a:gd name="connsiteY49" fmla="*/ 359449 h 1703682"/>
                <a:gd name="connsiteX50" fmla="*/ 349043 w 1577794"/>
                <a:gd name="connsiteY50" fmla="*/ 274601 h 1703682"/>
                <a:gd name="connsiteX51" fmla="*/ 593517 w 1577794"/>
                <a:gd name="connsiteY51" fmla="*/ 61095 h 1703682"/>
                <a:gd name="connsiteX52" fmla="*/ 640095 w 1577794"/>
                <a:gd name="connsiteY52" fmla="*/ 5537 h 1703682"/>
                <a:gd name="connsiteX53" fmla="*/ 730315 w 1577794"/>
                <a:gd name="connsiteY53" fmla="*/ 55220 h 1703682"/>
                <a:gd name="connsiteX54" fmla="*/ 733252 w 1577794"/>
                <a:gd name="connsiteY54" fmla="*/ 55220 h 1703682"/>
                <a:gd name="connsiteX55" fmla="*/ 771103 w 1577794"/>
                <a:gd name="connsiteY55" fmla="*/ 78635 h 1703682"/>
                <a:gd name="connsiteX56" fmla="*/ 776893 w 1577794"/>
                <a:gd name="connsiteY56" fmla="*/ 81573 h 1703682"/>
                <a:gd name="connsiteX57" fmla="*/ 776893 w 1577794"/>
                <a:gd name="connsiteY57" fmla="*/ 84510 h 1703682"/>
                <a:gd name="connsiteX58" fmla="*/ 899173 w 1577794"/>
                <a:gd name="connsiteY58" fmla="*/ 151818 h 1703682"/>
                <a:gd name="connsiteX59" fmla="*/ 899173 w 1577794"/>
                <a:gd name="connsiteY59" fmla="*/ 151818 h 1703682"/>
                <a:gd name="connsiteX60" fmla="*/ 910838 w 1577794"/>
                <a:gd name="connsiteY60" fmla="*/ 160630 h 1703682"/>
                <a:gd name="connsiteX61" fmla="*/ 916629 w 1577794"/>
                <a:gd name="connsiteY61" fmla="*/ 163568 h 1703682"/>
                <a:gd name="connsiteX62" fmla="*/ 922420 w 1577794"/>
                <a:gd name="connsiteY62" fmla="*/ 169443 h 1703682"/>
                <a:gd name="connsiteX63" fmla="*/ 939876 w 1577794"/>
                <a:gd name="connsiteY63" fmla="*/ 178255 h 1703682"/>
                <a:gd name="connsiteX64" fmla="*/ 939876 w 1577794"/>
                <a:gd name="connsiteY64" fmla="*/ 178255 h 1703682"/>
                <a:gd name="connsiteX65" fmla="*/ 963124 w 1577794"/>
                <a:gd name="connsiteY65" fmla="*/ 192858 h 1703682"/>
                <a:gd name="connsiteX66" fmla="*/ 977643 w 1577794"/>
                <a:gd name="connsiteY66" fmla="*/ 201670 h 1703682"/>
                <a:gd name="connsiteX67" fmla="*/ 1015493 w 1577794"/>
                <a:gd name="connsiteY67" fmla="*/ 233813 h 1703682"/>
                <a:gd name="connsiteX68" fmla="*/ 1070800 w 1577794"/>
                <a:gd name="connsiteY68" fmla="*/ 295246 h 1703682"/>
                <a:gd name="connsiteX69" fmla="*/ 1073737 w 1577794"/>
                <a:gd name="connsiteY69" fmla="*/ 298184 h 1703682"/>
                <a:gd name="connsiteX70" fmla="*/ 1079528 w 1577794"/>
                <a:gd name="connsiteY70" fmla="*/ 306996 h 1703682"/>
                <a:gd name="connsiteX71" fmla="*/ 1094047 w 1577794"/>
                <a:gd name="connsiteY71" fmla="*/ 324536 h 1703682"/>
                <a:gd name="connsiteX72" fmla="*/ 1096984 w 1577794"/>
                <a:gd name="connsiteY72" fmla="*/ 327474 h 1703682"/>
                <a:gd name="connsiteX73" fmla="*/ 1105713 w 1577794"/>
                <a:gd name="connsiteY73" fmla="*/ 339139 h 1703682"/>
                <a:gd name="connsiteX74" fmla="*/ 1111503 w 1577794"/>
                <a:gd name="connsiteY74" fmla="*/ 347951 h 1703682"/>
                <a:gd name="connsiteX75" fmla="*/ 1257030 w 1577794"/>
                <a:gd name="connsiteY75" fmla="*/ 564395 h 1703682"/>
                <a:gd name="connsiteX76" fmla="*/ 1257030 w 1577794"/>
                <a:gd name="connsiteY76" fmla="*/ 564395 h 1703682"/>
                <a:gd name="connsiteX77" fmla="*/ 1271549 w 1577794"/>
                <a:gd name="connsiteY77" fmla="*/ 584873 h 1703682"/>
                <a:gd name="connsiteX78" fmla="*/ 1271549 w 1577794"/>
                <a:gd name="connsiteY78" fmla="*/ 587810 h 1703682"/>
                <a:gd name="connsiteX79" fmla="*/ 1280277 w 1577794"/>
                <a:gd name="connsiteY79" fmla="*/ 596622 h 1703682"/>
                <a:gd name="connsiteX80" fmla="*/ 1283214 w 1577794"/>
                <a:gd name="connsiteY80" fmla="*/ 602497 h 1703682"/>
                <a:gd name="connsiteX81" fmla="*/ 1283214 w 1577794"/>
                <a:gd name="connsiteY81" fmla="*/ 602497 h 1703682"/>
                <a:gd name="connsiteX82" fmla="*/ 1286152 w 1577794"/>
                <a:gd name="connsiteY82" fmla="*/ 605434 h 1703682"/>
                <a:gd name="connsiteX83" fmla="*/ 1291943 w 1577794"/>
                <a:gd name="connsiteY83" fmla="*/ 614246 h 1703682"/>
                <a:gd name="connsiteX84" fmla="*/ 1449135 w 1577794"/>
                <a:gd name="connsiteY84" fmla="*/ 857042 h 1703682"/>
                <a:gd name="connsiteX85" fmla="*/ 1530626 w 1577794"/>
                <a:gd name="connsiteY85" fmla="*/ 1085151 h 1703682"/>
                <a:gd name="connsiteX86" fmla="*/ 1536417 w 1577794"/>
                <a:gd name="connsiteY86" fmla="*/ 1129044 h 1703682"/>
                <a:gd name="connsiteX87" fmla="*/ 1539354 w 1577794"/>
                <a:gd name="connsiteY87" fmla="*/ 1129044 h 1703682"/>
                <a:gd name="connsiteX88" fmla="*/ 1536417 w 1577794"/>
                <a:gd name="connsiteY88" fmla="*/ 1131981 h 1703682"/>
                <a:gd name="connsiteX89" fmla="*/ 1571330 w 1577794"/>
                <a:gd name="connsiteY89" fmla="*/ 1556055 h 1703682"/>
                <a:gd name="connsiteX90" fmla="*/ 1574267 w 1577794"/>
                <a:gd name="connsiteY90" fmla="*/ 1556055 h 170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7794" h="1703682">
                  <a:moveTo>
                    <a:pt x="1574267" y="1555803"/>
                  </a:moveTo>
                  <a:lnTo>
                    <a:pt x="1574267" y="1617237"/>
                  </a:lnTo>
                  <a:lnTo>
                    <a:pt x="1571330" y="1617237"/>
                  </a:lnTo>
                  <a:lnTo>
                    <a:pt x="1076507" y="1605571"/>
                  </a:lnTo>
                  <a:lnTo>
                    <a:pt x="1053259" y="1631924"/>
                  </a:lnTo>
                  <a:lnTo>
                    <a:pt x="826241" y="1667004"/>
                  </a:lnTo>
                  <a:lnTo>
                    <a:pt x="802994" y="1678670"/>
                  </a:lnTo>
                  <a:lnTo>
                    <a:pt x="756416" y="1678670"/>
                  </a:lnTo>
                  <a:lnTo>
                    <a:pt x="721503" y="1690336"/>
                  </a:lnTo>
                  <a:lnTo>
                    <a:pt x="695318" y="1699148"/>
                  </a:lnTo>
                  <a:cubicBezTo>
                    <a:pt x="695318" y="1699148"/>
                    <a:pt x="660405" y="1678670"/>
                    <a:pt x="648740" y="1678670"/>
                  </a:cubicBezTo>
                  <a:cubicBezTo>
                    <a:pt x="637074" y="1678670"/>
                    <a:pt x="637074" y="1631840"/>
                    <a:pt x="637074" y="1631840"/>
                  </a:cubicBezTo>
                  <a:lnTo>
                    <a:pt x="660321" y="1631840"/>
                  </a:lnTo>
                  <a:lnTo>
                    <a:pt x="695234" y="1614300"/>
                  </a:lnTo>
                  <a:lnTo>
                    <a:pt x="695234" y="1579219"/>
                  </a:lnTo>
                  <a:cubicBezTo>
                    <a:pt x="695234" y="1567553"/>
                    <a:pt x="689443" y="1552866"/>
                    <a:pt x="689443" y="1552866"/>
                  </a:cubicBezTo>
                  <a:lnTo>
                    <a:pt x="671987" y="1552866"/>
                  </a:lnTo>
                  <a:lnTo>
                    <a:pt x="671987" y="1541200"/>
                  </a:lnTo>
                  <a:lnTo>
                    <a:pt x="648740" y="1520723"/>
                  </a:lnTo>
                  <a:lnTo>
                    <a:pt x="648740" y="1509057"/>
                  </a:lnTo>
                  <a:lnTo>
                    <a:pt x="660405" y="1497392"/>
                  </a:lnTo>
                  <a:lnTo>
                    <a:pt x="648740" y="1473976"/>
                  </a:lnTo>
                  <a:lnTo>
                    <a:pt x="648740" y="1438896"/>
                  </a:lnTo>
                  <a:lnTo>
                    <a:pt x="660405" y="1403815"/>
                  </a:lnTo>
                  <a:lnTo>
                    <a:pt x="672071" y="1395003"/>
                  </a:lnTo>
                  <a:lnTo>
                    <a:pt x="660405" y="1377462"/>
                  </a:lnTo>
                  <a:lnTo>
                    <a:pt x="672071" y="1342382"/>
                  </a:lnTo>
                  <a:lnTo>
                    <a:pt x="672071" y="1316029"/>
                  </a:lnTo>
                  <a:lnTo>
                    <a:pt x="625492" y="1304364"/>
                  </a:lnTo>
                  <a:lnTo>
                    <a:pt x="590579" y="1283886"/>
                  </a:lnTo>
                  <a:lnTo>
                    <a:pt x="590579" y="1257533"/>
                  </a:lnTo>
                  <a:lnTo>
                    <a:pt x="573123" y="1222453"/>
                  </a:lnTo>
                  <a:lnTo>
                    <a:pt x="558604" y="1199037"/>
                  </a:lnTo>
                  <a:lnTo>
                    <a:pt x="494569" y="1199037"/>
                  </a:lnTo>
                  <a:lnTo>
                    <a:pt x="494569" y="1172685"/>
                  </a:lnTo>
                  <a:lnTo>
                    <a:pt x="459656" y="1172685"/>
                  </a:lnTo>
                  <a:lnTo>
                    <a:pt x="447990" y="1187288"/>
                  </a:lnTo>
                  <a:lnTo>
                    <a:pt x="430534" y="1198953"/>
                  </a:lnTo>
                  <a:lnTo>
                    <a:pt x="360708" y="1198953"/>
                  </a:lnTo>
                  <a:lnTo>
                    <a:pt x="325795" y="994176"/>
                  </a:lnTo>
                  <a:lnTo>
                    <a:pt x="360708" y="1005841"/>
                  </a:lnTo>
                  <a:lnTo>
                    <a:pt x="383955" y="1005841"/>
                  </a:lnTo>
                  <a:lnTo>
                    <a:pt x="395621" y="982426"/>
                  </a:lnTo>
                  <a:lnTo>
                    <a:pt x="98694" y="587558"/>
                  </a:lnTo>
                  <a:lnTo>
                    <a:pt x="52115" y="572955"/>
                  </a:lnTo>
                  <a:lnTo>
                    <a:pt x="22993" y="508584"/>
                  </a:lnTo>
                  <a:cubicBezTo>
                    <a:pt x="22993" y="508584"/>
                    <a:pt x="22993" y="505647"/>
                    <a:pt x="20056" y="502710"/>
                  </a:cubicBezTo>
                  <a:lnTo>
                    <a:pt x="5537" y="470566"/>
                  </a:lnTo>
                  <a:lnTo>
                    <a:pt x="8474" y="470566"/>
                  </a:lnTo>
                  <a:cubicBezTo>
                    <a:pt x="40533" y="453026"/>
                    <a:pt x="110359" y="382780"/>
                    <a:pt x="145272" y="359449"/>
                  </a:cubicBezTo>
                  <a:cubicBezTo>
                    <a:pt x="174394" y="341909"/>
                    <a:pt x="282070" y="295079"/>
                    <a:pt x="349043" y="274601"/>
                  </a:cubicBezTo>
                  <a:cubicBezTo>
                    <a:pt x="468384" y="169275"/>
                    <a:pt x="584789" y="69823"/>
                    <a:pt x="593517" y="61095"/>
                  </a:cubicBezTo>
                  <a:cubicBezTo>
                    <a:pt x="599308" y="55220"/>
                    <a:pt x="619701" y="31805"/>
                    <a:pt x="640095" y="5537"/>
                  </a:cubicBezTo>
                  <a:cubicBezTo>
                    <a:pt x="660489" y="17202"/>
                    <a:pt x="701193" y="37680"/>
                    <a:pt x="730315" y="55220"/>
                  </a:cubicBezTo>
                  <a:lnTo>
                    <a:pt x="733252" y="55220"/>
                  </a:lnTo>
                  <a:cubicBezTo>
                    <a:pt x="750709" y="66886"/>
                    <a:pt x="765312" y="75698"/>
                    <a:pt x="771103" y="78635"/>
                  </a:cubicBezTo>
                  <a:cubicBezTo>
                    <a:pt x="773061" y="80594"/>
                    <a:pt x="774991" y="81573"/>
                    <a:pt x="776893" y="81573"/>
                  </a:cubicBezTo>
                  <a:lnTo>
                    <a:pt x="776893" y="84510"/>
                  </a:lnTo>
                  <a:cubicBezTo>
                    <a:pt x="794350" y="93322"/>
                    <a:pt x="870050" y="137131"/>
                    <a:pt x="899173" y="151818"/>
                  </a:cubicBezTo>
                  <a:lnTo>
                    <a:pt x="899173" y="151818"/>
                  </a:lnTo>
                  <a:cubicBezTo>
                    <a:pt x="902110" y="154756"/>
                    <a:pt x="904963" y="157693"/>
                    <a:pt x="910838" y="160630"/>
                  </a:cubicBezTo>
                  <a:cubicBezTo>
                    <a:pt x="913775" y="160630"/>
                    <a:pt x="913775" y="163568"/>
                    <a:pt x="916629" y="163568"/>
                  </a:cubicBezTo>
                  <a:cubicBezTo>
                    <a:pt x="919566" y="166505"/>
                    <a:pt x="922420" y="166505"/>
                    <a:pt x="922420" y="169443"/>
                  </a:cubicBezTo>
                  <a:cubicBezTo>
                    <a:pt x="928211" y="172380"/>
                    <a:pt x="934085" y="175317"/>
                    <a:pt x="939876" y="178255"/>
                  </a:cubicBezTo>
                  <a:lnTo>
                    <a:pt x="939876" y="178255"/>
                  </a:lnTo>
                  <a:cubicBezTo>
                    <a:pt x="948604" y="184129"/>
                    <a:pt x="957333" y="189920"/>
                    <a:pt x="963124" y="192858"/>
                  </a:cubicBezTo>
                  <a:cubicBezTo>
                    <a:pt x="968914" y="195795"/>
                    <a:pt x="971852" y="198732"/>
                    <a:pt x="977643" y="201670"/>
                  </a:cubicBezTo>
                  <a:cubicBezTo>
                    <a:pt x="992162" y="213335"/>
                    <a:pt x="1006765" y="225085"/>
                    <a:pt x="1015493" y="233813"/>
                  </a:cubicBezTo>
                  <a:cubicBezTo>
                    <a:pt x="1027159" y="245479"/>
                    <a:pt x="1050406" y="271831"/>
                    <a:pt x="1070800" y="295246"/>
                  </a:cubicBezTo>
                  <a:lnTo>
                    <a:pt x="1073737" y="298184"/>
                  </a:lnTo>
                  <a:cubicBezTo>
                    <a:pt x="1076674" y="301121"/>
                    <a:pt x="1079528" y="304058"/>
                    <a:pt x="1079528" y="306996"/>
                  </a:cubicBezTo>
                  <a:cubicBezTo>
                    <a:pt x="1085319" y="312871"/>
                    <a:pt x="1091194" y="318662"/>
                    <a:pt x="1094047" y="324536"/>
                  </a:cubicBezTo>
                  <a:cubicBezTo>
                    <a:pt x="1096984" y="324536"/>
                    <a:pt x="1096984" y="327474"/>
                    <a:pt x="1096984" y="327474"/>
                  </a:cubicBezTo>
                  <a:cubicBezTo>
                    <a:pt x="1099922" y="330411"/>
                    <a:pt x="1102775" y="336286"/>
                    <a:pt x="1105713" y="339139"/>
                  </a:cubicBezTo>
                  <a:cubicBezTo>
                    <a:pt x="1108650" y="342077"/>
                    <a:pt x="1111503" y="345014"/>
                    <a:pt x="1111503" y="347951"/>
                  </a:cubicBezTo>
                  <a:cubicBezTo>
                    <a:pt x="1126022" y="368429"/>
                    <a:pt x="1207598" y="494233"/>
                    <a:pt x="1257030" y="564395"/>
                  </a:cubicBezTo>
                  <a:lnTo>
                    <a:pt x="1257030" y="564395"/>
                  </a:lnTo>
                  <a:cubicBezTo>
                    <a:pt x="1262821" y="573207"/>
                    <a:pt x="1268695" y="578998"/>
                    <a:pt x="1271549" y="584873"/>
                  </a:cubicBezTo>
                  <a:lnTo>
                    <a:pt x="1271549" y="587810"/>
                  </a:lnTo>
                  <a:cubicBezTo>
                    <a:pt x="1274486" y="590747"/>
                    <a:pt x="1277340" y="593685"/>
                    <a:pt x="1280277" y="596622"/>
                  </a:cubicBezTo>
                  <a:cubicBezTo>
                    <a:pt x="1280277" y="599559"/>
                    <a:pt x="1283214" y="602497"/>
                    <a:pt x="1283214" y="602497"/>
                  </a:cubicBezTo>
                  <a:lnTo>
                    <a:pt x="1283214" y="602497"/>
                  </a:lnTo>
                  <a:lnTo>
                    <a:pt x="1286152" y="605434"/>
                  </a:lnTo>
                  <a:cubicBezTo>
                    <a:pt x="1289089" y="608371"/>
                    <a:pt x="1289089" y="611309"/>
                    <a:pt x="1291943" y="614246"/>
                  </a:cubicBezTo>
                  <a:cubicBezTo>
                    <a:pt x="1321065" y="652264"/>
                    <a:pt x="1434532" y="830689"/>
                    <a:pt x="1449135" y="857042"/>
                  </a:cubicBezTo>
                  <a:cubicBezTo>
                    <a:pt x="1460800" y="880457"/>
                    <a:pt x="1524835" y="1032530"/>
                    <a:pt x="1530626" y="1085151"/>
                  </a:cubicBezTo>
                  <a:cubicBezTo>
                    <a:pt x="1533563" y="1091026"/>
                    <a:pt x="1533563" y="1108566"/>
                    <a:pt x="1536417" y="1129044"/>
                  </a:cubicBezTo>
                  <a:lnTo>
                    <a:pt x="1539354" y="1129044"/>
                  </a:lnTo>
                  <a:lnTo>
                    <a:pt x="1536417" y="1131981"/>
                  </a:lnTo>
                  <a:cubicBezTo>
                    <a:pt x="1545145" y="1251910"/>
                    <a:pt x="1571330" y="1556055"/>
                    <a:pt x="1571330" y="1556055"/>
                  </a:cubicBezTo>
                  <a:lnTo>
                    <a:pt x="1574267" y="1556055"/>
                  </a:lnTo>
                  <a:close/>
                </a:path>
              </a:pathLst>
            </a:custGeom>
            <a:solidFill>
              <a:schemeClr val="accent2">
                <a:alpha val="75000"/>
              </a:schemeClr>
            </a:solidFill>
            <a:ln w="5103" cap="flat">
              <a:solidFill>
                <a:schemeClr val="bg1"/>
              </a:solidFill>
              <a:prstDash val="solid"/>
              <a:miter/>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55" name="Freeform: Shape 54">
              <a:extLst>
                <a:ext uri="{FF2B5EF4-FFF2-40B4-BE49-F238E27FC236}">
                  <a16:creationId xmlns:a16="http://schemas.microsoft.com/office/drawing/2014/main" id="{B6386D87-FB0B-477F-5396-6BCE955C4CC7}"/>
                </a:ext>
              </a:extLst>
            </p:cNvPr>
            <p:cNvSpPr/>
            <p:nvPr/>
          </p:nvSpPr>
          <p:spPr>
            <a:xfrm>
              <a:off x="6681186" y="2396264"/>
              <a:ext cx="1340271" cy="14613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56" name="Freeform: Shape 55">
              <a:extLst>
                <a:ext uri="{FF2B5EF4-FFF2-40B4-BE49-F238E27FC236}">
                  <a16:creationId xmlns:a16="http://schemas.microsoft.com/office/drawing/2014/main" id="{AF368F20-2441-2172-0366-5BF7E491CAFE}"/>
                </a:ext>
              </a:extLst>
            </p:cNvPr>
            <p:cNvSpPr/>
            <p:nvPr/>
          </p:nvSpPr>
          <p:spPr>
            <a:xfrm>
              <a:off x="7414204" y="3711418"/>
              <a:ext cx="396464" cy="34304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pic>
        <p:nvPicPr>
          <p:cNvPr id="82" name="Picture 2" descr="Tap ">
            <a:hlinkClick r:id="" action="ppaction://noaction"/>
            <a:extLst>
              <a:ext uri="{FF2B5EF4-FFF2-40B4-BE49-F238E27FC236}">
                <a16:creationId xmlns:a16="http://schemas.microsoft.com/office/drawing/2014/main" id="{82019CA0-5C37-E97A-5F01-6FB327B013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4343585"/>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 descr="Tap ">
            <a:hlinkClick r:id="" action="ppaction://noaction"/>
            <a:extLst>
              <a:ext uri="{FF2B5EF4-FFF2-40B4-BE49-F238E27FC236}">
                <a16:creationId xmlns:a16="http://schemas.microsoft.com/office/drawing/2014/main" id="{4EBB962A-2540-0496-2B6D-EBF34E9800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99998" y="4343585"/>
            <a:ext cx="199350" cy="199350"/>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Group 43">
            <a:extLst>
              <a:ext uri="{FF2B5EF4-FFF2-40B4-BE49-F238E27FC236}">
                <a16:creationId xmlns:a16="http://schemas.microsoft.com/office/drawing/2014/main" id="{AB56CEE3-C762-DA5F-9357-347B4C593A40}"/>
              </a:ext>
            </a:extLst>
          </p:cNvPr>
          <p:cNvGrpSpPr/>
          <p:nvPr/>
        </p:nvGrpSpPr>
        <p:grpSpPr>
          <a:xfrm>
            <a:off x="11463919" y="1414443"/>
            <a:ext cx="158271" cy="273825"/>
            <a:chOff x="6058097" y="409709"/>
            <a:chExt cx="2030919" cy="3916712"/>
          </a:xfrm>
        </p:grpSpPr>
        <p:sp>
          <p:nvSpPr>
            <p:cNvPr id="45" name="Freeform: Shape 44">
              <a:extLst>
                <a:ext uri="{FF2B5EF4-FFF2-40B4-BE49-F238E27FC236}">
                  <a16:creationId xmlns:a16="http://schemas.microsoft.com/office/drawing/2014/main" id="{C57FF628-B236-76C1-A4BA-C63D1F770686}"/>
                </a:ext>
              </a:extLst>
            </p:cNvPr>
            <p:cNvSpPr/>
            <p:nvPr/>
          </p:nvSpPr>
          <p:spPr>
            <a:xfrm>
              <a:off x="6058097" y="409709"/>
              <a:ext cx="2030919" cy="2833523"/>
            </a:xfrm>
            <a:custGeom>
              <a:avLst/>
              <a:gdLst>
                <a:gd name="connsiteX0" fmla="*/ 2494340 w 2492579"/>
                <a:gd name="connsiteY0" fmla="*/ 1714254 h 3466112"/>
                <a:gd name="connsiteX1" fmla="*/ 2491402 w 2492579"/>
                <a:gd name="connsiteY1" fmla="*/ 1717192 h 3466112"/>
                <a:gd name="connsiteX2" fmla="*/ 2319691 w 2492579"/>
                <a:gd name="connsiteY2" fmla="*/ 1863474 h 3466112"/>
                <a:gd name="connsiteX3" fmla="*/ 2316754 w 2492579"/>
                <a:gd name="connsiteY3" fmla="*/ 1863474 h 3466112"/>
                <a:gd name="connsiteX4" fmla="*/ 2299297 w 2492579"/>
                <a:gd name="connsiteY4" fmla="*/ 1872286 h 3466112"/>
                <a:gd name="connsiteX5" fmla="*/ 2287632 w 2492579"/>
                <a:gd name="connsiteY5" fmla="*/ 1878160 h 3466112"/>
                <a:gd name="connsiteX6" fmla="*/ 2174081 w 2492579"/>
                <a:gd name="connsiteY6" fmla="*/ 1933719 h 3466112"/>
                <a:gd name="connsiteX7" fmla="*/ 2133293 w 2492579"/>
                <a:gd name="connsiteY7" fmla="*/ 1951259 h 3466112"/>
                <a:gd name="connsiteX8" fmla="*/ 2133293 w 2492579"/>
                <a:gd name="connsiteY8" fmla="*/ 1954197 h 3466112"/>
                <a:gd name="connsiteX9" fmla="*/ 2124565 w 2492579"/>
                <a:gd name="connsiteY9" fmla="*/ 1957134 h 3466112"/>
                <a:gd name="connsiteX10" fmla="*/ 2121628 w 2492579"/>
                <a:gd name="connsiteY10" fmla="*/ 1960071 h 3466112"/>
                <a:gd name="connsiteX11" fmla="*/ 2118690 w 2492579"/>
                <a:gd name="connsiteY11" fmla="*/ 1960071 h 3466112"/>
                <a:gd name="connsiteX12" fmla="*/ 2095443 w 2492579"/>
                <a:gd name="connsiteY12" fmla="*/ 1971737 h 3466112"/>
                <a:gd name="connsiteX13" fmla="*/ 2095443 w 2492579"/>
                <a:gd name="connsiteY13" fmla="*/ 1971737 h 3466112"/>
                <a:gd name="connsiteX14" fmla="*/ 1888819 w 2492579"/>
                <a:gd name="connsiteY14" fmla="*/ 2077063 h 3466112"/>
                <a:gd name="connsiteX15" fmla="*/ 1757812 w 2492579"/>
                <a:gd name="connsiteY15" fmla="*/ 2173661 h 3466112"/>
                <a:gd name="connsiteX16" fmla="*/ 1754874 w 2492579"/>
                <a:gd name="connsiteY16" fmla="*/ 2173661 h 3466112"/>
                <a:gd name="connsiteX17" fmla="*/ 1743209 w 2492579"/>
                <a:gd name="connsiteY17" fmla="*/ 2185327 h 3466112"/>
                <a:gd name="connsiteX18" fmla="*/ 1737418 w 2492579"/>
                <a:gd name="connsiteY18" fmla="*/ 2188264 h 3466112"/>
                <a:gd name="connsiteX19" fmla="*/ 1728690 w 2492579"/>
                <a:gd name="connsiteY19" fmla="*/ 2197077 h 3466112"/>
                <a:gd name="connsiteX20" fmla="*/ 1507463 w 2492579"/>
                <a:gd name="connsiteY20" fmla="*/ 2346296 h 3466112"/>
                <a:gd name="connsiteX21" fmla="*/ 1294964 w 2492579"/>
                <a:gd name="connsiteY21" fmla="*/ 2460434 h 3466112"/>
                <a:gd name="connsiteX22" fmla="*/ 1149438 w 2492579"/>
                <a:gd name="connsiteY22" fmla="*/ 2618465 h 3466112"/>
                <a:gd name="connsiteX23" fmla="*/ 971852 w 2492579"/>
                <a:gd name="connsiteY23" fmla="*/ 2741331 h 3466112"/>
                <a:gd name="connsiteX24" fmla="*/ 736106 w 2492579"/>
                <a:gd name="connsiteY24" fmla="*/ 2864198 h 3466112"/>
                <a:gd name="connsiteX25" fmla="*/ 608036 w 2492579"/>
                <a:gd name="connsiteY25" fmla="*/ 3016355 h 3466112"/>
                <a:gd name="connsiteX26" fmla="*/ 110275 w 2492579"/>
                <a:gd name="connsiteY26" fmla="*/ 3446471 h 3466112"/>
                <a:gd name="connsiteX27" fmla="*/ 54969 w 2492579"/>
                <a:gd name="connsiteY27" fmla="*/ 3464012 h 3466112"/>
                <a:gd name="connsiteX28" fmla="*/ 37512 w 2492579"/>
                <a:gd name="connsiteY28" fmla="*/ 3449409 h 3466112"/>
                <a:gd name="connsiteX29" fmla="*/ 5537 w 2492579"/>
                <a:gd name="connsiteY29" fmla="*/ 3373372 h 3466112"/>
                <a:gd name="connsiteX30" fmla="*/ 5537 w 2492579"/>
                <a:gd name="connsiteY30" fmla="*/ 3355832 h 3466112"/>
                <a:gd name="connsiteX31" fmla="*/ 116150 w 2492579"/>
                <a:gd name="connsiteY31" fmla="*/ 3250506 h 3466112"/>
                <a:gd name="connsiteX32" fmla="*/ 264614 w 2492579"/>
                <a:gd name="connsiteY32" fmla="*/ 3107162 h 3466112"/>
                <a:gd name="connsiteX33" fmla="*/ 343168 w 2492579"/>
                <a:gd name="connsiteY33" fmla="*/ 3033979 h 3466112"/>
                <a:gd name="connsiteX34" fmla="*/ 401412 w 2492579"/>
                <a:gd name="connsiteY34" fmla="*/ 2978420 h 3466112"/>
                <a:gd name="connsiteX35" fmla="*/ 415931 w 2492579"/>
                <a:gd name="connsiteY35" fmla="*/ 2952068 h 3466112"/>
                <a:gd name="connsiteX36" fmla="*/ 410140 w 2492579"/>
                <a:gd name="connsiteY36" fmla="*/ 2934528 h 3466112"/>
                <a:gd name="connsiteX37" fmla="*/ 372290 w 2492579"/>
                <a:gd name="connsiteY37" fmla="*/ 2925715 h 3466112"/>
                <a:gd name="connsiteX38" fmla="*/ 337377 w 2492579"/>
                <a:gd name="connsiteY38" fmla="*/ 2916903 h 3466112"/>
                <a:gd name="connsiteX39" fmla="*/ 319921 w 2492579"/>
                <a:gd name="connsiteY39" fmla="*/ 2896425 h 3466112"/>
                <a:gd name="connsiteX40" fmla="*/ 285008 w 2492579"/>
                <a:gd name="connsiteY40" fmla="*/ 2832055 h 3466112"/>
                <a:gd name="connsiteX41" fmla="*/ 258823 w 2492579"/>
                <a:gd name="connsiteY41" fmla="*/ 2501389 h 3466112"/>
                <a:gd name="connsiteX42" fmla="*/ 258823 w 2492579"/>
                <a:gd name="connsiteY42" fmla="*/ 2208826 h 3466112"/>
                <a:gd name="connsiteX43" fmla="*/ 253032 w 2492579"/>
                <a:gd name="connsiteY43" fmla="*/ 1995236 h 3466112"/>
                <a:gd name="connsiteX44" fmla="*/ 258823 w 2492579"/>
                <a:gd name="connsiteY44" fmla="*/ 1790459 h 3466112"/>
                <a:gd name="connsiteX45" fmla="*/ 258823 w 2492579"/>
                <a:gd name="connsiteY45" fmla="*/ 1503686 h 3466112"/>
                <a:gd name="connsiteX46" fmla="*/ 238429 w 2492579"/>
                <a:gd name="connsiteY46" fmla="*/ 1398360 h 3466112"/>
                <a:gd name="connsiteX47" fmla="*/ 180185 w 2492579"/>
                <a:gd name="connsiteY47" fmla="*/ 1304699 h 3466112"/>
                <a:gd name="connsiteX48" fmla="*/ 121941 w 2492579"/>
                <a:gd name="connsiteY48" fmla="*/ 1202311 h 3466112"/>
                <a:gd name="connsiteX49" fmla="*/ 37512 w 2492579"/>
                <a:gd name="connsiteY49" fmla="*/ 1181833 h 3466112"/>
                <a:gd name="connsiteX50" fmla="*/ 148126 w 2492579"/>
                <a:gd name="connsiteY50" fmla="*/ 1073569 h 3466112"/>
                <a:gd name="connsiteX51" fmla="*/ 185976 w 2492579"/>
                <a:gd name="connsiteY51" fmla="*/ 1058966 h 3466112"/>
                <a:gd name="connsiteX52" fmla="*/ 203432 w 2492579"/>
                <a:gd name="connsiteY52" fmla="*/ 1058966 h 3466112"/>
                <a:gd name="connsiteX53" fmla="*/ 281986 w 2492579"/>
                <a:gd name="connsiteY53" fmla="*/ 1076507 h 3466112"/>
                <a:gd name="connsiteX54" fmla="*/ 369269 w 2492579"/>
                <a:gd name="connsiteY54" fmla="*/ 1096984 h 3466112"/>
                <a:gd name="connsiteX55" fmla="*/ 424575 w 2492579"/>
                <a:gd name="connsiteY55" fmla="*/ 1096984 h 3466112"/>
                <a:gd name="connsiteX56" fmla="*/ 439094 w 2492579"/>
                <a:gd name="connsiteY56" fmla="*/ 1088172 h 3466112"/>
                <a:gd name="connsiteX57" fmla="*/ 439094 w 2492579"/>
                <a:gd name="connsiteY57" fmla="*/ 1073569 h 3466112"/>
                <a:gd name="connsiteX58" fmla="*/ 433304 w 2492579"/>
                <a:gd name="connsiteY58" fmla="*/ 1029676 h 3466112"/>
                <a:gd name="connsiteX59" fmla="*/ 442032 w 2492579"/>
                <a:gd name="connsiteY59" fmla="*/ 892123 h 3466112"/>
                <a:gd name="connsiteX60" fmla="*/ 471154 w 2492579"/>
                <a:gd name="connsiteY60" fmla="*/ 274769 h 3466112"/>
                <a:gd name="connsiteX61" fmla="*/ 415847 w 2492579"/>
                <a:gd name="connsiteY61" fmla="*/ 245479 h 3466112"/>
                <a:gd name="connsiteX62" fmla="*/ 377997 w 2492579"/>
                <a:gd name="connsiteY62" fmla="*/ 216189 h 3466112"/>
                <a:gd name="connsiteX63" fmla="*/ 363478 w 2492579"/>
                <a:gd name="connsiteY63" fmla="*/ 195711 h 3466112"/>
                <a:gd name="connsiteX64" fmla="*/ 354750 w 2492579"/>
                <a:gd name="connsiteY64" fmla="*/ 181108 h 3466112"/>
                <a:gd name="connsiteX65" fmla="*/ 354750 w 2492579"/>
                <a:gd name="connsiteY65" fmla="*/ 157693 h 3466112"/>
                <a:gd name="connsiteX66" fmla="*/ 395537 w 2492579"/>
                <a:gd name="connsiteY66" fmla="*/ 52367 h 3466112"/>
                <a:gd name="connsiteX67" fmla="*/ 442116 w 2492579"/>
                <a:gd name="connsiteY67" fmla="*/ 37764 h 3466112"/>
                <a:gd name="connsiteX68" fmla="*/ 520670 w 2492579"/>
                <a:gd name="connsiteY68" fmla="*/ 28952 h 3466112"/>
                <a:gd name="connsiteX69" fmla="*/ 552645 w 2492579"/>
                <a:gd name="connsiteY69" fmla="*/ 5537 h 3466112"/>
                <a:gd name="connsiteX70" fmla="*/ 613743 w 2492579"/>
                <a:gd name="connsiteY70" fmla="*/ 5537 h 3466112"/>
                <a:gd name="connsiteX71" fmla="*/ 639927 w 2492579"/>
                <a:gd name="connsiteY71" fmla="*/ 28952 h 3466112"/>
                <a:gd name="connsiteX72" fmla="*/ 674840 w 2492579"/>
                <a:gd name="connsiteY72" fmla="*/ 31889 h 3466112"/>
                <a:gd name="connsiteX73" fmla="*/ 703962 w 2492579"/>
                <a:gd name="connsiteY73" fmla="*/ 40701 h 3466112"/>
                <a:gd name="connsiteX74" fmla="*/ 753478 w 2492579"/>
                <a:gd name="connsiteY74" fmla="*/ 40701 h 3466112"/>
                <a:gd name="connsiteX75" fmla="*/ 788391 w 2492579"/>
                <a:gd name="connsiteY75" fmla="*/ 40701 h 3466112"/>
                <a:gd name="connsiteX76" fmla="*/ 840761 w 2492579"/>
                <a:gd name="connsiteY76" fmla="*/ 40701 h 3466112"/>
                <a:gd name="connsiteX77" fmla="*/ 855280 w 2492579"/>
                <a:gd name="connsiteY77" fmla="*/ 55304 h 3466112"/>
                <a:gd name="connsiteX78" fmla="*/ 849489 w 2492579"/>
                <a:gd name="connsiteY78" fmla="*/ 93322 h 3466112"/>
                <a:gd name="connsiteX79" fmla="*/ 832032 w 2492579"/>
                <a:gd name="connsiteY79" fmla="*/ 119675 h 3466112"/>
                <a:gd name="connsiteX80" fmla="*/ 823304 w 2492579"/>
                <a:gd name="connsiteY80" fmla="*/ 157693 h 3466112"/>
                <a:gd name="connsiteX81" fmla="*/ 826241 w 2492579"/>
                <a:gd name="connsiteY81" fmla="*/ 204523 h 3466112"/>
                <a:gd name="connsiteX82" fmla="*/ 840761 w 2492579"/>
                <a:gd name="connsiteY82" fmla="*/ 236667 h 3466112"/>
                <a:gd name="connsiteX83" fmla="*/ 864008 w 2492579"/>
                <a:gd name="connsiteY83" fmla="*/ 260082 h 3466112"/>
                <a:gd name="connsiteX84" fmla="*/ 887255 w 2492579"/>
                <a:gd name="connsiteY84" fmla="*/ 529230 h 3466112"/>
                <a:gd name="connsiteX85" fmla="*/ 916377 w 2492579"/>
                <a:gd name="connsiteY85" fmla="*/ 529230 h 3466112"/>
                <a:gd name="connsiteX86" fmla="*/ 930896 w 2492579"/>
                <a:gd name="connsiteY86" fmla="*/ 517564 h 3466112"/>
                <a:gd name="connsiteX87" fmla="*/ 960018 w 2492579"/>
                <a:gd name="connsiteY87" fmla="*/ 517564 h 3466112"/>
                <a:gd name="connsiteX88" fmla="*/ 1026991 w 2492579"/>
                <a:gd name="connsiteY88" fmla="*/ 523439 h 3466112"/>
                <a:gd name="connsiteX89" fmla="*/ 1061904 w 2492579"/>
                <a:gd name="connsiteY89" fmla="*/ 546854 h 3466112"/>
                <a:gd name="connsiteX90" fmla="*/ 1099754 w 2492579"/>
                <a:gd name="connsiteY90" fmla="*/ 584873 h 3466112"/>
                <a:gd name="connsiteX91" fmla="*/ 1157998 w 2492579"/>
                <a:gd name="connsiteY91" fmla="*/ 602413 h 3466112"/>
                <a:gd name="connsiteX92" fmla="*/ 1210367 w 2492579"/>
                <a:gd name="connsiteY92" fmla="*/ 611225 h 3466112"/>
                <a:gd name="connsiteX93" fmla="*/ 1219096 w 2492579"/>
                <a:gd name="connsiteY93" fmla="*/ 640515 h 3466112"/>
                <a:gd name="connsiteX94" fmla="*/ 1259883 w 2492579"/>
                <a:gd name="connsiteY94" fmla="*/ 640515 h 3466112"/>
                <a:gd name="connsiteX95" fmla="*/ 1262821 w 2492579"/>
                <a:gd name="connsiteY95" fmla="*/ 622975 h 3466112"/>
                <a:gd name="connsiteX96" fmla="*/ 1286068 w 2492579"/>
                <a:gd name="connsiteY96" fmla="*/ 617100 h 3466112"/>
                <a:gd name="connsiteX97" fmla="*/ 1306462 w 2492579"/>
                <a:gd name="connsiteY97" fmla="*/ 631703 h 3466112"/>
                <a:gd name="connsiteX98" fmla="*/ 1306462 w 2492579"/>
                <a:gd name="connsiteY98" fmla="*/ 658055 h 3466112"/>
                <a:gd name="connsiteX99" fmla="*/ 1344312 w 2492579"/>
                <a:gd name="connsiteY99" fmla="*/ 672658 h 3466112"/>
                <a:gd name="connsiteX100" fmla="*/ 1402556 w 2492579"/>
                <a:gd name="connsiteY100" fmla="*/ 672658 h 3466112"/>
                <a:gd name="connsiteX101" fmla="*/ 1437469 w 2492579"/>
                <a:gd name="connsiteY101" fmla="*/ 663846 h 3466112"/>
                <a:gd name="connsiteX102" fmla="*/ 1481110 w 2492579"/>
                <a:gd name="connsiteY102" fmla="*/ 655034 h 3466112"/>
                <a:gd name="connsiteX103" fmla="*/ 1495629 w 2492579"/>
                <a:gd name="connsiteY103" fmla="*/ 663846 h 3466112"/>
                <a:gd name="connsiteX104" fmla="*/ 1518876 w 2492579"/>
                <a:gd name="connsiteY104" fmla="*/ 672658 h 3466112"/>
                <a:gd name="connsiteX105" fmla="*/ 1545061 w 2492579"/>
                <a:gd name="connsiteY105" fmla="*/ 658055 h 3466112"/>
                <a:gd name="connsiteX106" fmla="*/ 1553789 w 2492579"/>
                <a:gd name="connsiteY106" fmla="*/ 649243 h 3466112"/>
                <a:gd name="connsiteX107" fmla="*/ 1579974 w 2492579"/>
                <a:gd name="connsiteY107" fmla="*/ 649243 h 3466112"/>
                <a:gd name="connsiteX108" fmla="*/ 1594493 w 2492579"/>
                <a:gd name="connsiteY108" fmla="*/ 663846 h 3466112"/>
                <a:gd name="connsiteX109" fmla="*/ 1623615 w 2492579"/>
                <a:gd name="connsiteY109" fmla="*/ 663846 h 3466112"/>
                <a:gd name="connsiteX110" fmla="*/ 1632343 w 2492579"/>
                <a:gd name="connsiteY110" fmla="*/ 649243 h 3466112"/>
                <a:gd name="connsiteX111" fmla="*/ 1664319 w 2492579"/>
                <a:gd name="connsiteY111" fmla="*/ 634640 h 3466112"/>
                <a:gd name="connsiteX112" fmla="*/ 1713835 w 2492579"/>
                <a:gd name="connsiteY112" fmla="*/ 625828 h 3466112"/>
                <a:gd name="connsiteX113" fmla="*/ 1745810 w 2492579"/>
                <a:gd name="connsiteY113" fmla="*/ 617016 h 3466112"/>
                <a:gd name="connsiteX114" fmla="*/ 1766204 w 2492579"/>
                <a:gd name="connsiteY114" fmla="*/ 602413 h 3466112"/>
                <a:gd name="connsiteX115" fmla="*/ 1792389 w 2492579"/>
                <a:gd name="connsiteY115" fmla="*/ 584873 h 3466112"/>
                <a:gd name="connsiteX116" fmla="*/ 1824364 w 2492579"/>
                <a:gd name="connsiteY116" fmla="*/ 584873 h 3466112"/>
                <a:gd name="connsiteX117" fmla="*/ 1847612 w 2492579"/>
                <a:gd name="connsiteY117" fmla="*/ 599476 h 3466112"/>
                <a:gd name="connsiteX118" fmla="*/ 1888399 w 2492579"/>
                <a:gd name="connsiteY118" fmla="*/ 599476 h 3466112"/>
                <a:gd name="connsiteX119" fmla="*/ 1908793 w 2492579"/>
                <a:gd name="connsiteY119" fmla="*/ 587810 h 3466112"/>
                <a:gd name="connsiteX120" fmla="*/ 1934978 w 2492579"/>
                <a:gd name="connsiteY120" fmla="*/ 564395 h 3466112"/>
                <a:gd name="connsiteX121" fmla="*/ 2071776 w 2492579"/>
                <a:gd name="connsiteY121" fmla="*/ 529314 h 3466112"/>
                <a:gd name="connsiteX122" fmla="*/ 2191118 w 2492579"/>
                <a:gd name="connsiteY122" fmla="*/ 502961 h 3466112"/>
                <a:gd name="connsiteX123" fmla="*/ 2226031 w 2492579"/>
                <a:gd name="connsiteY123" fmla="*/ 508836 h 3466112"/>
                <a:gd name="connsiteX124" fmla="*/ 2234759 w 2492579"/>
                <a:gd name="connsiteY124" fmla="*/ 523439 h 3466112"/>
                <a:gd name="connsiteX125" fmla="*/ 2243487 w 2492579"/>
                <a:gd name="connsiteY125" fmla="*/ 561457 h 3466112"/>
                <a:gd name="connsiteX126" fmla="*/ 2324978 w 2492579"/>
                <a:gd name="connsiteY126" fmla="*/ 646306 h 3466112"/>
                <a:gd name="connsiteX127" fmla="*/ 2339497 w 2492579"/>
                <a:gd name="connsiteY127" fmla="*/ 672658 h 3466112"/>
                <a:gd name="connsiteX128" fmla="*/ 2365682 w 2492579"/>
                <a:gd name="connsiteY128" fmla="*/ 789734 h 3466112"/>
                <a:gd name="connsiteX129" fmla="*/ 2394804 w 2492579"/>
                <a:gd name="connsiteY129" fmla="*/ 1012136 h 3466112"/>
                <a:gd name="connsiteX130" fmla="*/ 2260943 w 2492579"/>
                <a:gd name="connsiteY130" fmla="*/ 1099922 h 3466112"/>
                <a:gd name="connsiteX131" fmla="*/ 2266734 w 2492579"/>
                <a:gd name="connsiteY131" fmla="*/ 1123337 h 3466112"/>
                <a:gd name="connsiteX132" fmla="*/ 2292919 w 2492579"/>
                <a:gd name="connsiteY132" fmla="*/ 1140877 h 3466112"/>
                <a:gd name="connsiteX133" fmla="*/ 2292919 w 2492579"/>
                <a:gd name="connsiteY133" fmla="*/ 1187707 h 3466112"/>
                <a:gd name="connsiteX134" fmla="*/ 2380201 w 2492579"/>
                <a:gd name="connsiteY134" fmla="*/ 1369154 h 3466112"/>
                <a:gd name="connsiteX135" fmla="*/ 2388929 w 2492579"/>
                <a:gd name="connsiteY135" fmla="*/ 1518373 h 3466112"/>
                <a:gd name="connsiteX136" fmla="*/ 2493752 w 2492579"/>
                <a:gd name="connsiteY136" fmla="*/ 1714422 h 3466112"/>
                <a:gd name="connsiteX137" fmla="*/ 2493752 w 2492579"/>
                <a:gd name="connsiteY137" fmla="*/ 1714422 h 346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2492579" h="3466112">
                  <a:moveTo>
                    <a:pt x="2494340" y="1714254"/>
                  </a:moveTo>
                  <a:cubicBezTo>
                    <a:pt x="2494340" y="1714254"/>
                    <a:pt x="2494340" y="1717192"/>
                    <a:pt x="2491402" y="1717192"/>
                  </a:cubicBezTo>
                  <a:cubicBezTo>
                    <a:pt x="2404120" y="1790375"/>
                    <a:pt x="2319691" y="1863474"/>
                    <a:pt x="2319691" y="1863474"/>
                  </a:cubicBezTo>
                  <a:lnTo>
                    <a:pt x="2316754" y="1863474"/>
                  </a:lnTo>
                  <a:cubicBezTo>
                    <a:pt x="2316754" y="1863474"/>
                    <a:pt x="2308025" y="1869348"/>
                    <a:pt x="2299297" y="1872286"/>
                  </a:cubicBezTo>
                  <a:cubicBezTo>
                    <a:pt x="2293506" y="1875223"/>
                    <a:pt x="2290569" y="1878160"/>
                    <a:pt x="2287632" y="1878160"/>
                  </a:cubicBezTo>
                  <a:cubicBezTo>
                    <a:pt x="2255656" y="1895701"/>
                    <a:pt x="2209078" y="1919116"/>
                    <a:pt x="2174081" y="1933719"/>
                  </a:cubicBezTo>
                  <a:cubicBezTo>
                    <a:pt x="2156624" y="1942531"/>
                    <a:pt x="2142105" y="1948322"/>
                    <a:pt x="2133293" y="1951259"/>
                  </a:cubicBezTo>
                  <a:lnTo>
                    <a:pt x="2133293" y="1954197"/>
                  </a:lnTo>
                  <a:cubicBezTo>
                    <a:pt x="2130356" y="1954197"/>
                    <a:pt x="2127502" y="1954197"/>
                    <a:pt x="2124565" y="1957134"/>
                  </a:cubicBezTo>
                  <a:cubicBezTo>
                    <a:pt x="2124565" y="1957134"/>
                    <a:pt x="2121628" y="1957134"/>
                    <a:pt x="2121628" y="1960071"/>
                  </a:cubicBezTo>
                  <a:lnTo>
                    <a:pt x="2118690" y="1960071"/>
                  </a:lnTo>
                  <a:cubicBezTo>
                    <a:pt x="2112899" y="1963009"/>
                    <a:pt x="2104171" y="1965946"/>
                    <a:pt x="2095443" y="1971737"/>
                  </a:cubicBezTo>
                  <a:lnTo>
                    <a:pt x="2095443" y="1971737"/>
                  </a:lnTo>
                  <a:cubicBezTo>
                    <a:pt x="2028471" y="2003964"/>
                    <a:pt x="1900401" y="2068335"/>
                    <a:pt x="1888819" y="2077063"/>
                  </a:cubicBezTo>
                  <a:cubicBezTo>
                    <a:pt x="1874300" y="2082938"/>
                    <a:pt x="1798599" y="2138497"/>
                    <a:pt x="1757812" y="2173661"/>
                  </a:cubicBezTo>
                  <a:lnTo>
                    <a:pt x="1754874" y="2173661"/>
                  </a:lnTo>
                  <a:cubicBezTo>
                    <a:pt x="1751937" y="2176599"/>
                    <a:pt x="1746146" y="2182473"/>
                    <a:pt x="1743209" y="2185327"/>
                  </a:cubicBezTo>
                  <a:cubicBezTo>
                    <a:pt x="1740271" y="2185327"/>
                    <a:pt x="1740271" y="2188264"/>
                    <a:pt x="1737418" y="2188264"/>
                  </a:cubicBezTo>
                  <a:cubicBezTo>
                    <a:pt x="1731627" y="2191202"/>
                    <a:pt x="1728690" y="2194139"/>
                    <a:pt x="1728690" y="2197077"/>
                  </a:cubicBezTo>
                  <a:cubicBezTo>
                    <a:pt x="1711233" y="2208742"/>
                    <a:pt x="1513337" y="2340421"/>
                    <a:pt x="1507463" y="2346296"/>
                  </a:cubicBezTo>
                  <a:cubicBezTo>
                    <a:pt x="1498734" y="2355108"/>
                    <a:pt x="1318295" y="2445747"/>
                    <a:pt x="1294964" y="2460434"/>
                  </a:cubicBezTo>
                  <a:cubicBezTo>
                    <a:pt x="1271717" y="2472099"/>
                    <a:pt x="1149438" y="2618465"/>
                    <a:pt x="1149438" y="2618465"/>
                  </a:cubicBezTo>
                  <a:cubicBezTo>
                    <a:pt x="1149438" y="2618465"/>
                    <a:pt x="989392" y="2732603"/>
                    <a:pt x="971852" y="2741331"/>
                  </a:cubicBezTo>
                  <a:cubicBezTo>
                    <a:pt x="948604" y="2752997"/>
                    <a:pt x="756500" y="2843720"/>
                    <a:pt x="736106" y="2864198"/>
                  </a:cubicBezTo>
                  <a:cubicBezTo>
                    <a:pt x="718649" y="2887613"/>
                    <a:pt x="622555" y="3001751"/>
                    <a:pt x="608036" y="3016355"/>
                  </a:cubicBezTo>
                  <a:cubicBezTo>
                    <a:pt x="593517" y="3030958"/>
                    <a:pt x="110275" y="3446471"/>
                    <a:pt x="110275" y="3446471"/>
                  </a:cubicBezTo>
                  <a:lnTo>
                    <a:pt x="54969" y="3464012"/>
                  </a:lnTo>
                  <a:cubicBezTo>
                    <a:pt x="49178" y="3458137"/>
                    <a:pt x="46240" y="3455200"/>
                    <a:pt x="37512" y="3449409"/>
                  </a:cubicBezTo>
                  <a:lnTo>
                    <a:pt x="5537" y="3373372"/>
                  </a:lnTo>
                  <a:lnTo>
                    <a:pt x="5537" y="3355832"/>
                  </a:lnTo>
                  <a:lnTo>
                    <a:pt x="116150" y="3250506"/>
                  </a:lnTo>
                  <a:lnTo>
                    <a:pt x="264614" y="3107162"/>
                  </a:lnTo>
                  <a:lnTo>
                    <a:pt x="343168" y="3033979"/>
                  </a:lnTo>
                  <a:lnTo>
                    <a:pt x="401412" y="2978420"/>
                  </a:lnTo>
                  <a:cubicBezTo>
                    <a:pt x="401412" y="2978420"/>
                    <a:pt x="410140" y="2963817"/>
                    <a:pt x="415931" y="2952068"/>
                  </a:cubicBezTo>
                  <a:cubicBezTo>
                    <a:pt x="415931" y="2949130"/>
                    <a:pt x="410140" y="2934528"/>
                    <a:pt x="410140" y="2934528"/>
                  </a:cubicBezTo>
                  <a:lnTo>
                    <a:pt x="372290" y="2925715"/>
                  </a:lnTo>
                  <a:lnTo>
                    <a:pt x="337377" y="2916903"/>
                  </a:lnTo>
                  <a:lnTo>
                    <a:pt x="319921" y="2896425"/>
                  </a:lnTo>
                  <a:lnTo>
                    <a:pt x="285008" y="2832055"/>
                  </a:lnTo>
                  <a:lnTo>
                    <a:pt x="258823" y="2501389"/>
                  </a:lnTo>
                  <a:lnTo>
                    <a:pt x="258823" y="2208826"/>
                  </a:lnTo>
                  <a:lnTo>
                    <a:pt x="253032" y="1995236"/>
                  </a:lnTo>
                  <a:lnTo>
                    <a:pt x="258823" y="1790459"/>
                  </a:lnTo>
                  <a:lnTo>
                    <a:pt x="258823" y="1503686"/>
                  </a:lnTo>
                  <a:lnTo>
                    <a:pt x="238429" y="1398360"/>
                  </a:lnTo>
                  <a:lnTo>
                    <a:pt x="180185" y="1304699"/>
                  </a:lnTo>
                  <a:lnTo>
                    <a:pt x="121941" y="1202311"/>
                  </a:lnTo>
                  <a:lnTo>
                    <a:pt x="37512" y="1181833"/>
                  </a:lnTo>
                  <a:lnTo>
                    <a:pt x="148126" y="1073569"/>
                  </a:lnTo>
                  <a:cubicBezTo>
                    <a:pt x="148126" y="1073569"/>
                    <a:pt x="180101" y="1058966"/>
                    <a:pt x="185976" y="1058966"/>
                  </a:cubicBezTo>
                  <a:lnTo>
                    <a:pt x="203432" y="1058966"/>
                  </a:lnTo>
                  <a:lnTo>
                    <a:pt x="281986" y="1076507"/>
                  </a:lnTo>
                  <a:lnTo>
                    <a:pt x="369269" y="1096984"/>
                  </a:lnTo>
                  <a:lnTo>
                    <a:pt x="424575" y="1096984"/>
                  </a:lnTo>
                  <a:lnTo>
                    <a:pt x="439094" y="1088172"/>
                  </a:lnTo>
                  <a:lnTo>
                    <a:pt x="439094" y="1073569"/>
                  </a:lnTo>
                  <a:lnTo>
                    <a:pt x="433304" y="1029676"/>
                  </a:lnTo>
                  <a:lnTo>
                    <a:pt x="442032" y="892123"/>
                  </a:lnTo>
                  <a:lnTo>
                    <a:pt x="471154" y="274769"/>
                  </a:lnTo>
                  <a:lnTo>
                    <a:pt x="415847" y="245479"/>
                  </a:lnTo>
                  <a:lnTo>
                    <a:pt x="377997" y="216189"/>
                  </a:lnTo>
                  <a:lnTo>
                    <a:pt x="363478" y="195711"/>
                  </a:lnTo>
                  <a:lnTo>
                    <a:pt x="354750" y="181108"/>
                  </a:lnTo>
                  <a:lnTo>
                    <a:pt x="354750" y="157693"/>
                  </a:lnTo>
                  <a:cubicBezTo>
                    <a:pt x="354750" y="157693"/>
                    <a:pt x="395537" y="55304"/>
                    <a:pt x="395537" y="52367"/>
                  </a:cubicBezTo>
                  <a:cubicBezTo>
                    <a:pt x="401328" y="46492"/>
                    <a:pt x="439178" y="37764"/>
                    <a:pt x="442116" y="37764"/>
                  </a:cubicBezTo>
                  <a:cubicBezTo>
                    <a:pt x="447907" y="37764"/>
                    <a:pt x="520670" y="28952"/>
                    <a:pt x="520670" y="28952"/>
                  </a:cubicBezTo>
                  <a:lnTo>
                    <a:pt x="552645" y="5537"/>
                  </a:lnTo>
                  <a:lnTo>
                    <a:pt x="613743" y="5537"/>
                  </a:lnTo>
                  <a:lnTo>
                    <a:pt x="639927" y="28952"/>
                  </a:lnTo>
                  <a:cubicBezTo>
                    <a:pt x="639927" y="28952"/>
                    <a:pt x="671903" y="31889"/>
                    <a:pt x="674840" y="31889"/>
                  </a:cubicBezTo>
                  <a:cubicBezTo>
                    <a:pt x="680631" y="37764"/>
                    <a:pt x="703962" y="40701"/>
                    <a:pt x="703962" y="40701"/>
                  </a:cubicBezTo>
                  <a:cubicBezTo>
                    <a:pt x="703962" y="40701"/>
                    <a:pt x="741813" y="46576"/>
                    <a:pt x="753478" y="40701"/>
                  </a:cubicBezTo>
                  <a:lnTo>
                    <a:pt x="788391" y="40701"/>
                  </a:lnTo>
                  <a:cubicBezTo>
                    <a:pt x="797119" y="46576"/>
                    <a:pt x="840761" y="40701"/>
                    <a:pt x="840761" y="40701"/>
                  </a:cubicBezTo>
                  <a:lnTo>
                    <a:pt x="855280" y="55304"/>
                  </a:lnTo>
                  <a:cubicBezTo>
                    <a:pt x="855280" y="55304"/>
                    <a:pt x="855280" y="84594"/>
                    <a:pt x="849489" y="93322"/>
                  </a:cubicBezTo>
                  <a:cubicBezTo>
                    <a:pt x="849489" y="102135"/>
                    <a:pt x="832032" y="119675"/>
                    <a:pt x="832032" y="119675"/>
                  </a:cubicBezTo>
                  <a:cubicBezTo>
                    <a:pt x="832032" y="119675"/>
                    <a:pt x="823304" y="154756"/>
                    <a:pt x="823304" y="157693"/>
                  </a:cubicBezTo>
                  <a:cubicBezTo>
                    <a:pt x="823304" y="163568"/>
                    <a:pt x="826241" y="204523"/>
                    <a:pt x="826241" y="204523"/>
                  </a:cubicBezTo>
                  <a:lnTo>
                    <a:pt x="840761" y="236667"/>
                  </a:lnTo>
                  <a:lnTo>
                    <a:pt x="864008" y="260082"/>
                  </a:lnTo>
                  <a:lnTo>
                    <a:pt x="887255" y="529230"/>
                  </a:lnTo>
                  <a:lnTo>
                    <a:pt x="916377" y="529230"/>
                  </a:lnTo>
                  <a:lnTo>
                    <a:pt x="930896" y="517564"/>
                  </a:lnTo>
                  <a:lnTo>
                    <a:pt x="960018" y="517564"/>
                  </a:lnTo>
                  <a:lnTo>
                    <a:pt x="1026991" y="523439"/>
                  </a:lnTo>
                  <a:lnTo>
                    <a:pt x="1061904" y="546854"/>
                  </a:lnTo>
                  <a:lnTo>
                    <a:pt x="1099754" y="584873"/>
                  </a:lnTo>
                  <a:lnTo>
                    <a:pt x="1157998" y="602413"/>
                  </a:lnTo>
                  <a:lnTo>
                    <a:pt x="1210367" y="611225"/>
                  </a:lnTo>
                  <a:lnTo>
                    <a:pt x="1219096" y="640515"/>
                  </a:lnTo>
                  <a:lnTo>
                    <a:pt x="1259883" y="640515"/>
                  </a:lnTo>
                  <a:cubicBezTo>
                    <a:pt x="1259883" y="640515"/>
                    <a:pt x="1262821" y="631703"/>
                    <a:pt x="1262821" y="622975"/>
                  </a:cubicBezTo>
                  <a:cubicBezTo>
                    <a:pt x="1268611" y="617100"/>
                    <a:pt x="1286068" y="617100"/>
                    <a:pt x="1286068" y="617100"/>
                  </a:cubicBezTo>
                  <a:lnTo>
                    <a:pt x="1306462" y="631703"/>
                  </a:lnTo>
                  <a:lnTo>
                    <a:pt x="1306462" y="658055"/>
                  </a:lnTo>
                  <a:lnTo>
                    <a:pt x="1344312" y="672658"/>
                  </a:lnTo>
                  <a:lnTo>
                    <a:pt x="1402556" y="672658"/>
                  </a:lnTo>
                  <a:cubicBezTo>
                    <a:pt x="1411284" y="669721"/>
                    <a:pt x="1425803" y="663846"/>
                    <a:pt x="1437469" y="663846"/>
                  </a:cubicBezTo>
                  <a:cubicBezTo>
                    <a:pt x="1449135" y="657971"/>
                    <a:pt x="1466591" y="655034"/>
                    <a:pt x="1481110" y="655034"/>
                  </a:cubicBezTo>
                  <a:cubicBezTo>
                    <a:pt x="1489838" y="655034"/>
                    <a:pt x="1495629" y="663846"/>
                    <a:pt x="1495629" y="663846"/>
                  </a:cubicBezTo>
                  <a:lnTo>
                    <a:pt x="1518876" y="672658"/>
                  </a:lnTo>
                  <a:cubicBezTo>
                    <a:pt x="1518876" y="672658"/>
                    <a:pt x="1536333" y="663846"/>
                    <a:pt x="1545061" y="658055"/>
                  </a:cubicBezTo>
                  <a:lnTo>
                    <a:pt x="1553789" y="649243"/>
                  </a:lnTo>
                  <a:lnTo>
                    <a:pt x="1579974" y="649243"/>
                  </a:lnTo>
                  <a:lnTo>
                    <a:pt x="1594493" y="663846"/>
                  </a:lnTo>
                  <a:lnTo>
                    <a:pt x="1623615" y="663846"/>
                  </a:lnTo>
                  <a:lnTo>
                    <a:pt x="1632343" y="649243"/>
                  </a:lnTo>
                  <a:lnTo>
                    <a:pt x="1664319" y="634640"/>
                  </a:lnTo>
                  <a:cubicBezTo>
                    <a:pt x="1664319" y="634640"/>
                    <a:pt x="1702169" y="631703"/>
                    <a:pt x="1713835" y="625828"/>
                  </a:cubicBezTo>
                  <a:cubicBezTo>
                    <a:pt x="1722563" y="622891"/>
                    <a:pt x="1731291" y="622891"/>
                    <a:pt x="1745810" y="617016"/>
                  </a:cubicBezTo>
                  <a:cubicBezTo>
                    <a:pt x="1754539" y="611141"/>
                    <a:pt x="1766204" y="602413"/>
                    <a:pt x="1766204" y="602413"/>
                  </a:cubicBezTo>
                  <a:lnTo>
                    <a:pt x="1792389" y="584873"/>
                  </a:lnTo>
                  <a:lnTo>
                    <a:pt x="1824364" y="584873"/>
                  </a:lnTo>
                  <a:lnTo>
                    <a:pt x="1847612" y="599476"/>
                  </a:lnTo>
                  <a:lnTo>
                    <a:pt x="1888399" y="599476"/>
                  </a:lnTo>
                  <a:lnTo>
                    <a:pt x="1908793" y="587810"/>
                  </a:lnTo>
                  <a:lnTo>
                    <a:pt x="1934978" y="564395"/>
                  </a:lnTo>
                  <a:lnTo>
                    <a:pt x="2071776" y="529314"/>
                  </a:lnTo>
                  <a:lnTo>
                    <a:pt x="2191118" y="502961"/>
                  </a:lnTo>
                  <a:cubicBezTo>
                    <a:pt x="2191118" y="502961"/>
                    <a:pt x="2220240" y="508836"/>
                    <a:pt x="2226031" y="508836"/>
                  </a:cubicBezTo>
                  <a:cubicBezTo>
                    <a:pt x="2228968" y="508836"/>
                    <a:pt x="2234759" y="523439"/>
                    <a:pt x="2234759" y="523439"/>
                  </a:cubicBezTo>
                  <a:lnTo>
                    <a:pt x="2243487" y="561457"/>
                  </a:lnTo>
                  <a:lnTo>
                    <a:pt x="2324978" y="646306"/>
                  </a:lnTo>
                  <a:lnTo>
                    <a:pt x="2339497" y="672658"/>
                  </a:lnTo>
                  <a:lnTo>
                    <a:pt x="2365682" y="789734"/>
                  </a:lnTo>
                  <a:lnTo>
                    <a:pt x="2394804" y="1012136"/>
                  </a:lnTo>
                  <a:lnTo>
                    <a:pt x="2260943" y="1099922"/>
                  </a:lnTo>
                  <a:lnTo>
                    <a:pt x="2266734" y="1123337"/>
                  </a:lnTo>
                  <a:lnTo>
                    <a:pt x="2292919" y="1140877"/>
                  </a:lnTo>
                  <a:lnTo>
                    <a:pt x="2292919" y="1187707"/>
                  </a:lnTo>
                  <a:lnTo>
                    <a:pt x="2380201" y="1369154"/>
                  </a:lnTo>
                  <a:lnTo>
                    <a:pt x="2388929" y="1518373"/>
                  </a:lnTo>
                  <a:lnTo>
                    <a:pt x="2493752" y="1714422"/>
                  </a:lnTo>
                  <a:lnTo>
                    <a:pt x="2493752" y="1714422"/>
                  </a:lnTo>
                  <a:close/>
                </a:path>
              </a:pathLst>
            </a:custGeom>
            <a:solidFill>
              <a:srgbClr val="9D7539">
                <a:alpha val="70000"/>
              </a:srgbClr>
            </a:solidFill>
            <a:ln w="4738" cap="flat">
              <a:solidFill>
                <a:schemeClr val="bg1"/>
              </a:solid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latin typeface="Fund Light"/>
                <a:ea typeface="+mn-ea"/>
                <a:cs typeface="+mn-cs"/>
              </a:endParaRPr>
            </a:p>
          </p:txBody>
        </p:sp>
        <p:sp>
          <p:nvSpPr>
            <p:cNvPr id="46" name="Freeform: Shape 45">
              <a:extLst>
                <a:ext uri="{FF2B5EF4-FFF2-40B4-BE49-F238E27FC236}">
                  <a16:creationId xmlns:a16="http://schemas.microsoft.com/office/drawing/2014/main" id="{CAE4D322-7D14-0267-2E27-D9504734468B}"/>
                </a:ext>
              </a:extLst>
            </p:cNvPr>
            <p:cNvSpPr/>
            <p:nvPr/>
          </p:nvSpPr>
          <p:spPr>
            <a:xfrm>
              <a:off x="6164907" y="2933673"/>
              <a:ext cx="1285565" cy="1392748"/>
            </a:xfrm>
            <a:custGeom>
              <a:avLst/>
              <a:gdLst>
                <a:gd name="connsiteX0" fmla="*/ 1574267 w 1577794"/>
                <a:gd name="connsiteY0" fmla="*/ 1555803 h 1703682"/>
                <a:gd name="connsiteX1" fmla="*/ 1574267 w 1577794"/>
                <a:gd name="connsiteY1" fmla="*/ 1617237 h 1703682"/>
                <a:gd name="connsiteX2" fmla="*/ 1571330 w 1577794"/>
                <a:gd name="connsiteY2" fmla="*/ 1617237 h 1703682"/>
                <a:gd name="connsiteX3" fmla="*/ 1076507 w 1577794"/>
                <a:gd name="connsiteY3" fmla="*/ 1605571 h 1703682"/>
                <a:gd name="connsiteX4" fmla="*/ 1053259 w 1577794"/>
                <a:gd name="connsiteY4" fmla="*/ 1631924 h 1703682"/>
                <a:gd name="connsiteX5" fmla="*/ 826241 w 1577794"/>
                <a:gd name="connsiteY5" fmla="*/ 1667004 h 1703682"/>
                <a:gd name="connsiteX6" fmla="*/ 802994 w 1577794"/>
                <a:gd name="connsiteY6" fmla="*/ 1678670 h 1703682"/>
                <a:gd name="connsiteX7" fmla="*/ 756416 w 1577794"/>
                <a:gd name="connsiteY7" fmla="*/ 1678670 h 1703682"/>
                <a:gd name="connsiteX8" fmla="*/ 721503 w 1577794"/>
                <a:gd name="connsiteY8" fmla="*/ 1690336 h 1703682"/>
                <a:gd name="connsiteX9" fmla="*/ 695318 w 1577794"/>
                <a:gd name="connsiteY9" fmla="*/ 1699148 h 1703682"/>
                <a:gd name="connsiteX10" fmla="*/ 648740 w 1577794"/>
                <a:gd name="connsiteY10" fmla="*/ 1678670 h 1703682"/>
                <a:gd name="connsiteX11" fmla="*/ 637074 w 1577794"/>
                <a:gd name="connsiteY11" fmla="*/ 1631840 h 1703682"/>
                <a:gd name="connsiteX12" fmla="*/ 660321 w 1577794"/>
                <a:gd name="connsiteY12" fmla="*/ 1631840 h 1703682"/>
                <a:gd name="connsiteX13" fmla="*/ 695234 w 1577794"/>
                <a:gd name="connsiteY13" fmla="*/ 1614300 h 1703682"/>
                <a:gd name="connsiteX14" fmla="*/ 695234 w 1577794"/>
                <a:gd name="connsiteY14" fmla="*/ 1579219 h 1703682"/>
                <a:gd name="connsiteX15" fmla="*/ 689443 w 1577794"/>
                <a:gd name="connsiteY15" fmla="*/ 1552866 h 1703682"/>
                <a:gd name="connsiteX16" fmla="*/ 671987 w 1577794"/>
                <a:gd name="connsiteY16" fmla="*/ 1552866 h 1703682"/>
                <a:gd name="connsiteX17" fmla="*/ 671987 w 1577794"/>
                <a:gd name="connsiteY17" fmla="*/ 1541200 h 1703682"/>
                <a:gd name="connsiteX18" fmla="*/ 648740 w 1577794"/>
                <a:gd name="connsiteY18" fmla="*/ 1520723 h 1703682"/>
                <a:gd name="connsiteX19" fmla="*/ 648740 w 1577794"/>
                <a:gd name="connsiteY19" fmla="*/ 1509057 h 1703682"/>
                <a:gd name="connsiteX20" fmla="*/ 660405 w 1577794"/>
                <a:gd name="connsiteY20" fmla="*/ 1497392 h 1703682"/>
                <a:gd name="connsiteX21" fmla="*/ 648740 w 1577794"/>
                <a:gd name="connsiteY21" fmla="*/ 1473976 h 1703682"/>
                <a:gd name="connsiteX22" fmla="*/ 648740 w 1577794"/>
                <a:gd name="connsiteY22" fmla="*/ 1438896 h 1703682"/>
                <a:gd name="connsiteX23" fmla="*/ 660405 w 1577794"/>
                <a:gd name="connsiteY23" fmla="*/ 1403815 h 1703682"/>
                <a:gd name="connsiteX24" fmla="*/ 672071 w 1577794"/>
                <a:gd name="connsiteY24" fmla="*/ 1395003 h 1703682"/>
                <a:gd name="connsiteX25" fmla="*/ 660405 w 1577794"/>
                <a:gd name="connsiteY25" fmla="*/ 1377462 h 1703682"/>
                <a:gd name="connsiteX26" fmla="*/ 672071 w 1577794"/>
                <a:gd name="connsiteY26" fmla="*/ 1342382 h 1703682"/>
                <a:gd name="connsiteX27" fmla="*/ 672071 w 1577794"/>
                <a:gd name="connsiteY27" fmla="*/ 1316029 h 1703682"/>
                <a:gd name="connsiteX28" fmla="*/ 625492 w 1577794"/>
                <a:gd name="connsiteY28" fmla="*/ 1304364 h 1703682"/>
                <a:gd name="connsiteX29" fmla="*/ 590579 w 1577794"/>
                <a:gd name="connsiteY29" fmla="*/ 1283886 h 1703682"/>
                <a:gd name="connsiteX30" fmla="*/ 590579 w 1577794"/>
                <a:gd name="connsiteY30" fmla="*/ 1257533 h 1703682"/>
                <a:gd name="connsiteX31" fmla="*/ 573123 w 1577794"/>
                <a:gd name="connsiteY31" fmla="*/ 1222453 h 1703682"/>
                <a:gd name="connsiteX32" fmla="*/ 558604 w 1577794"/>
                <a:gd name="connsiteY32" fmla="*/ 1199037 h 1703682"/>
                <a:gd name="connsiteX33" fmla="*/ 494569 w 1577794"/>
                <a:gd name="connsiteY33" fmla="*/ 1199037 h 1703682"/>
                <a:gd name="connsiteX34" fmla="*/ 494569 w 1577794"/>
                <a:gd name="connsiteY34" fmla="*/ 1172685 h 1703682"/>
                <a:gd name="connsiteX35" fmla="*/ 459656 w 1577794"/>
                <a:gd name="connsiteY35" fmla="*/ 1172685 h 1703682"/>
                <a:gd name="connsiteX36" fmla="*/ 447990 w 1577794"/>
                <a:gd name="connsiteY36" fmla="*/ 1187288 h 1703682"/>
                <a:gd name="connsiteX37" fmla="*/ 430534 w 1577794"/>
                <a:gd name="connsiteY37" fmla="*/ 1198953 h 1703682"/>
                <a:gd name="connsiteX38" fmla="*/ 360708 w 1577794"/>
                <a:gd name="connsiteY38" fmla="*/ 1198953 h 1703682"/>
                <a:gd name="connsiteX39" fmla="*/ 325795 w 1577794"/>
                <a:gd name="connsiteY39" fmla="*/ 994176 h 1703682"/>
                <a:gd name="connsiteX40" fmla="*/ 360708 w 1577794"/>
                <a:gd name="connsiteY40" fmla="*/ 1005841 h 1703682"/>
                <a:gd name="connsiteX41" fmla="*/ 383955 w 1577794"/>
                <a:gd name="connsiteY41" fmla="*/ 1005841 h 1703682"/>
                <a:gd name="connsiteX42" fmla="*/ 395621 w 1577794"/>
                <a:gd name="connsiteY42" fmla="*/ 982426 h 1703682"/>
                <a:gd name="connsiteX43" fmla="*/ 98694 w 1577794"/>
                <a:gd name="connsiteY43" fmla="*/ 587558 h 1703682"/>
                <a:gd name="connsiteX44" fmla="*/ 52115 w 1577794"/>
                <a:gd name="connsiteY44" fmla="*/ 572955 h 1703682"/>
                <a:gd name="connsiteX45" fmla="*/ 22993 w 1577794"/>
                <a:gd name="connsiteY45" fmla="*/ 508584 h 1703682"/>
                <a:gd name="connsiteX46" fmla="*/ 20056 w 1577794"/>
                <a:gd name="connsiteY46" fmla="*/ 502710 h 1703682"/>
                <a:gd name="connsiteX47" fmla="*/ 5537 w 1577794"/>
                <a:gd name="connsiteY47" fmla="*/ 470566 h 1703682"/>
                <a:gd name="connsiteX48" fmla="*/ 8474 w 1577794"/>
                <a:gd name="connsiteY48" fmla="*/ 470566 h 1703682"/>
                <a:gd name="connsiteX49" fmla="*/ 145272 w 1577794"/>
                <a:gd name="connsiteY49" fmla="*/ 359449 h 1703682"/>
                <a:gd name="connsiteX50" fmla="*/ 349043 w 1577794"/>
                <a:gd name="connsiteY50" fmla="*/ 274601 h 1703682"/>
                <a:gd name="connsiteX51" fmla="*/ 593517 w 1577794"/>
                <a:gd name="connsiteY51" fmla="*/ 61095 h 1703682"/>
                <a:gd name="connsiteX52" fmla="*/ 640095 w 1577794"/>
                <a:gd name="connsiteY52" fmla="*/ 5537 h 1703682"/>
                <a:gd name="connsiteX53" fmla="*/ 730315 w 1577794"/>
                <a:gd name="connsiteY53" fmla="*/ 55220 h 1703682"/>
                <a:gd name="connsiteX54" fmla="*/ 733252 w 1577794"/>
                <a:gd name="connsiteY54" fmla="*/ 55220 h 1703682"/>
                <a:gd name="connsiteX55" fmla="*/ 771103 w 1577794"/>
                <a:gd name="connsiteY55" fmla="*/ 78635 h 1703682"/>
                <a:gd name="connsiteX56" fmla="*/ 776893 w 1577794"/>
                <a:gd name="connsiteY56" fmla="*/ 81573 h 1703682"/>
                <a:gd name="connsiteX57" fmla="*/ 776893 w 1577794"/>
                <a:gd name="connsiteY57" fmla="*/ 84510 h 1703682"/>
                <a:gd name="connsiteX58" fmla="*/ 899173 w 1577794"/>
                <a:gd name="connsiteY58" fmla="*/ 151818 h 1703682"/>
                <a:gd name="connsiteX59" fmla="*/ 899173 w 1577794"/>
                <a:gd name="connsiteY59" fmla="*/ 151818 h 1703682"/>
                <a:gd name="connsiteX60" fmla="*/ 910838 w 1577794"/>
                <a:gd name="connsiteY60" fmla="*/ 160630 h 1703682"/>
                <a:gd name="connsiteX61" fmla="*/ 916629 w 1577794"/>
                <a:gd name="connsiteY61" fmla="*/ 163568 h 1703682"/>
                <a:gd name="connsiteX62" fmla="*/ 922420 w 1577794"/>
                <a:gd name="connsiteY62" fmla="*/ 169443 h 1703682"/>
                <a:gd name="connsiteX63" fmla="*/ 939876 w 1577794"/>
                <a:gd name="connsiteY63" fmla="*/ 178255 h 1703682"/>
                <a:gd name="connsiteX64" fmla="*/ 939876 w 1577794"/>
                <a:gd name="connsiteY64" fmla="*/ 178255 h 1703682"/>
                <a:gd name="connsiteX65" fmla="*/ 963124 w 1577794"/>
                <a:gd name="connsiteY65" fmla="*/ 192858 h 1703682"/>
                <a:gd name="connsiteX66" fmla="*/ 977643 w 1577794"/>
                <a:gd name="connsiteY66" fmla="*/ 201670 h 1703682"/>
                <a:gd name="connsiteX67" fmla="*/ 1015493 w 1577794"/>
                <a:gd name="connsiteY67" fmla="*/ 233813 h 1703682"/>
                <a:gd name="connsiteX68" fmla="*/ 1070800 w 1577794"/>
                <a:gd name="connsiteY68" fmla="*/ 295246 h 1703682"/>
                <a:gd name="connsiteX69" fmla="*/ 1073737 w 1577794"/>
                <a:gd name="connsiteY69" fmla="*/ 298184 h 1703682"/>
                <a:gd name="connsiteX70" fmla="*/ 1079528 w 1577794"/>
                <a:gd name="connsiteY70" fmla="*/ 306996 h 1703682"/>
                <a:gd name="connsiteX71" fmla="*/ 1094047 w 1577794"/>
                <a:gd name="connsiteY71" fmla="*/ 324536 h 1703682"/>
                <a:gd name="connsiteX72" fmla="*/ 1096984 w 1577794"/>
                <a:gd name="connsiteY72" fmla="*/ 327474 h 1703682"/>
                <a:gd name="connsiteX73" fmla="*/ 1105713 w 1577794"/>
                <a:gd name="connsiteY73" fmla="*/ 339139 h 1703682"/>
                <a:gd name="connsiteX74" fmla="*/ 1111503 w 1577794"/>
                <a:gd name="connsiteY74" fmla="*/ 347951 h 1703682"/>
                <a:gd name="connsiteX75" fmla="*/ 1257030 w 1577794"/>
                <a:gd name="connsiteY75" fmla="*/ 564395 h 1703682"/>
                <a:gd name="connsiteX76" fmla="*/ 1257030 w 1577794"/>
                <a:gd name="connsiteY76" fmla="*/ 564395 h 1703682"/>
                <a:gd name="connsiteX77" fmla="*/ 1271549 w 1577794"/>
                <a:gd name="connsiteY77" fmla="*/ 584873 h 1703682"/>
                <a:gd name="connsiteX78" fmla="*/ 1271549 w 1577794"/>
                <a:gd name="connsiteY78" fmla="*/ 587810 h 1703682"/>
                <a:gd name="connsiteX79" fmla="*/ 1280277 w 1577794"/>
                <a:gd name="connsiteY79" fmla="*/ 596622 h 1703682"/>
                <a:gd name="connsiteX80" fmla="*/ 1283214 w 1577794"/>
                <a:gd name="connsiteY80" fmla="*/ 602497 h 1703682"/>
                <a:gd name="connsiteX81" fmla="*/ 1283214 w 1577794"/>
                <a:gd name="connsiteY81" fmla="*/ 602497 h 1703682"/>
                <a:gd name="connsiteX82" fmla="*/ 1286152 w 1577794"/>
                <a:gd name="connsiteY82" fmla="*/ 605434 h 1703682"/>
                <a:gd name="connsiteX83" fmla="*/ 1291943 w 1577794"/>
                <a:gd name="connsiteY83" fmla="*/ 614246 h 1703682"/>
                <a:gd name="connsiteX84" fmla="*/ 1449135 w 1577794"/>
                <a:gd name="connsiteY84" fmla="*/ 857042 h 1703682"/>
                <a:gd name="connsiteX85" fmla="*/ 1530626 w 1577794"/>
                <a:gd name="connsiteY85" fmla="*/ 1085151 h 1703682"/>
                <a:gd name="connsiteX86" fmla="*/ 1536417 w 1577794"/>
                <a:gd name="connsiteY86" fmla="*/ 1129044 h 1703682"/>
                <a:gd name="connsiteX87" fmla="*/ 1539354 w 1577794"/>
                <a:gd name="connsiteY87" fmla="*/ 1129044 h 1703682"/>
                <a:gd name="connsiteX88" fmla="*/ 1536417 w 1577794"/>
                <a:gd name="connsiteY88" fmla="*/ 1131981 h 1703682"/>
                <a:gd name="connsiteX89" fmla="*/ 1571330 w 1577794"/>
                <a:gd name="connsiteY89" fmla="*/ 1556055 h 1703682"/>
                <a:gd name="connsiteX90" fmla="*/ 1574267 w 1577794"/>
                <a:gd name="connsiteY90" fmla="*/ 1556055 h 170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7794" h="1703682">
                  <a:moveTo>
                    <a:pt x="1574267" y="1555803"/>
                  </a:moveTo>
                  <a:lnTo>
                    <a:pt x="1574267" y="1617237"/>
                  </a:lnTo>
                  <a:lnTo>
                    <a:pt x="1571330" y="1617237"/>
                  </a:lnTo>
                  <a:lnTo>
                    <a:pt x="1076507" y="1605571"/>
                  </a:lnTo>
                  <a:lnTo>
                    <a:pt x="1053259" y="1631924"/>
                  </a:lnTo>
                  <a:lnTo>
                    <a:pt x="826241" y="1667004"/>
                  </a:lnTo>
                  <a:lnTo>
                    <a:pt x="802994" y="1678670"/>
                  </a:lnTo>
                  <a:lnTo>
                    <a:pt x="756416" y="1678670"/>
                  </a:lnTo>
                  <a:lnTo>
                    <a:pt x="721503" y="1690336"/>
                  </a:lnTo>
                  <a:lnTo>
                    <a:pt x="695318" y="1699148"/>
                  </a:lnTo>
                  <a:cubicBezTo>
                    <a:pt x="695318" y="1699148"/>
                    <a:pt x="660405" y="1678670"/>
                    <a:pt x="648740" y="1678670"/>
                  </a:cubicBezTo>
                  <a:cubicBezTo>
                    <a:pt x="637074" y="1678670"/>
                    <a:pt x="637074" y="1631840"/>
                    <a:pt x="637074" y="1631840"/>
                  </a:cubicBezTo>
                  <a:lnTo>
                    <a:pt x="660321" y="1631840"/>
                  </a:lnTo>
                  <a:lnTo>
                    <a:pt x="695234" y="1614300"/>
                  </a:lnTo>
                  <a:lnTo>
                    <a:pt x="695234" y="1579219"/>
                  </a:lnTo>
                  <a:cubicBezTo>
                    <a:pt x="695234" y="1567553"/>
                    <a:pt x="689443" y="1552866"/>
                    <a:pt x="689443" y="1552866"/>
                  </a:cubicBezTo>
                  <a:lnTo>
                    <a:pt x="671987" y="1552866"/>
                  </a:lnTo>
                  <a:lnTo>
                    <a:pt x="671987" y="1541200"/>
                  </a:lnTo>
                  <a:lnTo>
                    <a:pt x="648740" y="1520723"/>
                  </a:lnTo>
                  <a:lnTo>
                    <a:pt x="648740" y="1509057"/>
                  </a:lnTo>
                  <a:lnTo>
                    <a:pt x="660405" y="1497392"/>
                  </a:lnTo>
                  <a:lnTo>
                    <a:pt x="648740" y="1473976"/>
                  </a:lnTo>
                  <a:lnTo>
                    <a:pt x="648740" y="1438896"/>
                  </a:lnTo>
                  <a:lnTo>
                    <a:pt x="660405" y="1403815"/>
                  </a:lnTo>
                  <a:lnTo>
                    <a:pt x="672071" y="1395003"/>
                  </a:lnTo>
                  <a:lnTo>
                    <a:pt x="660405" y="1377462"/>
                  </a:lnTo>
                  <a:lnTo>
                    <a:pt x="672071" y="1342382"/>
                  </a:lnTo>
                  <a:lnTo>
                    <a:pt x="672071" y="1316029"/>
                  </a:lnTo>
                  <a:lnTo>
                    <a:pt x="625492" y="1304364"/>
                  </a:lnTo>
                  <a:lnTo>
                    <a:pt x="590579" y="1283886"/>
                  </a:lnTo>
                  <a:lnTo>
                    <a:pt x="590579" y="1257533"/>
                  </a:lnTo>
                  <a:lnTo>
                    <a:pt x="573123" y="1222453"/>
                  </a:lnTo>
                  <a:lnTo>
                    <a:pt x="558604" y="1199037"/>
                  </a:lnTo>
                  <a:lnTo>
                    <a:pt x="494569" y="1199037"/>
                  </a:lnTo>
                  <a:lnTo>
                    <a:pt x="494569" y="1172685"/>
                  </a:lnTo>
                  <a:lnTo>
                    <a:pt x="459656" y="1172685"/>
                  </a:lnTo>
                  <a:lnTo>
                    <a:pt x="447990" y="1187288"/>
                  </a:lnTo>
                  <a:lnTo>
                    <a:pt x="430534" y="1198953"/>
                  </a:lnTo>
                  <a:lnTo>
                    <a:pt x="360708" y="1198953"/>
                  </a:lnTo>
                  <a:lnTo>
                    <a:pt x="325795" y="994176"/>
                  </a:lnTo>
                  <a:lnTo>
                    <a:pt x="360708" y="1005841"/>
                  </a:lnTo>
                  <a:lnTo>
                    <a:pt x="383955" y="1005841"/>
                  </a:lnTo>
                  <a:lnTo>
                    <a:pt x="395621" y="982426"/>
                  </a:lnTo>
                  <a:lnTo>
                    <a:pt x="98694" y="587558"/>
                  </a:lnTo>
                  <a:lnTo>
                    <a:pt x="52115" y="572955"/>
                  </a:lnTo>
                  <a:lnTo>
                    <a:pt x="22993" y="508584"/>
                  </a:lnTo>
                  <a:cubicBezTo>
                    <a:pt x="22993" y="508584"/>
                    <a:pt x="22993" y="505647"/>
                    <a:pt x="20056" y="502710"/>
                  </a:cubicBezTo>
                  <a:lnTo>
                    <a:pt x="5537" y="470566"/>
                  </a:lnTo>
                  <a:lnTo>
                    <a:pt x="8474" y="470566"/>
                  </a:lnTo>
                  <a:cubicBezTo>
                    <a:pt x="40533" y="453026"/>
                    <a:pt x="110359" y="382780"/>
                    <a:pt x="145272" y="359449"/>
                  </a:cubicBezTo>
                  <a:cubicBezTo>
                    <a:pt x="174394" y="341909"/>
                    <a:pt x="282070" y="295079"/>
                    <a:pt x="349043" y="274601"/>
                  </a:cubicBezTo>
                  <a:cubicBezTo>
                    <a:pt x="468384" y="169275"/>
                    <a:pt x="584789" y="69823"/>
                    <a:pt x="593517" y="61095"/>
                  </a:cubicBezTo>
                  <a:cubicBezTo>
                    <a:pt x="599308" y="55220"/>
                    <a:pt x="619701" y="31805"/>
                    <a:pt x="640095" y="5537"/>
                  </a:cubicBezTo>
                  <a:cubicBezTo>
                    <a:pt x="660489" y="17202"/>
                    <a:pt x="701193" y="37680"/>
                    <a:pt x="730315" y="55220"/>
                  </a:cubicBezTo>
                  <a:lnTo>
                    <a:pt x="733252" y="55220"/>
                  </a:lnTo>
                  <a:cubicBezTo>
                    <a:pt x="750709" y="66886"/>
                    <a:pt x="765312" y="75698"/>
                    <a:pt x="771103" y="78635"/>
                  </a:cubicBezTo>
                  <a:cubicBezTo>
                    <a:pt x="773061" y="80594"/>
                    <a:pt x="774991" y="81573"/>
                    <a:pt x="776893" y="81573"/>
                  </a:cubicBezTo>
                  <a:lnTo>
                    <a:pt x="776893" y="84510"/>
                  </a:lnTo>
                  <a:cubicBezTo>
                    <a:pt x="794350" y="93322"/>
                    <a:pt x="870050" y="137131"/>
                    <a:pt x="899173" y="151818"/>
                  </a:cubicBezTo>
                  <a:lnTo>
                    <a:pt x="899173" y="151818"/>
                  </a:lnTo>
                  <a:cubicBezTo>
                    <a:pt x="902110" y="154756"/>
                    <a:pt x="904963" y="157693"/>
                    <a:pt x="910838" y="160630"/>
                  </a:cubicBezTo>
                  <a:cubicBezTo>
                    <a:pt x="913775" y="160630"/>
                    <a:pt x="913775" y="163568"/>
                    <a:pt x="916629" y="163568"/>
                  </a:cubicBezTo>
                  <a:cubicBezTo>
                    <a:pt x="919566" y="166505"/>
                    <a:pt x="922420" y="166505"/>
                    <a:pt x="922420" y="169443"/>
                  </a:cubicBezTo>
                  <a:cubicBezTo>
                    <a:pt x="928211" y="172380"/>
                    <a:pt x="934085" y="175317"/>
                    <a:pt x="939876" y="178255"/>
                  </a:cubicBezTo>
                  <a:lnTo>
                    <a:pt x="939876" y="178255"/>
                  </a:lnTo>
                  <a:cubicBezTo>
                    <a:pt x="948604" y="184129"/>
                    <a:pt x="957333" y="189920"/>
                    <a:pt x="963124" y="192858"/>
                  </a:cubicBezTo>
                  <a:cubicBezTo>
                    <a:pt x="968914" y="195795"/>
                    <a:pt x="971852" y="198732"/>
                    <a:pt x="977643" y="201670"/>
                  </a:cubicBezTo>
                  <a:cubicBezTo>
                    <a:pt x="992162" y="213335"/>
                    <a:pt x="1006765" y="225085"/>
                    <a:pt x="1015493" y="233813"/>
                  </a:cubicBezTo>
                  <a:cubicBezTo>
                    <a:pt x="1027159" y="245479"/>
                    <a:pt x="1050406" y="271831"/>
                    <a:pt x="1070800" y="295246"/>
                  </a:cubicBezTo>
                  <a:lnTo>
                    <a:pt x="1073737" y="298184"/>
                  </a:lnTo>
                  <a:cubicBezTo>
                    <a:pt x="1076674" y="301121"/>
                    <a:pt x="1079528" y="304058"/>
                    <a:pt x="1079528" y="306996"/>
                  </a:cubicBezTo>
                  <a:cubicBezTo>
                    <a:pt x="1085319" y="312871"/>
                    <a:pt x="1091194" y="318662"/>
                    <a:pt x="1094047" y="324536"/>
                  </a:cubicBezTo>
                  <a:cubicBezTo>
                    <a:pt x="1096984" y="324536"/>
                    <a:pt x="1096984" y="327474"/>
                    <a:pt x="1096984" y="327474"/>
                  </a:cubicBezTo>
                  <a:cubicBezTo>
                    <a:pt x="1099922" y="330411"/>
                    <a:pt x="1102775" y="336286"/>
                    <a:pt x="1105713" y="339139"/>
                  </a:cubicBezTo>
                  <a:cubicBezTo>
                    <a:pt x="1108650" y="342077"/>
                    <a:pt x="1111503" y="345014"/>
                    <a:pt x="1111503" y="347951"/>
                  </a:cubicBezTo>
                  <a:cubicBezTo>
                    <a:pt x="1126022" y="368429"/>
                    <a:pt x="1207598" y="494233"/>
                    <a:pt x="1257030" y="564395"/>
                  </a:cubicBezTo>
                  <a:lnTo>
                    <a:pt x="1257030" y="564395"/>
                  </a:lnTo>
                  <a:cubicBezTo>
                    <a:pt x="1262821" y="573207"/>
                    <a:pt x="1268695" y="578998"/>
                    <a:pt x="1271549" y="584873"/>
                  </a:cubicBezTo>
                  <a:lnTo>
                    <a:pt x="1271549" y="587810"/>
                  </a:lnTo>
                  <a:cubicBezTo>
                    <a:pt x="1274486" y="590747"/>
                    <a:pt x="1277340" y="593685"/>
                    <a:pt x="1280277" y="596622"/>
                  </a:cubicBezTo>
                  <a:cubicBezTo>
                    <a:pt x="1280277" y="599559"/>
                    <a:pt x="1283214" y="602497"/>
                    <a:pt x="1283214" y="602497"/>
                  </a:cubicBezTo>
                  <a:lnTo>
                    <a:pt x="1283214" y="602497"/>
                  </a:lnTo>
                  <a:lnTo>
                    <a:pt x="1286152" y="605434"/>
                  </a:lnTo>
                  <a:cubicBezTo>
                    <a:pt x="1289089" y="608371"/>
                    <a:pt x="1289089" y="611309"/>
                    <a:pt x="1291943" y="614246"/>
                  </a:cubicBezTo>
                  <a:cubicBezTo>
                    <a:pt x="1321065" y="652264"/>
                    <a:pt x="1434532" y="830689"/>
                    <a:pt x="1449135" y="857042"/>
                  </a:cubicBezTo>
                  <a:cubicBezTo>
                    <a:pt x="1460800" y="880457"/>
                    <a:pt x="1524835" y="1032530"/>
                    <a:pt x="1530626" y="1085151"/>
                  </a:cubicBezTo>
                  <a:cubicBezTo>
                    <a:pt x="1533563" y="1091026"/>
                    <a:pt x="1533563" y="1108566"/>
                    <a:pt x="1536417" y="1129044"/>
                  </a:cubicBezTo>
                  <a:lnTo>
                    <a:pt x="1539354" y="1129044"/>
                  </a:lnTo>
                  <a:lnTo>
                    <a:pt x="1536417" y="1131981"/>
                  </a:lnTo>
                  <a:cubicBezTo>
                    <a:pt x="1545145" y="1251910"/>
                    <a:pt x="1571330" y="1556055"/>
                    <a:pt x="1571330" y="1556055"/>
                  </a:cubicBezTo>
                  <a:lnTo>
                    <a:pt x="1574267" y="1556055"/>
                  </a:lnTo>
                  <a:close/>
                </a:path>
              </a:pathLst>
            </a:custGeom>
            <a:solidFill>
              <a:schemeClr val="accent2">
                <a:alpha val="75000"/>
              </a:schemeClr>
            </a:solidFill>
            <a:ln w="5103" cap="flat">
              <a:solidFill>
                <a:schemeClr val="bg1"/>
              </a:solidFill>
              <a:prstDash val="solid"/>
              <a:miter/>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47" name="Freeform: Shape 46">
              <a:extLst>
                <a:ext uri="{FF2B5EF4-FFF2-40B4-BE49-F238E27FC236}">
                  <a16:creationId xmlns:a16="http://schemas.microsoft.com/office/drawing/2014/main" id="{11FB8FBD-19BA-FFB0-3EAC-A057153305FA}"/>
                </a:ext>
              </a:extLst>
            </p:cNvPr>
            <p:cNvSpPr/>
            <p:nvPr/>
          </p:nvSpPr>
          <p:spPr>
            <a:xfrm>
              <a:off x="6681186" y="2396264"/>
              <a:ext cx="1340271" cy="14613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48" name="Freeform: Shape 47">
              <a:extLst>
                <a:ext uri="{FF2B5EF4-FFF2-40B4-BE49-F238E27FC236}">
                  <a16:creationId xmlns:a16="http://schemas.microsoft.com/office/drawing/2014/main" id="{5CD73B82-73B8-7960-3DF2-969FC3282932}"/>
                </a:ext>
              </a:extLst>
            </p:cNvPr>
            <p:cNvSpPr/>
            <p:nvPr/>
          </p:nvSpPr>
          <p:spPr>
            <a:xfrm>
              <a:off x="7414204" y="3711418"/>
              <a:ext cx="396464" cy="34304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pic>
        <p:nvPicPr>
          <p:cNvPr id="104" name="Picture 2" descr="Tap ">
            <a:hlinkClick r:id="" action="ppaction://noaction"/>
            <a:extLst>
              <a:ext uri="{FF2B5EF4-FFF2-40B4-BE49-F238E27FC236}">
                <a16:creationId xmlns:a16="http://schemas.microsoft.com/office/drawing/2014/main" id="{2E8B190A-6B2E-598B-7E9C-7E67F44D0C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6452" y="4343585"/>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Tap ">
            <a:hlinkClick r:id="" action="ppaction://noaction"/>
            <a:extLst>
              <a:ext uri="{FF2B5EF4-FFF2-40B4-BE49-F238E27FC236}">
                <a16:creationId xmlns:a16="http://schemas.microsoft.com/office/drawing/2014/main" id="{25E1B5A5-8FF9-A1F7-BB86-A80252A54D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04514" y="1805155"/>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Tap ">
            <a:hlinkClick r:id="rId7" action="ppaction://hlinksldjump"/>
            <a:extLst>
              <a:ext uri="{FF2B5EF4-FFF2-40B4-BE49-F238E27FC236}">
                <a16:creationId xmlns:a16="http://schemas.microsoft.com/office/drawing/2014/main" id="{843A72BC-22BC-937C-EF05-65D2C57F15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983" y="1437404"/>
            <a:ext cx="199350" cy="199350"/>
          </a:xfrm>
          <a:prstGeom prst="rect">
            <a:avLst/>
          </a:prstGeom>
          <a:noFill/>
          <a:extLst>
            <a:ext uri="{909E8E84-426E-40DD-AFC4-6F175D3DCCD1}">
              <a14:hiddenFill xmlns:a14="http://schemas.microsoft.com/office/drawing/2010/main">
                <a:solidFill>
                  <a:srgbClr val="FFFFFF"/>
                </a:solidFill>
              </a14:hiddenFill>
            </a:ext>
          </a:extLst>
        </p:spPr>
      </p:pic>
      <p:grpSp>
        <p:nvGrpSpPr>
          <p:cNvPr id="111" name="Group 110">
            <a:extLst>
              <a:ext uri="{FF2B5EF4-FFF2-40B4-BE49-F238E27FC236}">
                <a16:creationId xmlns:a16="http://schemas.microsoft.com/office/drawing/2014/main" id="{ACD2B482-7BE1-B0E3-34E6-372DE59BBFE7}"/>
              </a:ext>
            </a:extLst>
          </p:cNvPr>
          <p:cNvGrpSpPr/>
          <p:nvPr/>
        </p:nvGrpSpPr>
        <p:grpSpPr>
          <a:xfrm>
            <a:off x="11463919" y="1765946"/>
            <a:ext cx="158271" cy="273825"/>
            <a:chOff x="6058097" y="409709"/>
            <a:chExt cx="2030919" cy="3916712"/>
          </a:xfrm>
        </p:grpSpPr>
        <p:sp>
          <p:nvSpPr>
            <p:cNvPr id="112" name="Freeform: Shape 111">
              <a:extLst>
                <a:ext uri="{FF2B5EF4-FFF2-40B4-BE49-F238E27FC236}">
                  <a16:creationId xmlns:a16="http://schemas.microsoft.com/office/drawing/2014/main" id="{ECB2C5B9-CDA0-49E1-2B4B-C0F33009A190}"/>
                </a:ext>
              </a:extLst>
            </p:cNvPr>
            <p:cNvSpPr/>
            <p:nvPr/>
          </p:nvSpPr>
          <p:spPr>
            <a:xfrm>
              <a:off x="6058097" y="409709"/>
              <a:ext cx="2030919" cy="2833523"/>
            </a:xfrm>
            <a:custGeom>
              <a:avLst/>
              <a:gdLst>
                <a:gd name="connsiteX0" fmla="*/ 2494340 w 2492579"/>
                <a:gd name="connsiteY0" fmla="*/ 1714254 h 3466112"/>
                <a:gd name="connsiteX1" fmla="*/ 2491402 w 2492579"/>
                <a:gd name="connsiteY1" fmla="*/ 1717192 h 3466112"/>
                <a:gd name="connsiteX2" fmla="*/ 2319691 w 2492579"/>
                <a:gd name="connsiteY2" fmla="*/ 1863474 h 3466112"/>
                <a:gd name="connsiteX3" fmla="*/ 2316754 w 2492579"/>
                <a:gd name="connsiteY3" fmla="*/ 1863474 h 3466112"/>
                <a:gd name="connsiteX4" fmla="*/ 2299297 w 2492579"/>
                <a:gd name="connsiteY4" fmla="*/ 1872286 h 3466112"/>
                <a:gd name="connsiteX5" fmla="*/ 2287632 w 2492579"/>
                <a:gd name="connsiteY5" fmla="*/ 1878160 h 3466112"/>
                <a:gd name="connsiteX6" fmla="*/ 2174081 w 2492579"/>
                <a:gd name="connsiteY6" fmla="*/ 1933719 h 3466112"/>
                <a:gd name="connsiteX7" fmla="*/ 2133293 w 2492579"/>
                <a:gd name="connsiteY7" fmla="*/ 1951259 h 3466112"/>
                <a:gd name="connsiteX8" fmla="*/ 2133293 w 2492579"/>
                <a:gd name="connsiteY8" fmla="*/ 1954197 h 3466112"/>
                <a:gd name="connsiteX9" fmla="*/ 2124565 w 2492579"/>
                <a:gd name="connsiteY9" fmla="*/ 1957134 h 3466112"/>
                <a:gd name="connsiteX10" fmla="*/ 2121628 w 2492579"/>
                <a:gd name="connsiteY10" fmla="*/ 1960071 h 3466112"/>
                <a:gd name="connsiteX11" fmla="*/ 2118690 w 2492579"/>
                <a:gd name="connsiteY11" fmla="*/ 1960071 h 3466112"/>
                <a:gd name="connsiteX12" fmla="*/ 2095443 w 2492579"/>
                <a:gd name="connsiteY12" fmla="*/ 1971737 h 3466112"/>
                <a:gd name="connsiteX13" fmla="*/ 2095443 w 2492579"/>
                <a:gd name="connsiteY13" fmla="*/ 1971737 h 3466112"/>
                <a:gd name="connsiteX14" fmla="*/ 1888819 w 2492579"/>
                <a:gd name="connsiteY14" fmla="*/ 2077063 h 3466112"/>
                <a:gd name="connsiteX15" fmla="*/ 1757812 w 2492579"/>
                <a:gd name="connsiteY15" fmla="*/ 2173661 h 3466112"/>
                <a:gd name="connsiteX16" fmla="*/ 1754874 w 2492579"/>
                <a:gd name="connsiteY16" fmla="*/ 2173661 h 3466112"/>
                <a:gd name="connsiteX17" fmla="*/ 1743209 w 2492579"/>
                <a:gd name="connsiteY17" fmla="*/ 2185327 h 3466112"/>
                <a:gd name="connsiteX18" fmla="*/ 1737418 w 2492579"/>
                <a:gd name="connsiteY18" fmla="*/ 2188264 h 3466112"/>
                <a:gd name="connsiteX19" fmla="*/ 1728690 w 2492579"/>
                <a:gd name="connsiteY19" fmla="*/ 2197077 h 3466112"/>
                <a:gd name="connsiteX20" fmla="*/ 1507463 w 2492579"/>
                <a:gd name="connsiteY20" fmla="*/ 2346296 h 3466112"/>
                <a:gd name="connsiteX21" fmla="*/ 1294964 w 2492579"/>
                <a:gd name="connsiteY21" fmla="*/ 2460434 h 3466112"/>
                <a:gd name="connsiteX22" fmla="*/ 1149438 w 2492579"/>
                <a:gd name="connsiteY22" fmla="*/ 2618465 h 3466112"/>
                <a:gd name="connsiteX23" fmla="*/ 971852 w 2492579"/>
                <a:gd name="connsiteY23" fmla="*/ 2741331 h 3466112"/>
                <a:gd name="connsiteX24" fmla="*/ 736106 w 2492579"/>
                <a:gd name="connsiteY24" fmla="*/ 2864198 h 3466112"/>
                <a:gd name="connsiteX25" fmla="*/ 608036 w 2492579"/>
                <a:gd name="connsiteY25" fmla="*/ 3016355 h 3466112"/>
                <a:gd name="connsiteX26" fmla="*/ 110275 w 2492579"/>
                <a:gd name="connsiteY26" fmla="*/ 3446471 h 3466112"/>
                <a:gd name="connsiteX27" fmla="*/ 54969 w 2492579"/>
                <a:gd name="connsiteY27" fmla="*/ 3464012 h 3466112"/>
                <a:gd name="connsiteX28" fmla="*/ 37512 w 2492579"/>
                <a:gd name="connsiteY28" fmla="*/ 3449409 h 3466112"/>
                <a:gd name="connsiteX29" fmla="*/ 5537 w 2492579"/>
                <a:gd name="connsiteY29" fmla="*/ 3373372 h 3466112"/>
                <a:gd name="connsiteX30" fmla="*/ 5537 w 2492579"/>
                <a:gd name="connsiteY30" fmla="*/ 3355832 h 3466112"/>
                <a:gd name="connsiteX31" fmla="*/ 116150 w 2492579"/>
                <a:gd name="connsiteY31" fmla="*/ 3250506 h 3466112"/>
                <a:gd name="connsiteX32" fmla="*/ 264614 w 2492579"/>
                <a:gd name="connsiteY32" fmla="*/ 3107162 h 3466112"/>
                <a:gd name="connsiteX33" fmla="*/ 343168 w 2492579"/>
                <a:gd name="connsiteY33" fmla="*/ 3033979 h 3466112"/>
                <a:gd name="connsiteX34" fmla="*/ 401412 w 2492579"/>
                <a:gd name="connsiteY34" fmla="*/ 2978420 h 3466112"/>
                <a:gd name="connsiteX35" fmla="*/ 415931 w 2492579"/>
                <a:gd name="connsiteY35" fmla="*/ 2952068 h 3466112"/>
                <a:gd name="connsiteX36" fmla="*/ 410140 w 2492579"/>
                <a:gd name="connsiteY36" fmla="*/ 2934528 h 3466112"/>
                <a:gd name="connsiteX37" fmla="*/ 372290 w 2492579"/>
                <a:gd name="connsiteY37" fmla="*/ 2925715 h 3466112"/>
                <a:gd name="connsiteX38" fmla="*/ 337377 w 2492579"/>
                <a:gd name="connsiteY38" fmla="*/ 2916903 h 3466112"/>
                <a:gd name="connsiteX39" fmla="*/ 319921 w 2492579"/>
                <a:gd name="connsiteY39" fmla="*/ 2896425 h 3466112"/>
                <a:gd name="connsiteX40" fmla="*/ 285008 w 2492579"/>
                <a:gd name="connsiteY40" fmla="*/ 2832055 h 3466112"/>
                <a:gd name="connsiteX41" fmla="*/ 258823 w 2492579"/>
                <a:gd name="connsiteY41" fmla="*/ 2501389 h 3466112"/>
                <a:gd name="connsiteX42" fmla="*/ 258823 w 2492579"/>
                <a:gd name="connsiteY42" fmla="*/ 2208826 h 3466112"/>
                <a:gd name="connsiteX43" fmla="*/ 253032 w 2492579"/>
                <a:gd name="connsiteY43" fmla="*/ 1995236 h 3466112"/>
                <a:gd name="connsiteX44" fmla="*/ 258823 w 2492579"/>
                <a:gd name="connsiteY44" fmla="*/ 1790459 h 3466112"/>
                <a:gd name="connsiteX45" fmla="*/ 258823 w 2492579"/>
                <a:gd name="connsiteY45" fmla="*/ 1503686 h 3466112"/>
                <a:gd name="connsiteX46" fmla="*/ 238429 w 2492579"/>
                <a:gd name="connsiteY46" fmla="*/ 1398360 h 3466112"/>
                <a:gd name="connsiteX47" fmla="*/ 180185 w 2492579"/>
                <a:gd name="connsiteY47" fmla="*/ 1304699 h 3466112"/>
                <a:gd name="connsiteX48" fmla="*/ 121941 w 2492579"/>
                <a:gd name="connsiteY48" fmla="*/ 1202311 h 3466112"/>
                <a:gd name="connsiteX49" fmla="*/ 37512 w 2492579"/>
                <a:gd name="connsiteY49" fmla="*/ 1181833 h 3466112"/>
                <a:gd name="connsiteX50" fmla="*/ 148126 w 2492579"/>
                <a:gd name="connsiteY50" fmla="*/ 1073569 h 3466112"/>
                <a:gd name="connsiteX51" fmla="*/ 185976 w 2492579"/>
                <a:gd name="connsiteY51" fmla="*/ 1058966 h 3466112"/>
                <a:gd name="connsiteX52" fmla="*/ 203432 w 2492579"/>
                <a:gd name="connsiteY52" fmla="*/ 1058966 h 3466112"/>
                <a:gd name="connsiteX53" fmla="*/ 281986 w 2492579"/>
                <a:gd name="connsiteY53" fmla="*/ 1076507 h 3466112"/>
                <a:gd name="connsiteX54" fmla="*/ 369269 w 2492579"/>
                <a:gd name="connsiteY54" fmla="*/ 1096984 h 3466112"/>
                <a:gd name="connsiteX55" fmla="*/ 424575 w 2492579"/>
                <a:gd name="connsiteY55" fmla="*/ 1096984 h 3466112"/>
                <a:gd name="connsiteX56" fmla="*/ 439094 w 2492579"/>
                <a:gd name="connsiteY56" fmla="*/ 1088172 h 3466112"/>
                <a:gd name="connsiteX57" fmla="*/ 439094 w 2492579"/>
                <a:gd name="connsiteY57" fmla="*/ 1073569 h 3466112"/>
                <a:gd name="connsiteX58" fmla="*/ 433304 w 2492579"/>
                <a:gd name="connsiteY58" fmla="*/ 1029676 h 3466112"/>
                <a:gd name="connsiteX59" fmla="*/ 442032 w 2492579"/>
                <a:gd name="connsiteY59" fmla="*/ 892123 h 3466112"/>
                <a:gd name="connsiteX60" fmla="*/ 471154 w 2492579"/>
                <a:gd name="connsiteY60" fmla="*/ 274769 h 3466112"/>
                <a:gd name="connsiteX61" fmla="*/ 415847 w 2492579"/>
                <a:gd name="connsiteY61" fmla="*/ 245479 h 3466112"/>
                <a:gd name="connsiteX62" fmla="*/ 377997 w 2492579"/>
                <a:gd name="connsiteY62" fmla="*/ 216189 h 3466112"/>
                <a:gd name="connsiteX63" fmla="*/ 363478 w 2492579"/>
                <a:gd name="connsiteY63" fmla="*/ 195711 h 3466112"/>
                <a:gd name="connsiteX64" fmla="*/ 354750 w 2492579"/>
                <a:gd name="connsiteY64" fmla="*/ 181108 h 3466112"/>
                <a:gd name="connsiteX65" fmla="*/ 354750 w 2492579"/>
                <a:gd name="connsiteY65" fmla="*/ 157693 h 3466112"/>
                <a:gd name="connsiteX66" fmla="*/ 395537 w 2492579"/>
                <a:gd name="connsiteY66" fmla="*/ 52367 h 3466112"/>
                <a:gd name="connsiteX67" fmla="*/ 442116 w 2492579"/>
                <a:gd name="connsiteY67" fmla="*/ 37764 h 3466112"/>
                <a:gd name="connsiteX68" fmla="*/ 520670 w 2492579"/>
                <a:gd name="connsiteY68" fmla="*/ 28952 h 3466112"/>
                <a:gd name="connsiteX69" fmla="*/ 552645 w 2492579"/>
                <a:gd name="connsiteY69" fmla="*/ 5537 h 3466112"/>
                <a:gd name="connsiteX70" fmla="*/ 613743 w 2492579"/>
                <a:gd name="connsiteY70" fmla="*/ 5537 h 3466112"/>
                <a:gd name="connsiteX71" fmla="*/ 639927 w 2492579"/>
                <a:gd name="connsiteY71" fmla="*/ 28952 h 3466112"/>
                <a:gd name="connsiteX72" fmla="*/ 674840 w 2492579"/>
                <a:gd name="connsiteY72" fmla="*/ 31889 h 3466112"/>
                <a:gd name="connsiteX73" fmla="*/ 703962 w 2492579"/>
                <a:gd name="connsiteY73" fmla="*/ 40701 h 3466112"/>
                <a:gd name="connsiteX74" fmla="*/ 753478 w 2492579"/>
                <a:gd name="connsiteY74" fmla="*/ 40701 h 3466112"/>
                <a:gd name="connsiteX75" fmla="*/ 788391 w 2492579"/>
                <a:gd name="connsiteY75" fmla="*/ 40701 h 3466112"/>
                <a:gd name="connsiteX76" fmla="*/ 840761 w 2492579"/>
                <a:gd name="connsiteY76" fmla="*/ 40701 h 3466112"/>
                <a:gd name="connsiteX77" fmla="*/ 855280 w 2492579"/>
                <a:gd name="connsiteY77" fmla="*/ 55304 h 3466112"/>
                <a:gd name="connsiteX78" fmla="*/ 849489 w 2492579"/>
                <a:gd name="connsiteY78" fmla="*/ 93322 h 3466112"/>
                <a:gd name="connsiteX79" fmla="*/ 832032 w 2492579"/>
                <a:gd name="connsiteY79" fmla="*/ 119675 h 3466112"/>
                <a:gd name="connsiteX80" fmla="*/ 823304 w 2492579"/>
                <a:gd name="connsiteY80" fmla="*/ 157693 h 3466112"/>
                <a:gd name="connsiteX81" fmla="*/ 826241 w 2492579"/>
                <a:gd name="connsiteY81" fmla="*/ 204523 h 3466112"/>
                <a:gd name="connsiteX82" fmla="*/ 840761 w 2492579"/>
                <a:gd name="connsiteY82" fmla="*/ 236667 h 3466112"/>
                <a:gd name="connsiteX83" fmla="*/ 864008 w 2492579"/>
                <a:gd name="connsiteY83" fmla="*/ 260082 h 3466112"/>
                <a:gd name="connsiteX84" fmla="*/ 887255 w 2492579"/>
                <a:gd name="connsiteY84" fmla="*/ 529230 h 3466112"/>
                <a:gd name="connsiteX85" fmla="*/ 916377 w 2492579"/>
                <a:gd name="connsiteY85" fmla="*/ 529230 h 3466112"/>
                <a:gd name="connsiteX86" fmla="*/ 930896 w 2492579"/>
                <a:gd name="connsiteY86" fmla="*/ 517564 h 3466112"/>
                <a:gd name="connsiteX87" fmla="*/ 960018 w 2492579"/>
                <a:gd name="connsiteY87" fmla="*/ 517564 h 3466112"/>
                <a:gd name="connsiteX88" fmla="*/ 1026991 w 2492579"/>
                <a:gd name="connsiteY88" fmla="*/ 523439 h 3466112"/>
                <a:gd name="connsiteX89" fmla="*/ 1061904 w 2492579"/>
                <a:gd name="connsiteY89" fmla="*/ 546854 h 3466112"/>
                <a:gd name="connsiteX90" fmla="*/ 1099754 w 2492579"/>
                <a:gd name="connsiteY90" fmla="*/ 584873 h 3466112"/>
                <a:gd name="connsiteX91" fmla="*/ 1157998 w 2492579"/>
                <a:gd name="connsiteY91" fmla="*/ 602413 h 3466112"/>
                <a:gd name="connsiteX92" fmla="*/ 1210367 w 2492579"/>
                <a:gd name="connsiteY92" fmla="*/ 611225 h 3466112"/>
                <a:gd name="connsiteX93" fmla="*/ 1219096 w 2492579"/>
                <a:gd name="connsiteY93" fmla="*/ 640515 h 3466112"/>
                <a:gd name="connsiteX94" fmla="*/ 1259883 w 2492579"/>
                <a:gd name="connsiteY94" fmla="*/ 640515 h 3466112"/>
                <a:gd name="connsiteX95" fmla="*/ 1262821 w 2492579"/>
                <a:gd name="connsiteY95" fmla="*/ 622975 h 3466112"/>
                <a:gd name="connsiteX96" fmla="*/ 1286068 w 2492579"/>
                <a:gd name="connsiteY96" fmla="*/ 617100 h 3466112"/>
                <a:gd name="connsiteX97" fmla="*/ 1306462 w 2492579"/>
                <a:gd name="connsiteY97" fmla="*/ 631703 h 3466112"/>
                <a:gd name="connsiteX98" fmla="*/ 1306462 w 2492579"/>
                <a:gd name="connsiteY98" fmla="*/ 658055 h 3466112"/>
                <a:gd name="connsiteX99" fmla="*/ 1344312 w 2492579"/>
                <a:gd name="connsiteY99" fmla="*/ 672658 h 3466112"/>
                <a:gd name="connsiteX100" fmla="*/ 1402556 w 2492579"/>
                <a:gd name="connsiteY100" fmla="*/ 672658 h 3466112"/>
                <a:gd name="connsiteX101" fmla="*/ 1437469 w 2492579"/>
                <a:gd name="connsiteY101" fmla="*/ 663846 h 3466112"/>
                <a:gd name="connsiteX102" fmla="*/ 1481110 w 2492579"/>
                <a:gd name="connsiteY102" fmla="*/ 655034 h 3466112"/>
                <a:gd name="connsiteX103" fmla="*/ 1495629 w 2492579"/>
                <a:gd name="connsiteY103" fmla="*/ 663846 h 3466112"/>
                <a:gd name="connsiteX104" fmla="*/ 1518876 w 2492579"/>
                <a:gd name="connsiteY104" fmla="*/ 672658 h 3466112"/>
                <a:gd name="connsiteX105" fmla="*/ 1545061 w 2492579"/>
                <a:gd name="connsiteY105" fmla="*/ 658055 h 3466112"/>
                <a:gd name="connsiteX106" fmla="*/ 1553789 w 2492579"/>
                <a:gd name="connsiteY106" fmla="*/ 649243 h 3466112"/>
                <a:gd name="connsiteX107" fmla="*/ 1579974 w 2492579"/>
                <a:gd name="connsiteY107" fmla="*/ 649243 h 3466112"/>
                <a:gd name="connsiteX108" fmla="*/ 1594493 w 2492579"/>
                <a:gd name="connsiteY108" fmla="*/ 663846 h 3466112"/>
                <a:gd name="connsiteX109" fmla="*/ 1623615 w 2492579"/>
                <a:gd name="connsiteY109" fmla="*/ 663846 h 3466112"/>
                <a:gd name="connsiteX110" fmla="*/ 1632343 w 2492579"/>
                <a:gd name="connsiteY110" fmla="*/ 649243 h 3466112"/>
                <a:gd name="connsiteX111" fmla="*/ 1664319 w 2492579"/>
                <a:gd name="connsiteY111" fmla="*/ 634640 h 3466112"/>
                <a:gd name="connsiteX112" fmla="*/ 1713835 w 2492579"/>
                <a:gd name="connsiteY112" fmla="*/ 625828 h 3466112"/>
                <a:gd name="connsiteX113" fmla="*/ 1745810 w 2492579"/>
                <a:gd name="connsiteY113" fmla="*/ 617016 h 3466112"/>
                <a:gd name="connsiteX114" fmla="*/ 1766204 w 2492579"/>
                <a:gd name="connsiteY114" fmla="*/ 602413 h 3466112"/>
                <a:gd name="connsiteX115" fmla="*/ 1792389 w 2492579"/>
                <a:gd name="connsiteY115" fmla="*/ 584873 h 3466112"/>
                <a:gd name="connsiteX116" fmla="*/ 1824364 w 2492579"/>
                <a:gd name="connsiteY116" fmla="*/ 584873 h 3466112"/>
                <a:gd name="connsiteX117" fmla="*/ 1847612 w 2492579"/>
                <a:gd name="connsiteY117" fmla="*/ 599476 h 3466112"/>
                <a:gd name="connsiteX118" fmla="*/ 1888399 w 2492579"/>
                <a:gd name="connsiteY118" fmla="*/ 599476 h 3466112"/>
                <a:gd name="connsiteX119" fmla="*/ 1908793 w 2492579"/>
                <a:gd name="connsiteY119" fmla="*/ 587810 h 3466112"/>
                <a:gd name="connsiteX120" fmla="*/ 1934978 w 2492579"/>
                <a:gd name="connsiteY120" fmla="*/ 564395 h 3466112"/>
                <a:gd name="connsiteX121" fmla="*/ 2071776 w 2492579"/>
                <a:gd name="connsiteY121" fmla="*/ 529314 h 3466112"/>
                <a:gd name="connsiteX122" fmla="*/ 2191118 w 2492579"/>
                <a:gd name="connsiteY122" fmla="*/ 502961 h 3466112"/>
                <a:gd name="connsiteX123" fmla="*/ 2226031 w 2492579"/>
                <a:gd name="connsiteY123" fmla="*/ 508836 h 3466112"/>
                <a:gd name="connsiteX124" fmla="*/ 2234759 w 2492579"/>
                <a:gd name="connsiteY124" fmla="*/ 523439 h 3466112"/>
                <a:gd name="connsiteX125" fmla="*/ 2243487 w 2492579"/>
                <a:gd name="connsiteY125" fmla="*/ 561457 h 3466112"/>
                <a:gd name="connsiteX126" fmla="*/ 2324978 w 2492579"/>
                <a:gd name="connsiteY126" fmla="*/ 646306 h 3466112"/>
                <a:gd name="connsiteX127" fmla="*/ 2339497 w 2492579"/>
                <a:gd name="connsiteY127" fmla="*/ 672658 h 3466112"/>
                <a:gd name="connsiteX128" fmla="*/ 2365682 w 2492579"/>
                <a:gd name="connsiteY128" fmla="*/ 789734 h 3466112"/>
                <a:gd name="connsiteX129" fmla="*/ 2394804 w 2492579"/>
                <a:gd name="connsiteY129" fmla="*/ 1012136 h 3466112"/>
                <a:gd name="connsiteX130" fmla="*/ 2260943 w 2492579"/>
                <a:gd name="connsiteY130" fmla="*/ 1099922 h 3466112"/>
                <a:gd name="connsiteX131" fmla="*/ 2266734 w 2492579"/>
                <a:gd name="connsiteY131" fmla="*/ 1123337 h 3466112"/>
                <a:gd name="connsiteX132" fmla="*/ 2292919 w 2492579"/>
                <a:gd name="connsiteY132" fmla="*/ 1140877 h 3466112"/>
                <a:gd name="connsiteX133" fmla="*/ 2292919 w 2492579"/>
                <a:gd name="connsiteY133" fmla="*/ 1187707 h 3466112"/>
                <a:gd name="connsiteX134" fmla="*/ 2380201 w 2492579"/>
                <a:gd name="connsiteY134" fmla="*/ 1369154 h 3466112"/>
                <a:gd name="connsiteX135" fmla="*/ 2388929 w 2492579"/>
                <a:gd name="connsiteY135" fmla="*/ 1518373 h 3466112"/>
                <a:gd name="connsiteX136" fmla="*/ 2493752 w 2492579"/>
                <a:gd name="connsiteY136" fmla="*/ 1714422 h 3466112"/>
                <a:gd name="connsiteX137" fmla="*/ 2493752 w 2492579"/>
                <a:gd name="connsiteY137" fmla="*/ 1714422 h 346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2492579" h="3466112">
                  <a:moveTo>
                    <a:pt x="2494340" y="1714254"/>
                  </a:moveTo>
                  <a:cubicBezTo>
                    <a:pt x="2494340" y="1714254"/>
                    <a:pt x="2494340" y="1717192"/>
                    <a:pt x="2491402" y="1717192"/>
                  </a:cubicBezTo>
                  <a:cubicBezTo>
                    <a:pt x="2404120" y="1790375"/>
                    <a:pt x="2319691" y="1863474"/>
                    <a:pt x="2319691" y="1863474"/>
                  </a:cubicBezTo>
                  <a:lnTo>
                    <a:pt x="2316754" y="1863474"/>
                  </a:lnTo>
                  <a:cubicBezTo>
                    <a:pt x="2316754" y="1863474"/>
                    <a:pt x="2308025" y="1869348"/>
                    <a:pt x="2299297" y="1872286"/>
                  </a:cubicBezTo>
                  <a:cubicBezTo>
                    <a:pt x="2293506" y="1875223"/>
                    <a:pt x="2290569" y="1878160"/>
                    <a:pt x="2287632" y="1878160"/>
                  </a:cubicBezTo>
                  <a:cubicBezTo>
                    <a:pt x="2255656" y="1895701"/>
                    <a:pt x="2209078" y="1919116"/>
                    <a:pt x="2174081" y="1933719"/>
                  </a:cubicBezTo>
                  <a:cubicBezTo>
                    <a:pt x="2156624" y="1942531"/>
                    <a:pt x="2142105" y="1948322"/>
                    <a:pt x="2133293" y="1951259"/>
                  </a:cubicBezTo>
                  <a:lnTo>
                    <a:pt x="2133293" y="1954197"/>
                  </a:lnTo>
                  <a:cubicBezTo>
                    <a:pt x="2130356" y="1954197"/>
                    <a:pt x="2127502" y="1954197"/>
                    <a:pt x="2124565" y="1957134"/>
                  </a:cubicBezTo>
                  <a:cubicBezTo>
                    <a:pt x="2124565" y="1957134"/>
                    <a:pt x="2121628" y="1957134"/>
                    <a:pt x="2121628" y="1960071"/>
                  </a:cubicBezTo>
                  <a:lnTo>
                    <a:pt x="2118690" y="1960071"/>
                  </a:lnTo>
                  <a:cubicBezTo>
                    <a:pt x="2112899" y="1963009"/>
                    <a:pt x="2104171" y="1965946"/>
                    <a:pt x="2095443" y="1971737"/>
                  </a:cubicBezTo>
                  <a:lnTo>
                    <a:pt x="2095443" y="1971737"/>
                  </a:lnTo>
                  <a:cubicBezTo>
                    <a:pt x="2028471" y="2003964"/>
                    <a:pt x="1900401" y="2068335"/>
                    <a:pt x="1888819" y="2077063"/>
                  </a:cubicBezTo>
                  <a:cubicBezTo>
                    <a:pt x="1874300" y="2082938"/>
                    <a:pt x="1798599" y="2138497"/>
                    <a:pt x="1757812" y="2173661"/>
                  </a:cubicBezTo>
                  <a:lnTo>
                    <a:pt x="1754874" y="2173661"/>
                  </a:lnTo>
                  <a:cubicBezTo>
                    <a:pt x="1751937" y="2176599"/>
                    <a:pt x="1746146" y="2182473"/>
                    <a:pt x="1743209" y="2185327"/>
                  </a:cubicBezTo>
                  <a:cubicBezTo>
                    <a:pt x="1740271" y="2185327"/>
                    <a:pt x="1740271" y="2188264"/>
                    <a:pt x="1737418" y="2188264"/>
                  </a:cubicBezTo>
                  <a:cubicBezTo>
                    <a:pt x="1731627" y="2191202"/>
                    <a:pt x="1728690" y="2194139"/>
                    <a:pt x="1728690" y="2197077"/>
                  </a:cubicBezTo>
                  <a:cubicBezTo>
                    <a:pt x="1711233" y="2208742"/>
                    <a:pt x="1513337" y="2340421"/>
                    <a:pt x="1507463" y="2346296"/>
                  </a:cubicBezTo>
                  <a:cubicBezTo>
                    <a:pt x="1498734" y="2355108"/>
                    <a:pt x="1318295" y="2445747"/>
                    <a:pt x="1294964" y="2460434"/>
                  </a:cubicBezTo>
                  <a:cubicBezTo>
                    <a:pt x="1271717" y="2472099"/>
                    <a:pt x="1149438" y="2618465"/>
                    <a:pt x="1149438" y="2618465"/>
                  </a:cubicBezTo>
                  <a:cubicBezTo>
                    <a:pt x="1149438" y="2618465"/>
                    <a:pt x="989392" y="2732603"/>
                    <a:pt x="971852" y="2741331"/>
                  </a:cubicBezTo>
                  <a:cubicBezTo>
                    <a:pt x="948604" y="2752997"/>
                    <a:pt x="756500" y="2843720"/>
                    <a:pt x="736106" y="2864198"/>
                  </a:cubicBezTo>
                  <a:cubicBezTo>
                    <a:pt x="718649" y="2887613"/>
                    <a:pt x="622555" y="3001751"/>
                    <a:pt x="608036" y="3016355"/>
                  </a:cubicBezTo>
                  <a:cubicBezTo>
                    <a:pt x="593517" y="3030958"/>
                    <a:pt x="110275" y="3446471"/>
                    <a:pt x="110275" y="3446471"/>
                  </a:cubicBezTo>
                  <a:lnTo>
                    <a:pt x="54969" y="3464012"/>
                  </a:lnTo>
                  <a:cubicBezTo>
                    <a:pt x="49178" y="3458137"/>
                    <a:pt x="46240" y="3455200"/>
                    <a:pt x="37512" y="3449409"/>
                  </a:cubicBezTo>
                  <a:lnTo>
                    <a:pt x="5537" y="3373372"/>
                  </a:lnTo>
                  <a:lnTo>
                    <a:pt x="5537" y="3355832"/>
                  </a:lnTo>
                  <a:lnTo>
                    <a:pt x="116150" y="3250506"/>
                  </a:lnTo>
                  <a:lnTo>
                    <a:pt x="264614" y="3107162"/>
                  </a:lnTo>
                  <a:lnTo>
                    <a:pt x="343168" y="3033979"/>
                  </a:lnTo>
                  <a:lnTo>
                    <a:pt x="401412" y="2978420"/>
                  </a:lnTo>
                  <a:cubicBezTo>
                    <a:pt x="401412" y="2978420"/>
                    <a:pt x="410140" y="2963817"/>
                    <a:pt x="415931" y="2952068"/>
                  </a:cubicBezTo>
                  <a:cubicBezTo>
                    <a:pt x="415931" y="2949130"/>
                    <a:pt x="410140" y="2934528"/>
                    <a:pt x="410140" y="2934528"/>
                  </a:cubicBezTo>
                  <a:lnTo>
                    <a:pt x="372290" y="2925715"/>
                  </a:lnTo>
                  <a:lnTo>
                    <a:pt x="337377" y="2916903"/>
                  </a:lnTo>
                  <a:lnTo>
                    <a:pt x="319921" y="2896425"/>
                  </a:lnTo>
                  <a:lnTo>
                    <a:pt x="285008" y="2832055"/>
                  </a:lnTo>
                  <a:lnTo>
                    <a:pt x="258823" y="2501389"/>
                  </a:lnTo>
                  <a:lnTo>
                    <a:pt x="258823" y="2208826"/>
                  </a:lnTo>
                  <a:lnTo>
                    <a:pt x="253032" y="1995236"/>
                  </a:lnTo>
                  <a:lnTo>
                    <a:pt x="258823" y="1790459"/>
                  </a:lnTo>
                  <a:lnTo>
                    <a:pt x="258823" y="1503686"/>
                  </a:lnTo>
                  <a:lnTo>
                    <a:pt x="238429" y="1398360"/>
                  </a:lnTo>
                  <a:lnTo>
                    <a:pt x="180185" y="1304699"/>
                  </a:lnTo>
                  <a:lnTo>
                    <a:pt x="121941" y="1202311"/>
                  </a:lnTo>
                  <a:lnTo>
                    <a:pt x="37512" y="1181833"/>
                  </a:lnTo>
                  <a:lnTo>
                    <a:pt x="148126" y="1073569"/>
                  </a:lnTo>
                  <a:cubicBezTo>
                    <a:pt x="148126" y="1073569"/>
                    <a:pt x="180101" y="1058966"/>
                    <a:pt x="185976" y="1058966"/>
                  </a:cubicBezTo>
                  <a:lnTo>
                    <a:pt x="203432" y="1058966"/>
                  </a:lnTo>
                  <a:lnTo>
                    <a:pt x="281986" y="1076507"/>
                  </a:lnTo>
                  <a:lnTo>
                    <a:pt x="369269" y="1096984"/>
                  </a:lnTo>
                  <a:lnTo>
                    <a:pt x="424575" y="1096984"/>
                  </a:lnTo>
                  <a:lnTo>
                    <a:pt x="439094" y="1088172"/>
                  </a:lnTo>
                  <a:lnTo>
                    <a:pt x="439094" y="1073569"/>
                  </a:lnTo>
                  <a:lnTo>
                    <a:pt x="433304" y="1029676"/>
                  </a:lnTo>
                  <a:lnTo>
                    <a:pt x="442032" y="892123"/>
                  </a:lnTo>
                  <a:lnTo>
                    <a:pt x="471154" y="274769"/>
                  </a:lnTo>
                  <a:lnTo>
                    <a:pt x="415847" y="245479"/>
                  </a:lnTo>
                  <a:lnTo>
                    <a:pt x="377997" y="216189"/>
                  </a:lnTo>
                  <a:lnTo>
                    <a:pt x="363478" y="195711"/>
                  </a:lnTo>
                  <a:lnTo>
                    <a:pt x="354750" y="181108"/>
                  </a:lnTo>
                  <a:lnTo>
                    <a:pt x="354750" y="157693"/>
                  </a:lnTo>
                  <a:cubicBezTo>
                    <a:pt x="354750" y="157693"/>
                    <a:pt x="395537" y="55304"/>
                    <a:pt x="395537" y="52367"/>
                  </a:cubicBezTo>
                  <a:cubicBezTo>
                    <a:pt x="401328" y="46492"/>
                    <a:pt x="439178" y="37764"/>
                    <a:pt x="442116" y="37764"/>
                  </a:cubicBezTo>
                  <a:cubicBezTo>
                    <a:pt x="447907" y="37764"/>
                    <a:pt x="520670" y="28952"/>
                    <a:pt x="520670" y="28952"/>
                  </a:cubicBezTo>
                  <a:lnTo>
                    <a:pt x="552645" y="5537"/>
                  </a:lnTo>
                  <a:lnTo>
                    <a:pt x="613743" y="5537"/>
                  </a:lnTo>
                  <a:lnTo>
                    <a:pt x="639927" y="28952"/>
                  </a:lnTo>
                  <a:cubicBezTo>
                    <a:pt x="639927" y="28952"/>
                    <a:pt x="671903" y="31889"/>
                    <a:pt x="674840" y="31889"/>
                  </a:cubicBezTo>
                  <a:cubicBezTo>
                    <a:pt x="680631" y="37764"/>
                    <a:pt x="703962" y="40701"/>
                    <a:pt x="703962" y="40701"/>
                  </a:cubicBezTo>
                  <a:cubicBezTo>
                    <a:pt x="703962" y="40701"/>
                    <a:pt x="741813" y="46576"/>
                    <a:pt x="753478" y="40701"/>
                  </a:cubicBezTo>
                  <a:lnTo>
                    <a:pt x="788391" y="40701"/>
                  </a:lnTo>
                  <a:cubicBezTo>
                    <a:pt x="797119" y="46576"/>
                    <a:pt x="840761" y="40701"/>
                    <a:pt x="840761" y="40701"/>
                  </a:cubicBezTo>
                  <a:lnTo>
                    <a:pt x="855280" y="55304"/>
                  </a:lnTo>
                  <a:cubicBezTo>
                    <a:pt x="855280" y="55304"/>
                    <a:pt x="855280" y="84594"/>
                    <a:pt x="849489" y="93322"/>
                  </a:cubicBezTo>
                  <a:cubicBezTo>
                    <a:pt x="849489" y="102135"/>
                    <a:pt x="832032" y="119675"/>
                    <a:pt x="832032" y="119675"/>
                  </a:cubicBezTo>
                  <a:cubicBezTo>
                    <a:pt x="832032" y="119675"/>
                    <a:pt x="823304" y="154756"/>
                    <a:pt x="823304" y="157693"/>
                  </a:cubicBezTo>
                  <a:cubicBezTo>
                    <a:pt x="823304" y="163568"/>
                    <a:pt x="826241" y="204523"/>
                    <a:pt x="826241" y="204523"/>
                  </a:cubicBezTo>
                  <a:lnTo>
                    <a:pt x="840761" y="236667"/>
                  </a:lnTo>
                  <a:lnTo>
                    <a:pt x="864008" y="260082"/>
                  </a:lnTo>
                  <a:lnTo>
                    <a:pt x="887255" y="529230"/>
                  </a:lnTo>
                  <a:lnTo>
                    <a:pt x="916377" y="529230"/>
                  </a:lnTo>
                  <a:lnTo>
                    <a:pt x="930896" y="517564"/>
                  </a:lnTo>
                  <a:lnTo>
                    <a:pt x="960018" y="517564"/>
                  </a:lnTo>
                  <a:lnTo>
                    <a:pt x="1026991" y="523439"/>
                  </a:lnTo>
                  <a:lnTo>
                    <a:pt x="1061904" y="546854"/>
                  </a:lnTo>
                  <a:lnTo>
                    <a:pt x="1099754" y="584873"/>
                  </a:lnTo>
                  <a:lnTo>
                    <a:pt x="1157998" y="602413"/>
                  </a:lnTo>
                  <a:lnTo>
                    <a:pt x="1210367" y="611225"/>
                  </a:lnTo>
                  <a:lnTo>
                    <a:pt x="1219096" y="640515"/>
                  </a:lnTo>
                  <a:lnTo>
                    <a:pt x="1259883" y="640515"/>
                  </a:lnTo>
                  <a:cubicBezTo>
                    <a:pt x="1259883" y="640515"/>
                    <a:pt x="1262821" y="631703"/>
                    <a:pt x="1262821" y="622975"/>
                  </a:cubicBezTo>
                  <a:cubicBezTo>
                    <a:pt x="1268611" y="617100"/>
                    <a:pt x="1286068" y="617100"/>
                    <a:pt x="1286068" y="617100"/>
                  </a:cubicBezTo>
                  <a:lnTo>
                    <a:pt x="1306462" y="631703"/>
                  </a:lnTo>
                  <a:lnTo>
                    <a:pt x="1306462" y="658055"/>
                  </a:lnTo>
                  <a:lnTo>
                    <a:pt x="1344312" y="672658"/>
                  </a:lnTo>
                  <a:lnTo>
                    <a:pt x="1402556" y="672658"/>
                  </a:lnTo>
                  <a:cubicBezTo>
                    <a:pt x="1411284" y="669721"/>
                    <a:pt x="1425803" y="663846"/>
                    <a:pt x="1437469" y="663846"/>
                  </a:cubicBezTo>
                  <a:cubicBezTo>
                    <a:pt x="1449135" y="657971"/>
                    <a:pt x="1466591" y="655034"/>
                    <a:pt x="1481110" y="655034"/>
                  </a:cubicBezTo>
                  <a:cubicBezTo>
                    <a:pt x="1489838" y="655034"/>
                    <a:pt x="1495629" y="663846"/>
                    <a:pt x="1495629" y="663846"/>
                  </a:cubicBezTo>
                  <a:lnTo>
                    <a:pt x="1518876" y="672658"/>
                  </a:lnTo>
                  <a:cubicBezTo>
                    <a:pt x="1518876" y="672658"/>
                    <a:pt x="1536333" y="663846"/>
                    <a:pt x="1545061" y="658055"/>
                  </a:cubicBezTo>
                  <a:lnTo>
                    <a:pt x="1553789" y="649243"/>
                  </a:lnTo>
                  <a:lnTo>
                    <a:pt x="1579974" y="649243"/>
                  </a:lnTo>
                  <a:lnTo>
                    <a:pt x="1594493" y="663846"/>
                  </a:lnTo>
                  <a:lnTo>
                    <a:pt x="1623615" y="663846"/>
                  </a:lnTo>
                  <a:lnTo>
                    <a:pt x="1632343" y="649243"/>
                  </a:lnTo>
                  <a:lnTo>
                    <a:pt x="1664319" y="634640"/>
                  </a:lnTo>
                  <a:cubicBezTo>
                    <a:pt x="1664319" y="634640"/>
                    <a:pt x="1702169" y="631703"/>
                    <a:pt x="1713835" y="625828"/>
                  </a:cubicBezTo>
                  <a:cubicBezTo>
                    <a:pt x="1722563" y="622891"/>
                    <a:pt x="1731291" y="622891"/>
                    <a:pt x="1745810" y="617016"/>
                  </a:cubicBezTo>
                  <a:cubicBezTo>
                    <a:pt x="1754539" y="611141"/>
                    <a:pt x="1766204" y="602413"/>
                    <a:pt x="1766204" y="602413"/>
                  </a:cubicBezTo>
                  <a:lnTo>
                    <a:pt x="1792389" y="584873"/>
                  </a:lnTo>
                  <a:lnTo>
                    <a:pt x="1824364" y="584873"/>
                  </a:lnTo>
                  <a:lnTo>
                    <a:pt x="1847612" y="599476"/>
                  </a:lnTo>
                  <a:lnTo>
                    <a:pt x="1888399" y="599476"/>
                  </a:lnTo>
                  <a:lnTo>
                    <a:pt x="1908793" y="587810"/>
                  </a:lnTo>
                  <a:lnTo>
                    <a:pt x="1934978" y="564395"/>
                  </a:lnTo>
                  <a:lnTo>
                    <a:pt x="2071776" y="529314"/>
                  </a:lnTo>
                  <a:lnTo>
                    <a:pt x="2191118" y="502961"/>
                  </a:lnTo>
                  <a:cubicBezTo>
                    <a:pt x="2191118" y="502961"/>
                    <a:pt x="2220240" y="508836"/>
                    <a:pt x="2226031" y="508836"/>
                  </a:cubicBezTo>
                  <a:cubicBezTo>
                    <a:pt x="2228968" y="508836"/>
                    <a:pt x="2234759" y="523439"/>
                    <a:pt x="2234759" y="523439"/>
                  </a:cubicBezTo>
                  <a:lnTo>
                    <a:pt x="2243487" y="561457"/>
                  </a:lnTo>
                  <a:lnTo>
                    <a:pt x="2324978" y="646306"/>
                  </a:lnTo>
                  <a:lnTo>
                    <a:pt x="2339497" y="672658"/>
                  </a:lnTo>
                  <a:lnTo>
                    <a:pt x="2365682" y="789734"/>
                  </a:lnTo>
                  <a:lnTo>
                    <a:pt x="2394804" y="1012136"/>
                  </a:lnTo>
                  <a:lnTo>
                    <a:pt x="2260943" y="1099922"/>
                  </a:lnTo>
                  <a:lnTo>
                    <a:pt x="2266734" y="1123337"/>
                  </a:lnTo>
                  <a:lnTo>
                    <a:pt x="2292919" y="1140877"/>
                  </a:lnTo>
                  <a:lnTo>
                    <a:pt x="2292919" y="1187707"/>
                  </a:lnTo>
                  <a:lnTo>
                    <a:pt x="2380201" y="1369154"/>
                  </a:lnTo>
                  <a:lnTo>
                    <a:pt x="2388929" y="1518373"/>
                  </a:lnTo>
                  <a:lnTo>
                    <a:pt x="2493752" y="1714422"/>
                  </a:lnTo>
                  <a:lnTo>
                    <a:pt x="2493752" y="1714422"/>
                  </a:lnTo>
                  <a:close/>
                </a:path>
              </a:pathLst>
            </a:custGeom>
            <a:solidFill>
              <a:srgbClr val="9D7539">
                <a:alpha val="70000"/>
              </a:srgbClr>
            </a:solidFill>
            <a:ln w="4738" cap="flat">
              <a:solidFill>
                <a:schemeClr val="bg1"/>
              </a:solid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latin typeface="Fund Light"/>
                <a:ea typeface="+mn-ea"/>
                <a:cs typeface="+mn-cs"/>
              </a:endParaRPr>
            </a:p>
          </p:txBody>
        </p:sp>
        <p:sp>
          <p:nvSpPr>
            <p:cNvPr id="113" name="Freeform: Shape 112">
              <a:extLst>
                <a:ext uri="{FF2B5EF4-FFF2-40B4-BE49-F238E27FC236}">
                  <a16:creationId xmlns:a16="http://schemas.microsoft.com/office/drawing/2014/main" id="{9C1624A8-DD1F-6856-F856-31931BA173DF}"/>
                </a:ext>
              </a:extLst>
            </p:cNvPr>
            <p:cNvSpPr/>
            <p:nvPr/>
          </p:nvSpPr>
          <p:spPr>
            <a:xfrm>
              <a:off x="6164907" y="2933673"/>
              <a:ext cx="1285565" cy="1392748"/>
            </a:xfrm>
            <a:custGeom>
              <a:avLst/>
              <a:gdLst>
                <a:gd name="connsiteX0" fmla="*/ 1574267 w 1577794"/>
                <a:gd name="connsiteY0" fmla="*/ 1555803 h 1703682"/>
                <a:gd name="connsiteX1" fmla="*/ 1574267 w 1577794"/>
                <a:gd name="connsiteY1" fmla="*/ 1617237 h 1703682"/>
                <a:gd name="connsiteX2" fmla="*/ 1571330 w 1577794"/>
                <a:gd name="connsiteY2" fmla="*/ 1617237 h 1703682"/>
                <a:gd name="connsiteX3" fmla="*/ 1076507 w 1577794"/>
                <a:gd name="connsiteY3" fmla="*/ 1605571 h 1703682"/>
                <a:gd name="connsiteX4" fmla="*/ 1053259 w 1577794"/>
                <a:gd name="connsiteY4" fmla="*/ 1631924 h 1703682"/>
                <a:gd name="connsiteX5" fmla="*/ 826241 w 1577794"/>
                <a:gd name="connsiteY5" fmla="*/ 1667004 h 1703682"/>
                <a:gd name="connsiteX6" fmla="*/ 802994 w 1577794"/>
                <a:gd name="connsiteY6" fmla="*/ 1678670 h 1703682"/>
                <a:gd name="connsiteX7" fmla="*/ 756416 w 1577794"/>
                <a:gd name="connsiteY7" fmla="*/ 1678670 h 1703682"/>
                <a:gd name="connsiteX8" fmla="*/ 721503 w 1577794"/>
                <a:gd name="connsiteY8" fmla="*/ 1690336 h 1703682"/>
                <a:gd name="connsiteX9" fmla="*/ 695318 w 1577794"/>
                <a:gd name="connsiteY9" fmla="*/ 1699148 h 1703682"/>
                <a:gd name="connsiteX10" fmla="*/ 648740 w 1577794"/>
                <a:gd name="connsiteY10" fmla="*/ 1678670 h 1703682"/>
                <a:gd name="connsiteX11" fmla="*/ 637074 w 1577794"/>
                <a:gd name="connsiteY11" fmla="*/ 1631840 h 1703682"/>
                <a:gd name="connsiteX12" fmla="*/ 660321 w 1577794"/>
                <a:gd name="connsiteY12" fmla="*/ 1631840 h 1703682"/>
                <a:gd name="connsiteX13" fmla="*/ 695234 w 1577794"/>
                <a:gd name="connsiteY13" fmla="*/ 1614300 h 1703682"/>
                <a:gd name="connsiteX14" fmla="*/ 695234 w 1577794"/>
                <a:gd name="connsiteY14" fmla="*/ 1579219 h 1703682"/>
                <a:gd name="connsiteX15" fmla="*/ 689443 w 1577794"/>
                <a:gd name="connsiteY15" fmla="*/ 1552866 h 1703682"/>
                <a:gd name="connsiteX16" fmla="*/ 671987 w 1577794"/>
                <a:gd name="connsiteY16" fmla="*/ 1552866 h 1703682"/>
                <a:gd name="connsiteX17" fmla="*/ 671987 w 1577794"/>
                <a:gd name="connsiteY17" fmla="*/ 1541200 h 1703682"/>
                <a:gd name="connsiteX18" fmla="*/ 648740 w 1577794"/>
                <a:gd name="connsiteY18" fmla="*/ 1520723 h 1703682"/>
                <a:gd name="connsiteX19" fmla="*/ 648740 w 1577794"/>
                <a:gd name="connsiteY19" fmla="*/ 1509057 h 1703682"/>
                <a:gd name="connsiteX20" fmla="*/ 660405 w 1577794"/>
                <a:gd name="connsiteY20" fmla="*/ 1497392 h 1703682"/>
                <a:gd name="connsiteX21" fmla="*/ 648740 w 1577794"/>
                <a:gd name="connsiteY21" fmla="*/ 1473976 h 1703682"/>
                <a:gd name="connsiteX22" fmla="*/ 648740 w 1577794"/>
                <a:gd name="connsiteY22" fmla="*/ 1438896 h 1703682"/>
                <a:gd name="connsiteX23" fmla="*/ 660405 w 1577794"/>
                <a:gd name="connsiteY23" fmla="*/ 1403815 h 1703682"/>
                <a:gd name="connsiteX24" fmla="*/ 672071 w 1577794"/>
                <a:gd name="connsiteY24" fmla="*/ 1395003 h 1703682"/>
                <a:gd name="connsiteX25" fmla="*/ 660405 w 1577794"/>
                <a:gd name="connsiteY25" fmla="*/ 1377462 h 1703682"/>
                <a:gd name="connsiteX26" fmla="*/ 672071 w 1577794"/>
                <a:gd name="connsiteY26" fmla="*/ 1342382 h 1703682"/>
                <a:gd name="connsiteX27" fmla="*/ 672071 w 1577794"/>
                <a:gd name="connsiteY27" fmla="*/ 1316029 h 1703682"/>
                <a:gd name="connsiteX28" fmla="*/ 625492 w 1577794"/>
                <a:gd name="connsiteY28" fmla="*/ 1304364 h 1703682"/>
                <a:gd name="connsiteX29" fmla="*/ 590579 w 1577794"/>
                <a:gd name="connsiteY29" fmla="*/ 1283886 h 1703682"/>
                <a:gd name="connsiteX30" fmla="*/ 590579 w 1577794"/>
                <a:gd name="connsiteY30" fmla="*/ 1257533 h 1703682"/>
                <a:gd name="connsiteX31" fmla="*/ 573123 w 1577794"/>
                <a:gd name="connsiteY31" fmla="*/ 1222453 h 1703682"/>
                <a:gd name="connsiteX32" fmla="*/ 558604 w 1577794"/>
                <a:gd name="connsiteY32" fmla="*/ 1199037 h 1703682"/>
                <a:gd name="connsiteX33" fmla="*/ 494569 w 1577794"/>
                <a:gd name="connsiteY33" fmla="*/ 1199037 h 1703682"/>
                <a:gd name="connsiteX34" fmla="*/ 494569 w 1577794"/>
                <a:gd name="connsiteY34" fmla="*/ 1172685 h 1703682"/>
                <a:gd name="connsiteX35" fmla="*/ 459656 w 1577794"/>
                <a:gd name="connsiteY35" fmla="*/ 1172685 h 1703682"/>
                <a:gd name="connsiteX36" fmla="*/ 447990 w 1577794"/>
                <a:gd name="connsiteY36" fmla="*/ 1187288 h 1703682"/>
                <a:gd name="connsiteX37" fmla="*/ 430534 w 1577794"/>
                <a:gd name="connsiteY37" fmla="*/ 1198953 h 1703682"/>
                <a:gd name="connsiteX38" fmla="*/ 360708 w 1577794"/>
                <a:gd name="connsiteY38" fmla="*/ 1198953 h 1703682"/>
                <a:gd name="connsiteX39" fmla="*/ 325795 w 1577794"/>
                <a:gd name="connsiteY39" fmla="*/ 994176 h 1703682"/>
                <a:gd name="connsiteX40" fmla="*/ 360708 w 1577794"/>
                <a:gd name="connsiteY40" fmla="*/ 1005841 h 1703682"/>
                <a:gd name="connsiteX41" fmla="*/ 383955 w 1577794"/>
                <a:gd name="connsiteY41" fmla="*/ 1005841 h 1703682"/>
                <a:gd name="connsiteX42" fmla="*/ 395621 w 1577794"/>
                <a:gd name="connsiteY42" fmla="*/ 982426 h 1703682"/>
                <a:gd name="connsiteX43" fmla="*/ 98694 w 1577794"/>
                <a:gd name="connsiteY43" fmla="*/ 587558 h 1703682"/>
                <a:gd name="connsiteX44" fmla="*/ 52115 w 1577794"/>
                <a:gd name="connsiteY44" fmla="*/ 572955 h 1703682"/>
                <a:gd name="connsiteX45" fmla="*/ 22993 w 1577794"/>
                <a:gd name="connsiteY45" fmla="*/ 508584 h 1703682"/>
                <a:gd name="connsiteX46" fmla="*/ 20056 w 1577794"/>
                <a:gd name="connsiteY46" fmla="*/ 502710 h 1703682"/>
                <a:gd name="connsiteX47" fmla="*/ 5537 w 1577794"/>
                <a:gd name="connsiteY47" fmla="*/ 470566 h 1703682"/>
                <a:gd name="connsiteX48" fmla="*/ 8474 w 1577794"/>
                <a:gd name="connsiteY48" fmla="*/ 470566 h 1703682"/>
                <a:gd name="connsiteX49" fmla="*/ 145272 w 1577794"/>
                <a:gd name="connsiteY49" fmla="*/ 359449 h 1703682"/>
                <a:gd name="connsiteX50" fmla="*/ 349043 w 1577794"/>
                <a:gd name="connsiteY50" fmla="*/ 274601 h 1703682"/>
                <a:gd name="connsiteX51" fmla="*/ 593517 w 1577794"/>
                <a:gd name="connsiteY51" fmla="*/ 61095 h 1703682"/>
                <a:gd name="connsiteX52" fmla="*/ 640095 w 1577794"/>
                <a:gd name="connsiteY52" fmla="*/ 5537 h 1703682"/>
                <a:gd name="connsiteX53" fmla="*/ 730315 w 1577794"/>
                <a:gd name="connsiteY53" fmla="*/ 55220 h 1703682"/>
                <a:gd name="connsiteX54" fmla="*/ 733252 w 1577794"/>
                <a:gd name="connsiteY54" fmla="*/ 55220 h 1703682"/>
                <a:gd name="connsiteX55" fmla="*/ 771103 w 1577794"/>
                <a:gd name="connsiteY55" fmla="*/ 78635 h 1703682"/>
                <a:gd name="connsiteX56" fmla="*/ 776893 w 1577794"/>
                <a:gd name="connsiteY56" fmla="*/ 81573 h 1703682"/>
                <a:gd name="connsiteX57" fmla="*/ 776893 w 1577794"/>
                <a:gd name="connsiteY57" fmla="*/ 84510 h 1703682"/>
                <a:gd name="connsiteX58" fmla="*/ 899173 w 1577794"/>
                <a:gd name="connsiteY58" fmla="*/ 151818 h 1703682"/>
                <a:gd name="connsiteX59" fmla="*/ 899173 w 1577794"/>
                <a:gd name="connsiteY59" fmla="*/ 151818 h 1703682"/>
                <a:gd name="connsiteX60" fmla="*/ 910838 w 1577794"/>
                <a:gd name="connsiteY60" fmla="*/ 160630 h 1703682"/>
                <a:gd name="connsiteX61" fmla="*/ 916629 w 1577794"/>
                <a:gd name="connsiteY61" fmla="*/ 163568 h 1703682"/>
                <a:gd name="connsiteX62" fmla="*/ 922420 w 1577794"/>
                <a:gd name="connsiteY62" fmla="*/ 169443 h 1703682"/>
                <a:gd name="connsiteX63" fmla="*/ 939876 w 1577794"/>
                <a:gd name="connsiteY63" fmla="*/ 178255 h 1703682"/>
                <a:gd name="connsiteX64" fmla="*/ 939876 w 1577794"/>
                <a:gd name="connsiteY64" fmla="*/ 178255 h 1703682"/>
                <a:gd name="connsiteX65" fmla="*/ 963124 w 1577794"/>
                <a:gd name="connsiteY65" fmla="*/ 192858 h 1703682"/>
                <a:gd name="connsiteX66" fmla="*/ 977643 w 1577794"/>
                <a:gd name="connsiteY66" fmla="*/ 201670 h 1703682"/>
                <a:gd name="connsiteX67" fmla="*/ 1015493 w 1577794"/>
                <a:gd name="connsiteY67" fmla="*/ 233813 h 1703682"/>
                <a:gd name="connsiteX68" fmla="*/ 1070800 w 1577794"/>
                <a:gd name="connsiteY68" fmla="*/ 295246 h 1703682"/>
                <a:gd name="connsiteX69" fmla="*/ 1073737 w 1577794"/>
                <a:gd name="connsiteY69" fmla="*/ 298184 h 1703682"/>
                <a:gd name="connsiteX70" fmla="*/ 1079528 w 1577794"/>
                <a:gd name="connsiteY70" fmla="*/ 306996 h 1703682"/>
                <a:gd name="connsiteX71" fmla="*/ 1094047 w 1577794"/>
                <a:gd name="connsiteY71" fmla="*/ 324536 h 1703682"/>
                <a:gd name="connsiteX72" fmla="*/ 1096984 w 1577794"/>
                <a:gd name="connsiteY72" fmla="*/ 327474 h 1703682"/>
                <a:gd name="connsiteX73" fmla="*/ 1105713 w 1577794"/>
                <a:gd name="connsiteY73" fmla="*/ 339139 h 1703682"/>
                <a:gd name="connsiteX74" fmla="*/ 1111503 w 1577794"/>
                <a:gd name="connsiteY74" fmla="*/ 347951 h 1703682"/>
                <a:gd name="connsiteX75" fmla="*/ 1257030 w 1577794"/>
                <a:gd name="connsiteY75" fmla="*/ 564395 h 1703682"/>
                <a:gd name="connsiteX76" fmla="*/ 1257030 w 1577794"/>
                <a:gd name="connsiteY76" fmla="*/ 564395 h 1703682"/>
                <a:gd name="connsiteX77" fmla="*/ 1271549 w 1577794"/>
                <a:gd name="connsiteY77" fmla="*/ 584873 h 1703682"/>
                <a:gd name="connsiteX78" fmla="*/ 1271549 w 1577794"/>
                <a:gd name="connsiteY78" fmla="*/ 587810 h 1703682"/>
                <a:gd name="connsiteX79" fmla="*/ 1280277 w 1577794"/>
                <a:gd name="connsiteY79" fmla="*/ 596622 h 1703682"/>
                <a:gd name="connsiteX80" fmla="*/ 1283214 w 1577794"/>
                <a:gd name="connsiteY80" fmla="*/ 602497 h 1703682"/>
                <a:gd name="connsiteX81" fmla="*/ 1283214 w 1577794"/>
                <a:gd name="connsiteY81" fmla="*/ 602497 h 1703682"/>
                <a:gd name="connsiteX82" fmla="*/ 1286152 w 1577794"/>
                <a:gd name="connsiteY82" fmla="*/ 605434 h 1703682"/>
                <a:gd name="connsiteX83" fmla="*/ 1291943 w 1577794"/>
                <a:gd name="connsiteY83" fmla="*/ 614246 h 1703682"/>
                <a:gd name="connsiteX84" fmla="*/ 1449135 w 1577794"/>
                <a:gd name="connsiteY84" fmla="*/ 857042 h 1703682"/>
                <a:gd name="connsiteX85" fmla="*/ 1530626 w 1577794"/>
                <a:gd name="connsiteY85" fmla="*/ 1085151 h 1703682"/>
                <a:gd name="connsiteX86" fmla="*/ 1536417 w 1577794"/>
                <a:gd name="connsiteY86" fmla="*/ 1129044 h 1703682"/>
                <a:gd name="connsiteX87" fmla="*/ 1539354 w 1577794"/>
                <a:gd name="connsiteY87" fmla="*/ 1129044 h 1703682"/>
                <a:gd name="connsiteX88" fmla="*/ 1536417 w 1577794"/>
                <a:gd name="connsiteY88" fmla="*/ 1131981 h 1703682"/>
                <a:gd name="connsiteX89" fmla="*/ 1571330 w 1577794"/>
                <a:gd name="connsiteY89" fmla="*/ 1556055 h 1703682"/>
                <a:gd name="connsiteX90" fmla="*/ 1574267 w 1577794"/>
                <a:gd name="connsiteY90" fmla="*/ 1556055 h 170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7794" h="1703682">
                  <a:moveTo>
                    <a:pt x="1574267" y="1555803"/>
                  </a:moveTo>
                  <a:lnTo>
                    <a:pt x="1574267" y="1617237"/>
                  </a:lnTo>
                  <a:lnTo>
                    <a:pt x="1571330" y="1617237"/>
                  </a:lnTo>
                  <a:lnTo>
                    <a:pt x="1076507" y="1605571"/>
                  </a:lnTo>
                  <a:lnTo>
                    <a:pt x="1053259" y="1631924"/>
                  </a:lnTo>
                  <a:lnTo>
                    <a:pt x="826241" y="1667004"/>
                  </a:lnTo>
                  <a:lnTo>
                    <a:pt x="802994" y="1678670"/>
                  </a:lnTo>
                  <a:lnTo>
                    <a:pt x="756416" y="1678670"/>
                  </a:lnTo>
                  <a:lnTo>
                    <a:pt x="721503" y="1690336"/>
                  </a:lnTo>
                  <a:lnTo>
                    <a:pt x="695318" y="1699148"/>
                  </a:lnTo>
                  <a:cubicBezTo>
                    <a:pt x="695318" y="1699148"/>
                    <a:pt x="660405" y="1678670"/>
                    <a:pt x="648740" y="1678670"/>
                  </a:cubicBezTo>
                  <a:cubicBezTo>
                    <a:pt x="637074" y="1678670"/>
                    <a:pt x="637074" y="1631840"/>
                    <a:pt x="637074" y="1631840"/>
                  </a:cubicBezTo>
                  <a:lnTo>
                    <a:pt x="660321" y="1631840"/>
                  </a:lnTo>
                  <a:lnTo>
                    <a:pt x="695234" y="1614300"/>
                  </a:lnTo>
                  <a:lnTo>
                    <a:pt x="695234" y="1579219"/>
                  </a:lnTo>
                  <a:cubicBezTo>
                    <a:pt x="695234" y="1567553"/>
                    <a:pt x="689443" y="1552866"/>
                    <a:pt x="689443" y="1552866"/>
                  </a:cubicBezTo>
                  <a:lnTo>
                    <a:pt x="671987" y="1552866"/>
                  </a:lnTo>
                  <a:lnTo>
                    <a:pt x="671987" y="1541200"/>
                  </a:lnTo>
                  <a:lnTo>
                    <a:pt x="648740" y="1520723"/>
                  </a:lnTo>
                  <a:lnTo>
                    <a:pt x="648740" y="1509057"/>
                  </a:lnTo>
                  <a:lnTo>
                    <a:pt x="660405" y="1497392"/>
                  </a:lnTo>
                  <a:lnTo>
                    <a:pt x="648740" y="1473976"/>
                  </a:lnTo>
                  <a:lnTo>
                    <a:pt x="648740" y="1438896"/>
                  </a:lnTo>
                  <a:lnTo>
                    <a:pt x="660405" y="1403815"/>
                  </a:lnTo>
                  <a:lnTo>
                    <a:pt x="672071" y="1395003"/>
                  </a:lnTo>
                  <a:lnTo>
                    <a:pt x="660405" y="1377462"/>
                  </a:lnTo>
                  <a:lnTo>
                    <a:pt x="672071" y="1342382"/>
                  </a:lnTo>
                  <a:lnTo>
                    <a:pt x="672071" y="1316029"/>
                  </a:lnTo>
                  <a:lnTo>
                    <a:pt x="625492" y="1304364"/>
                  </a:lnTo>
                  <a:lnTo>
                    <a:pt x="590579" y="1283886"/>
                  </a:lnTo>
                  <a:lnTo>
                    <a:pt x="590579" y="1257533"/>
                  </a:lnTo>
                  <a:lnTo>
                    <a:pt x="573123" y="1222453"/>
                  </a:lnTo>
                  <a:lnTo>
                    <a:pt x="558604" y="1199037"/>
                  </a:lnTo>
                  <a:lnTo>
                    <a:pt x="494569" y="1199037"/>
                  </a:lnTo>
                  <a:lnTo>
                    <a:pt x="494569" y="1172685"/>
                  </a:lnTo>
                  <a:lnTo>
                    <a:pt x="459656" y="1172685"/>
                  </a:lnTo>
                  <a:lnTo>
                    <a:pt x="447990" y="1187288"/>
                  </a:lnTo>
                  <a:lnTo>
                    <a:pt x="430534" y="1198953"/>
                  </a:lnTo>
                  <a:lnTo>
                    <a:pt x="360708" y="1198953"/>
                  </a:lnTo>
                  <a:lnTo>
                    <a:pt x="325795" y="994176"/>
                  </a:lnTo>
                  <a:lnTo>
                    <a:pt x="360708" y="1005841"/>
                  </a:lnTo>
                  <a:lnTo>
                    <a:pt x="383955" y="1005841"/>
                  </a:lnTo>
                  <a:lnTo>
                    <a:pt x="395621" y="982426"/>
                  </a:lnTo>
                  <a:lnTo>
                    <a:pt x="98694" y="587558"/>
                  </a:lnTo>
                  <a:lnTo>
                    <a:pt x="52115" y="572955"/>
                  </a:lnTo>
                  <a:lnTo>
                    <a:pt x="22993" y="508584"/>
                  </a:lnTo>
                  <a:cubicBezTo>
                    <a:pt x="22993" y="508584"/>
                    <a:pt x="22993" y="505647"/>
                    <a:pt x="20056" y="502710"/>
                  </a:cubicBezTo>
                  <a:lnTo>
                    <a:pt x="5537" y="470566"/>
                  </a:lnTo>
                  <a:lnTo>
                    <a:pt x="8474" y="470566"/>
                  </a:lnTo>
                  <a:cubicBezTo>
                    <a:pt x="40533" y="453026"/>
                    <a:pt x="110359" y="382780"/>
                    <a:pt x="145272" y="359449"/>
                  </a:cubicBezTo>
                  <a:cubicBezTo>
                    <a:pt x="174394" y="341909"/>
                    <a:pt x="282070" y="295079"/>
                    <a:pt x="349043" y="274601"/>
                  </a:cubicBezTo>
                  <a:cubicBezTo>
                    <a:pt x="468384" y="169275"/>
                    <a:pt x="584789" y="69823"/>
                    <a:pt x="593517" y="61095"/>
                  </a:cubicBezTo>
                  <a:cubicBezTo>
                    <a:pt x="599308" y="55220"/>
                    <a:pt x="619701" y="31805"/>
                    <a:pt x="640095" y="5537"/>
                  </a:cubicBezTo>
                  <a:cubicBezTo>
                    <a:pt x="660489" y="17202"/>
                    <a:pt x="701193" y="37680"/>
                    <a:pt x="730315" y="55220"/>
                  </a:cubicBezTo>
                  <a:lnTo>
                    <a:pt x="733252" y="55220"/>
                  </a:lnTo>
                  <a:cubicBezTo>
                    <a:pt x="750709" y="66886"/>
                    <a:pt x="765312" y="75698"/>
                    <a:pt x="771103" y="78635"/>
                  </a:cubicBezTo>
                  <a:cubicBezTo>
                    <a:pt x="773061" y="80594"/>
                    <a:pt x="774991" y="81573"/>
                    <a:pt x="776893" y="81573"/>
                  </a:cubicBezTo>
                  <a:lnTo>
                    <a:pt x="776893" y="84510"/>
                  </a:lnTo>
                  <a:cubicBezTo>
                    <a:pt x="794350" y="93322"/>
                    <a:pt x="870050" y="137131"/>
                    <a:pt x="899173" y="151818"/>
                  </a:cubicBezTo>
                  <a:lnTo>
                    <a:pt x="899173" y="151818"/>
                  </a:lnTo>
                  <a:cubicBezTo>
                    <a:pt x="902110" y="154756"/>
                    <a:pt x="904963" y="157693"/>
                    <a:pt x="910838" y="160630"/>
                  </a:cubicBezTo>
                  <a:cubicBezTo>
                    <a:pt x="913775" y="160630"/>
                    <a:pt x="913775" y="163568"/>
                    <a:pt x="916629" y="163568"/>
                  </a:cubicBezTo>
                  <a:cubicBezTo>
                    <a:pt x="919566" y="166505"/>
                    <a:pt x="922420" y="166505"/>
                    <a:pt x="922420" y="169443"/>
                  </a:cubicBezTo>
                  <a:cubicBezTo>
                    <a:pt x="928211" y="172380"/>
                    <a:pt x="934085" y="175317"/>
                    <a:pt x="939876" y="178255"/>
                  </a:cubicBezTo>
                  <a:lnTo>
                    <a:pt x="939876" y="178255"/>
                  </a:lnTo>
                  <a:cubicBezTo>
                    <a:pt x="948604" y="184129"/>
                    <a:pt x="957333" y="189920"/>
                    <a:pt x="963124" y="192858"/>
                  </a:cubicBezTo>
                  <a:cubicBezTo>
                    <a:pt x="968914" y="195795"/>
                    <a:pt x="971852" y="198732"/>
                    <a:pt x="977643" y="201670"/>
                  </a:cubicBezTo>
                  <a:cubicBezTo>
                    <a:pt x="992162" y="213335"/>
                    <a:pt x="1006765" y="225085"/>
                    <a:pt x="1015493" y="233813"/>
                  </a:cubicBezTo>
                  <a:cubicBezTo>
                    <a:pt x="1027159" y="245479"/>
                    <a:pt x="1050406" y="271831"/>
                    <a:pt x="1070800" y="295246"/>
                  </a:cubicBezTo>
                  <a:lnTo>
                    <a:pt x="1073737" y="298184"/>
                  </a:lnTo>
                  <a:cubicBezTo>
                    <a:pt x="1076674" y="301121"/>
                    <a:pt x="1079528" y="304058"/>
                    <a:pt x="1079528" y="306996"/>
                  </a:cubicBezTo>
                  <a:cubicBezTo>
                    <a:pt x="1085319" y="312871"/>
                    <a:pt x="1091194" y="318662"/>
                    <a:pt x="1094047" y="324536"/>
                  </a:cubicBezTo>
                  <a:cubicBezTo>
                    <a:pt x="1096984" y="324536"/>
                    <a:pt x="1096984" y="327474"/>
                    <a:pt x="1096984" y="327474"/>
                  </a:cubicBezTo>
                  <a:cubicBezTo>
                    <a:pt x="1099922" y="330411"/>
                    <a:pt x="1102775" y="336286"/>
                    <a:pt x="1105713" y="339139"/>
                  </a:cubicBezTo>
                  <a:cubicBezTo>
                    <a:pt x="1108650" y="342077"/>
                    <a:pt x="1111503" y="345014"/>
                    <a:pt x="1111503" y="347951"/>
                  </a:cubicBezTo>
                  <a:cubicBezTo>
                    <a:pt x="1126022" y="368429"/>
                    <a:pt x="1207598" y="494233"/>
                    <a:pt x="1257030" y="564395"/>
                  </a:cubicBezTo>
                  <a:lnTo>
                    <a:pt x="1257030" y="564395"/>
                  </a:lnTo>
                  <a:cubicBezTo>
                    <a:pt x="1262821" y="573207"/>
                    <a:pt x="1268695" y="578998"/>
                    <a:pt x="1271549" y="584873"/>
                  </a:cubicBezTo>
                  <a:lnTo>
                    <a:pt x="1271549" y="587810"/>
                  </a:lnTo>
                  <a:cubicBezTo>
                    <a:pt x="1274486" y="590747"/>
                    <a:pt x="1277340" y="593685"/>
                    <a:pt x="1280277" y="596622"/>
                  </a:cubicBezTo>
                  <a:cubicBezTo>
                    <a:pt x="1280277" y="599559"/>
                    <a:pt x="1283214" y="602497"/>
                    <a:pt x="1283214" y="602497"/>
                  </a:cubicBezTo>
                  <a:lnTo>
                    <a:pt x="1283214" y="602497"/>
                  </a:lnTo>
                  <a:lnTo>
                    <a:pt x="1286152" y="605434"/>
                  </a:lnTo>
                  <a:cubicBezTo>
                    <a:pt x="1289089" y="608371"/>
                    <a:pt x="1289089" y="611309"/>
                    <a:pt x="1291943" y="614246"/>
                  </a:cubicBezTo>
                  <a:cubicBezTo>
                    <a:pt x="1321065" y="652264"/>
                    <a:pt x="1434532" y="830689"/>
                    <a:pt x="1449135" y="857042"/>
                  </a:cubicBezTo>
                  <a:cubicBezTo>
                    <a:pt x="1460800" y="880457"/>
                    <a:pt x="1524835" y="1032530"/>
                    <a:pt x="1530626" y="1085151"/>
                  </a:cubicBezTo>
                  <a:cubicBezTo>
                    <a:pt x="1533563" y="1091026"/>
                    <a:pt x="1533563" y="1108566"/>
                    <a:pt x="1536417" y="1129044"/>
                  </a:cubicBezTo>
                  <a:lnTo>
                    <a:pt x="1539354" y="1129044"/>
                  </a:lnTo>
                  <a:lnTo>
                    <a:pt x="1536417" y="1131981"/>
                  </a:lnTo>
                  <a:cubicBezTo>
                    <a:pt x="1545145" y="1251910"/>
                    <a:pt x="1571330" y="1556055"/>
                    <a:pt x="1571330" y="1556055"/>
                  </a:cubicBezTo>
                  <a:lnTo>
                    <a:pt x="1574267" y="1556055"/>
                  </a:lnTo>
                  <a:close/>
                </a:path>
              </a:pathLst>
            </a:custGeom>
            <a:solidFill>
              <a:schemeClr val="accent2">
                <a:alpha val="75000"/>
              </a:schemeClr>
            </a:solidFill>
            <a:ln w="5103" cap="flat">
              <a:solidFill>
                <a:schemeClr val="bg1"/>
              </a:solidFill>
              <a:prstDash val="solid"/>
              <a:miter/>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114" name="Freeform: Shape 113">
              <a:extLst>
                <a:ext uri="{FF2B5EF4-FFF2-40B4-BE49-F238E27FC236}">
                  <a16:creationId xmlns:a16="http://schemas.microsoft.com/office/drawing/2014/main" id="{4E2D912E-63CA-9ED5-AB17-100792162356}"/>
                </a:ext>
              </a:extLst>
            </p:cNvPr>
            <p:cNvSpPr/>
            <p:nvPr/>
          </p:nvSpPr>
          <p:spPr>
            <a:xfrm>
              <a:off x="6681186" y="2396264"/>
              <a:ext cx="1340271" cy="14613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115" name="Freeform: Shape 114">
              <a:extLst>
                <a:ext uri="{FF2B5EF4-FFF2-40B4-BE49-F238E27FC236}">
                  <a16:creationId xmlns:a16="http://schemas.microsoft.com/office/drawing/2014/main" id="{51DAFD34-EC92-5BB8-F60E-58A0AD7855B9}"/>
                </a:ext>
              </a:extLst>
            </p:cNvPr>
            <p:cNvSpPr/>
            <p:nvPr/>
          </p:nvSpPr>
          <p:spPr>
            <a:xfrm>
              <a:off x="7414204" y="3711418"/>
              <a:ext cx="396464" cy="34304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grpSp>
        <p:nvGrpSpPr>
          <p:cNvPr id="3" name="Group 2">
            <a:extLst>
              <a:ext uri="{FF2B5EF4-FFF2-40B4-BE49-F238E27FC236}">
                <a16:creationId xmlns:a16="http://schemas.microsoft.com/office/drawing/2014/main" id="{D5F6CDD7-5940-5C72-5FA8-E559A5AB925D}"/>
              </a:ext>
            </a:extLst>
          </p:cNvPr>
          <p:cNvGrpSpPr/>
          <p:nvPr/>
        </p:nvGrpSpPr>
        <p:grpSpPr>
          <a:xfrm>
            <a:off x="11162775" y="4788987"/>
            <a:ext cx="443771" cy="172479"/>
            <a:chOff x="-1167110" y="595256"/>
            <a:chExt cx="1016594" cy="395116"/>
          </a:xfrm>
        </p:grpSpPr>
        <p:pic>
          <p:nvPicPr>
            <p:cNvPr id="4" name="Graphic 3">
              <a:extLst>
                <a:ext uri="{FF2B5EF4-FFF2-40B4-BE49-F238E27FC236}">
                  <a16:creationId xmlns:a16="http://schemas.microsoft.com/office/drawing/2014/main" id="{6AC38FFB-7F4D-BDC4-0BF4-57BFE1180B26}"/>
                </a:ext>
              </a:extLst>
            </p:cNvPr>
            <p:cNvPicPr>
              <a:picLocks noChangeAspect="1"/>
            </p:cNvPicPr>
            <p:nvPr/>
          </p:nvPicPr>
          <p:blipFill rotWithShape="1">
            <a:blip>
              <a:extLst>
                <a:ext uri="{96DAC541-7B7A-43D3-8B79-37D633B846F1}">
                  <asvg:svgBlip xmlns:asvg="http://schemas.microsoft.com/office/drawing/2016/SVG/main" r:embed="rId8"/>
                </a:ext>
              </a:extLst>
            </a:blip>
            <a:srcRect r="70656"/>
            <a:stretch/>
          </p:blipFill>
          <p:spPr>
            <a:xfrm>
              <a:off x="-1167110" y="595256"/>
              <a:ext cx="331507" cy="395116"/>
            </a:xfrm>
            <a:prstGeom prst="rect">
              <a:avLst/>
            </a:prstGeom>
          </p:spPr>
        </p:pic>
        <p:pic>
          <p:nvPicPr>
            <p:cNvPr id="8" name="Graphic 7">
              <a:extLst>
                <a:ext uri="{FF2B5EF4-FFF2-40B4-BE49-F238E27FC236}">
                  <a16:creationId xmlns:a16="http://schemas.microsoft.com/office/drawing/2014/main" id="{35208188-FB74-D3AE-D9ED-0DB96F8D74DE}"/>
                </a:ext>
              </a:extLst>
            </p:cNvPr>
            <p:cNvPicPr>
              <a:picLocks noChangeAspect="1"/>
            </p:cNvPicPr>
            <p:nvPr/>
          </p:nvPicPr>
          <p:blipFill rotWithShape="1">
            <a:blip>
              <a:extLst>
                <a:ext uri="{96DAC541-7B7A-43D3-8B79-37D633B846F1}">
                  <asvg:svgBlip xmlns:asvg="http://schemas.microsoft.com/office/drawing/2016/SVG/main" r:embed="rId8"/>
                </a:ext>
              </a:extLst>
            </a:blip>
            <a:srcRect l="29344"/>
            <a:stretch/>
          </p:blipFill>
          <p:spPr>
            <a:xfrm>
              <a:off x="-870149" y="614709"/>
              <a:ext cx="719633" cy="356211"/>
            </a:xfrm>
            <a:prstGeom prst="rect">
              <a:avLst/>
            </a:prstGeom>
          </p:spPr>
        </p:pic>
      </p:grpSp>
      <p:sp>
        <p:nvSpPr>
          <p:cNvPr id="16" name="Rectangle: Rounded Corners 40">
            <a:extLst>
              <a:ext uri="{FF2B5EF4-FFF2-40B4-BE49-F238E27FC236}">
                <a16:creationId xmlns:a16="http://schemas.microsoft.com/office/drawing/2014/main" id="{6D683BEF-0BB0-310B-0570-216248BAFA21}"/>
              </a:ext>
            </a:extLst>
          </p:cNvPr>
          <p:cNvSpPr>
            <a:spLocks/>
          </p:cNvSpPr>
          <p:nvPr/>
        </p:nvSpPr>
        <p:spPr>
          <a:xfrm>
            <a:off x="5947789" y="1770640"/>
            <a:ext cx="1747587" cy="264435"/>
          </a:xfrm>
          <a:prstGeom prst="rect">
            <a:avLst/>
          </a:prstGeom>
          <a:solidFill>
            <a:schemeClr val="bg1"/>
          </a:solidFill>
          <a:ln w="19050" cap="rnd" cmpd="sng" algn="ctr">
            <a:noFill/>
            <a:prstDash val="sysDot"/>
            <a:round/>
            <a:headEnd type="none" w="med" len="med"/>
            <a:tailEnd type="none" w="med" len="med"/>
          </a:ln>
          <a:effectLst>
            <a:outerShdw blurRad="50800" algn="tl" rotWithShape="0">
              <a:prstClr val="black">
                <a:alpha val="2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a:ln>
                  <a:noFill/>
                </a:ln>
                <a:solidFill>
                  <a:srgbClr val="654B25"/>
                </a:solidFill>
                <a:effectLst/>
                <a:uLnTx/>
                <a:uFillTx/>
                <a:ea typeface="+mn-ea"/>
                <a:cs typeface="+mn-cs"/>
              </a:rPr>
              <a:t>B. TARGET BOD DATE</a:t>
            </a:r>
          </a:p>
        </p:txBody>
      </p:sp>
      <p:pic>
        <p:nvPicPr>
          <p:cNvPr id="19" name="Picture 2" descr="Tap ">
            <a:hlinkClick r:id="" action="ppaction://noaction"/>
            <a:extLst>
              <a:ext uri="{FF2B5EF4-FFF2-40B4-BE49-F238E27FC236}">
                <a16:creationId xmlns:a16="http://schemas.microsoft.com/office/drawing/2014/main" id="{57BC91C7-FE44-F00D-2B88-77F1346B4E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52981" y="1803182"/>
            <a:ext cx="199350" cy="199350"/>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 descr="Tap ">
            <a:hlinkClick r:id="" action="ppaction://noaction"/>
            <a:extLst>
              <a:ext uri="{FF2B5EF4-FFF2-40B4-BE49-F238E27FC236}">
                <a16:creationId xmlns:a16="http://schemas.microsoft.com/office/drawing/2014/main" id="{F4E776D6-5214-6531-5846-9FB70D05C0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6452" y="1803182"/>
            <a:ext cx="199350" cy="19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458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7161-2837-67F7-6B56-6D81FBA07908}"/>
            </a:ext>
          </a:extLst>
        </p:cNvPr>
        <p:cNvGrpSpPr/>
        <p:nvPr/>
      </p:nvGrpSpPr>
      <p:grpSpPr>
        <a:xfrm>
          <a:off x="0" y="0"/>
          <a:ext cx="0" cy="0"/>
          <a:chOff x="0" y="0"/>
          <a:chExt cx="0" cy="0"/>
        </a:xfrm>
      </p:grpSpPr>
      <p:graphicFrame>
        <p:nvGraphicFramePr>
          <p:cNvPr id="95" name="think-cell data - do not delete" hidden="1">
            <a:extLst>
              <a:ext uri="{FF2B5EF4-FFF2-40B4-BE49-F238E27FC236}">
                <a16:creationId xmlns:a16="http://schemas.microsoft.com/office/drawing/2014/main" id="{1D107852-6200-C8C3-7FA8-2FAC94F743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95" name="think-cell data - do not delete" hidden="1">
                        <a:extLst>
                          <a:ext uri="{FF2B5EF4-FFF2-40B4-BE49-F238E27FC236}">
                            <a16:creationId xmlns:a16="http://schemas.microsoft.com/office/drawing/2014/main" id="{1D107852-6200-C8C3-7FA8-2FAC94F7436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Rectangle: Rounded Corners 21">
            <a:extLst>
              <a:ext uri="{FF2B5EF4-FFF2-40B4-BE49-F238E27FC236}">
                <a16:creationId xmlns:a16="http://schemas.microsoft.com/office/drawing/2014/main" id="{D9BFEE82-BA90-6FF4-8A7A-000C1FA0772D}"/>
              </a:ext>
            </a:extLst>
          </p:cNvPr>
          <p:cNvSpPr/>
          <p:nvPr/>
        </p:nvSpPr>
        <p:spPr>
          <a:xfrm rot="5400000">
            <a:off x="-854958" y="2062367"/>
            <a:ext cx="3401389" cy="1654653"/>
          </a:xfrm>
          <a:prstGeom prst="round2SameRect">
            <a:avLst>
              <a:gd name="adj1" fmla="val 10527"/>
              <a:gd name="adj2" fmla="val 0"/>
            </a:avLst>
          </a:prstGeom>
          <a:solidFill>
            <a:srgbClr val="46121D">
              <a:alpha val="85000"/>
            </a:srgbClr>
          </a:solidFill>
          <a:ln w="19050" cap="flat" cmpd="sng" algn="ctr">
            <a:noFill/>
            <a:prstDash val="solid"/>
            <a:round/>
            <a:headEnd type="none" w="med" len="med"/>
            <a:tailEnd type="none" w="med" len="med"/>
          </a:ln>
        </p:spPr>
        <p:txBody>
          <a:bodyPr vert="vert270" wrap="square" lIns="0" tIns="0" rIns="0" bIns="274320" rtlCol="0" anchor="ctr">
            <a:noAutofit/>
          </a:bodyPr>
          <a:lstStyle/>
          <a:p>
            <a:pPr marL="0" marR="0" lvl="0" indent="0" algn="l" defTabSz="914400" rtl="0" eaLnBrk="1" fontAlgn="auto" latinLnBrk="0" hangingPunct="1">
              <a:lnSpc>
                <a:spcPct val="90000"/>
              </a:lnSpc>
              <a:spcBef>
                <a:spcPct val="0"/>
              </a:spcBef>
              <a:spcAft>
                <a:spcPts val="0"/>
              </a:spcAft>
              <a:buClrTx/>
              <a:buSzPts val="1600"/>
              <a:buFontTx/>
              <a:buNone/>
              <a:tabLst/>
              <a:defRPr/>
            </a:pPr>
            <a:r>
              <a:rPr kumimoji="0" lang="en-US" sz="1600" b="1" i="0" u="none" strike="noStrike" kern="1200" cap="none" spc="0" normalizeH="0" baseline="0" noProof="0">
                <a:ln>
                  <a:noFill/>
                </a:ln>
                <a:solidFill>
                  <a:srgbClr val="FFFCF2"/>
                </a:solidFill>
                <a:effectLst/>
                <a:uLnTx/>
                <a:uFillTx/>
                <a:latin typeface="Fund Light"/>
                <a:ea typeface="+mn-ea"/>
                <a:cs typeface="+mn-cs"/>
              </a:rPr>
              <a:t>Rise</a:t>
            </a:r>
          </a:p>
        </p:txBody>
      </p:sp>
      <p:sp>
        <p:nvSpPr>
          <p:cNvPr id="2129" name="Title 17">
            <a:extLst>
              <a:ext uri="{FF2B5EF4-FFF2-40B4-BE49-F238E27FC236}">
                <a16:creationId xmlns:a16="http://schemas.microsoft.com/office/drawing/2014/main" id="{FFBA431C-527F-D89F-AADE-B5CE9E25CDA6}"/>
              </a:ext>
            </a:extLst>
          </p:cNvPr>
          <p:cNvSpPr>
            <a:spLocks noGrp="1"/>
          </p:cNvSpPr>
          <p:nvPr>
            <p:ph type="title"/>
          </p:nvPr>
        </p:nvSpPr>
        <p:spPr>
          <a:xfrm>
            <a:off x="1426634" y="571191"/>
            <a:ext cx="10220962" cy="369332"/>
          </a:xfrm>
          <a:noFill/>
        </p:spPr>
        <p:txBody>
          <a:bodyPr vert="horz"/>
          <a:lstStyle/>
          <a:p>
            <a:r>
              <a:rPr lang="en-US"/>
              <a:t>Executive Summary</a:t>
            </a:r>
          </a:p>
        </p:txBody>
      </p:sp>
      <p:sp>
        <p:nvSpPr>
          <p:cNvPr id="8" name="Rectangle: Rounded Corners 21">
            <a:extLst>
              <a:ext uri="{FF2B5EF4-FFF2-40B4-BE49-F238E27FC236}">
                <a16:creationId xmlns:a16="http://schemas.microsoft.com/office/drawing/2014/main" id="{2DC30BBD-D5F6-37FE-3AE3-0DF6C76E8305}"/>
              </a:ext>
            </a:extLst>
          </p:cNvPr>
          <p:cNvSpPr/>
          <p:nvPr/>
        </p:nvSpPr>
        <p:spPr>
          <a:xfrm rot="5400000">
            <a:off x="508462" y="5402237"/>
            <a:ext cx="674555" cy="1654653"/>
          </a:xfrm>
          <a:prstGeom prst="round2SameRect">
            <a:avLst>
              <a:gd name="adj1" fmla="val 16270"/>
              <a:gd name="adj2" fmla="val 0"/>
            </a:avLst>
          </a:prstGeom>
          <a:solidFill>
            <a:srgbClr val="2C2C2C">
              <a:alpha val="85000"/>
            </a:srgbClr>
          </a:solidFill>
          <a:ln w="19050" cap="flat" cmpd="sng" algn="ctr">
            <a:noFill/>
            <a:prstDash val="solid"/>
            <a:round/>
            <a:headEnd type="none" w="med" len="med"/>
            <a:tailEnd type="none" w="med" len="med"/>
          </a:ln>
        </p:spPr>
        <p:txBody>
          <a:bodyPr vert="vert270" wrap="square" lIns="0" tIns="0" rIns="0" bIns="274320" rtlCol="0" anchor="ctr">
            <a:noAutofit/>
          </a:bodyPr>
          <a:lstStyle/>
          <a:p>
            <a:pPr marL="0" marR="0" lvl="0" indent="0" algn="l" defTabSz="914400" rtl="0" eaLnBrk="1" fontAlgn="auto" latinLnBrk="0" hangingPunct="1">
              <a:lnSpc>
                <a:spcPct val="90000"/>
              </a:lnSpc>
              <a:spcBef>
                <a:spcPct val="0"/>
              </a:spcBef>
              <a:spcAft>
                <a:spcPts val="0"/>
              </a:spcAft>
              <a:buClrTx/>
              <a:buSzPts val="1600"/>
              <a:buFontTx/>
              <a:buNone/>
              <a:tabLst/>
              <a:defRPr/>
            </a:pPr>
            <a:r>
              <a:rPr kumimoji="0" lang="en-US" sz="1600" b="1" i="0" u="none" strike="noStrike" kern="1200" cap="none" spc="0" normalizeH="0" baseline="0" noProof="0">
                <a:ln>
                  <a:noFill/>
                </a:ln>
                <a:solidFill>
                  <a:srgbClr val="FFFCF2"/>
                </a:solidFill>
                <a:effectLst/>
                <a:uLnTx/>
                <a:uFillTx/>
                <a:latin typeface="Fund Light"/>
                <a:ea typeface="+mn-ea"/>
                <a:cs typeface="+mn-cs"/>
              </a:rPr>
              <a:t>Corporate</a:t>
            </a:r>
            <a:br>
              <a:rPr kumimoji="0" lang="en-US" sz="1600" b="1" i="0" u="none" strike="noStrike" kern="1200" cap="none" spc="0" normalizeH="0" baseline="0" noProof="0">
                <a:ln>
                  <a:noFill/>
                </a:ln>
                <a:solidFill>
                  <a:srgbClr val="FFFCF2"/>
                </a:solidFill>
                <a:effectLst/>
                <a:uLnTx/>
                <a:uFillTx/>
                <a:latin typeface="Fund Light"/>
                <a:ea typeface="+mn-ea"/>
                <a:cs typeface="+mn-cs"/>
              </a:rPr>
            </a:br>
            <a:r>
              <a:rPr kumimoji="0" lang="en-US" sz="1600" b="1" i="0" u="none" strike="noStrike" kern="1200" cap="none" spc="0" normalizeH="0" baseline="0" noProof="0">
                <a:ln>
                  <a:noFill/>
                </a:ln>
                <a:solidFill>
                  <a:srgbClr val="FFFCF2"/>
                </a:solidFill>
                <a:effectLst/>
                <a:uLnTx/>
                <a:uFillTx/>
                <a:latin typeface="Fund Light"/>
                <a:ea typeface="+mn-ea"/>
                <a:cs typeface="+mn-cs"/>
              </a:rPr>
              <a:t>Matters</a:t>
            </a:r>
          </a:p>
        </p:txBody>
      </p:sp>
      <p:sp>
        <p:nvSpPr>
          <p:cNvPr id="90" name="Rectangle 89">
            <a:extLst>
              <a:ext uri="{FF2B5EF4-FFF2-40B4-BE49-F238E27FC236}">
                <a16:creationId xmlns:a16="http://schemas.microsoft.com/office/drawing/2014/main" id="{FD6A48E9-8E5F-1F8B-A2F8-4994F910DC7C}"/>
              </a:ext>
            </a:extLst>
          </p:cNvPr>
          <p:cNvSpPr/>
          <p:nvPr/>
        </p:nvSpPr>
        <p:spPr>
          <a:xfrm>
            <a:off x="1714013" y="2824561"/>
            <a:ext cx="10006231" cy="184666"/>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342B"/>
                </a:solidFill>
              </a14:hiddenFill>
            </a:ext>
            <a:ext uri="{91240B29-F687-4F45-9708-019B960494DF}">
              <a14:hiddenLine xmlns:a14="http://schemas.microsoft.com/office/drawing/2010/main" w="9525" cap="rnd" cmpd="sng" algn="ctr">
                <a:solidFill>
                  <a:srgbClr val="00342B"/>
                </a:solidFill>
                <a:prstDash val="solid"/>
                <a:round/>
                <a:headEnd type="none" w="med" len="med"/>
                <a:tailEnd type="none" w="med" len="med"/>
              </a14:hiddenLine>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Fund Light"/>
                <a:ea typeface="+mn-ea"/>
                <a:cs typeface="+mn-cs"/>
              </a:rPr>
              <a:t>xx</a:t>
            </a:r>
          </a:p>
        </p:txBody>
      </p:sp>
      <p:sp>
        <p:nvSpPr>
          <p:cNvPr id="92" name="Rectangle 91">
            <a:extLst>
              <a:ext uri="{FF2B5EF4-FFF2-40B4-BE49-F238E27FC236}">
                <a16:creationId xmlns:a16="http://schemas.microsoft.com/office/drawing/2014/main" id="{FD86876C-6BB8-A220-4A8F-7C344D015FB3}"/>
              </a:ext>
            </a:extLst>
          </p:cNvPr>
          <p:cNvSpPr/>
          <p:nvPr/>
        </p:nvSpPr>
        <p:spPr>
          <a:xfrm>
            <a:off x="1734708" y="6137230"/>
            <a:ext cx="9985536" cy="184666"/>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342B"/>
                </a:solidFill>
              </a14:hiddenFill>
            </a:ext>
            <a:ext uri="{91240B29-F687-4F45-9708-019B960494DF}">
              <a14:hiddenLine xmlns:a14="http://schemas.microsoft.com/office/drawing/2010/main" w="9525" cap="rnd" cmpd="sng" algn="ctr">
                <a:solidFill>
                  <a:srgbClr val="00342B"/>
                </a:solidFill>
                <a:prstDash val="solid"/>
                <a:round/>
                <a:headEnd type="none" w="med" len="med"/>
                <a:tailEnd type="none" w="med" len="med"/>
              </a14:hiddenLine>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Fund Light"/>
                <a:ea typeface="+mn-ea"/>
                <a:cs typeface="+mn-cs"/>
              </a:rPr>
              <a:t>xx</a:t>
            </a:r>
          </a:p>
        </p:txBody>
      </p:sp>
      <p:grpSp>
        <p:nvGrpSpPr>
          <p:cNvPr id="108" name="Group 107">
            <a:extLst>
              <a:ext uri="{FF2B5EF4-FFF2-40B4-BE49-F238E27FC236}">
                <a16:creationId xmlns:a16="http://schemas.microsoft.com/office/drawing/2014/main" id="{10586F9E-A40F-8B9F-42A5-98A1CC207B97}"/>
              </a:ext>
            </a:extLst>
          </p:cNvPr>
          <p:cNvGrpSpPr/>
          <p:nvPr/>
        </p:nvGrpSpPr>
        <p:grpSpPr>
          <a:xfrm>
            <a:off x="1245143" y="3928858"/>
            <a:ext cx="405586" cy="436922"/>
            <a:chOff x="11310624" y="1927765"/>
            <a:chExt cx="228445" cy="274320"/>
          </a:xfrm>
        </p:grpSpPr>
        <p:sp>
          <p:nvSpPr>
            <p:cNvPr id="109" name="Freeform: Shape 108">
              <a:extLst>
                <a:ext uri="{FF2B5EF4-FFF2-40B4-BE49-F238E27FC236}">
                  <a16:creationId xmlns:a16="http://schemas.microsoft.com/office/drawing/2014/main" id="{7FFD2A11-A770-72FF-3BB7-9D12EF714A47}"/>
                </a:ext>
              </a:extLst>
            </p:cNvPr>
            <p:cNvSpPr/>
            <p:nvPr/>
          </p:nvSpPr>
          <p:spPr>
            <a:xfrm>
              <a:off x="11310624" y="1927765"/>
              <a:ext cx="228445" cy="2417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110" name="Freeform: Shape 109">
              <a:extLst>
                <a:ext uri="{FF2B5EF4-FFF2-40B4-BE49-F238E27FC236}">
                  <a16:creationId xmlns:a16="http://schemas.microsoft.com/office/drawing/2014/main" id="{28E672FB-DC2C-1F4E-DCAF-3DDE28353E62}"/>
                </a:ext>
              </a:extLst>
            </p:cNvPr>
            <p:cNvSpPr/>
            <p:nvPr/>
          </p:nvSpPr>
          <p:spPr>
            <a:xfrm>
              <a:off x="11435564" y="2145334"/>
              <a:ext cx="67577" cy="5675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sp>
        <p:nvSpPr>
          <p:cNvPr id="26" name="Rectangle: Rounded Corners 21">
            <a:extLst>
              <a:ext uri="{FF2B5EF4-FFF2-40B4-BE49-F238E27FC236}">
                <a16:creationId xmlns:a16="http://schemas.microsoft.com/office/drawing/2014/main" id="{450660DA-A4C3-BCEC-BC2F-ED9BF7DB8F35}"/>
              </a:ext>
            </a:extLst>
          </p:cNvPr>
          <p:cNvSpPr/>
          <p:nvPr/>
        </p:nvSpPr>
        <p:spPr>
          <a:xfrm rot="5400000">
            <a:off x="235049" y="4414784"/>
            <a:ext cx="1221376" cy="1654653"/>
          </a:xfrm>
          <a:prstGeom prst="round2SameRect">
            <a:avLst>
              <a:gd name="adj1" fmla="val 10730"/>
              <a:gd name="adj2" fmla="val 0"/>
            </a:avLst>
          </a:prstGeom>
          <a:solidFill>
            <a:schemeClr val="accent2"/>
          </a:solidFill>
          <a:ln w="19050" cap="flat" cmpd="sng" algn="ctr">
            <a:noFill/>
            <a:prstDash val="solid"/>
            <a:round/>
            <a:headEnd type="none" w="med" len="med"/>
            <a:tailEnd type="none" w="med" len="med"/>
          </a:ln>
        </p:spPr>
        <p:txBody>
          <a:bodyPr vert="vert270" wrap="square" lIns="0" tIns="0" rIns="0" bIns="274320" rtlCol="0" anchor="ctr">
            <a:noAutofit/>
          </a:bodyPr>
          <a:lstStyle/>
          <a:p>
            <a:pPr marL="0" marR="0" lvl="0" indent="0" algn="l" defTabSz="914400" rtl="0" eaLnBrk="1" fontAlgn="auto" latinLnBrk="0" hangingPunct="1">
              <a:lnSpc>
                <a:spcPct val="90000"/>
              </a:lnSpc>
              <a:spcBef>
                <a:spcPct val="0"/>
              </a:spcBef>
              <a:spcAft>
                <a:spcPts val="0"/>
              </a:spcAft>
              <a:buClrTx/>
              <a:buSzPts val="1600"/>
              <a:buFontTx/>
              <a:buNone/>
              <a:tabLst/>
              <a:defRPr/>
            </a:pPr>
            <a:r>
              <a:rPr kumimoji="0" lang="en-US" sz="1600" b="1" i="0" u="none" strike="noStrike" kern="1200" cap="none" spc="0" normalizeH="0" baseline="0" noProof="0">
                <a:ln>
                  <a:noFill/>
                </a:ln>
                <a:solidFill>
                  <a:srgbClr val="FFFCF2"/>
                </a:solidFill>
                <a:effectLst/>
                <a:uLnTx/>
                <a:uFillTx/>
                <a:latin typeface="Fund Light"/>
                <a:ea typeface="+mn-ea"/>
                <a:cs typeface="+mn-cs"/>
              </a:rPr>
              <a:t>North of Riyadh Area (NoRA)</a:t>
            </a:r>
          </a:p>
        </p:txBody>
      </p:sp>
      <p:sp>
        <p:nvSpPr>
          <p:cNvPr id="91" name="Rectangle 90">
            <a:extLst>
              <a:ext uri="{FF2B5EF4-FFF2-40B4-BE49-F238E27FC236}">
                <a16:creationId xmlns:a16="http://schemas.microsoft.com/office/drawing/2014/main" id="{A141AE3C-197C-9666-EA60-8480F02E9A9F}"/>
              </a:ext>
            </a:extLst>
          </p:cNvPr>
          <p:cNvSpPr/>
          <p:nvPr/>
        </p:nvSpPr>
        <p:spPr>
          <a:xfrm>
            <a:off x="1734708" y="5229783"/>
            <a:ext cx="9985536" cy="184666"/>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0342B"/>
                </a:solidFill>
              </a14:hiddenFill>
            </a:ext>
            <a:ext uri="{91240B29-F687-4F45-9708-019B960494DF}">
              <a14:hiddenLine xmlns:a14="http://schemas.microsoft.com/office/drawing/2010/main" w="9525" cap="rnd" cmpd="sng" algn="ctr">
                <a:solidFill>
                  <a:srgbClr val="00342B"/>
                </a:solidFill>
                <a:prstDash val="solid"/>
                <a:round/>
                <a:headEnd type="none" w="med" len="med"/>
                <a:tailEnd type="none" w="med" len="med"/>
              </a14:hiddenLine>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Fund Light"/>
                <a:ea typeface="+mn-ea"/>
                <a:cs typeface="+mn-cs"/>
              </a:rPr>
              <a:t>xx</a:t>
            </a:r>
            <a:endParaRPr kumimoji="0" lang="en-US" sz="1200" b="0" i="0" u="none" strike="noStrike" kern="0" cap="none" spc="0" normalizeH="0" baseline="0" noProof="0" dirty="0">
              <a:ln>
                <a:noFill/>
              </a:ln>
              <a:solidFill>
                <a:srgbClr val="000000"/>
              </a:solidFill>
              <a:effectLst/>
              <a:uLnTx/>
              <a:uFillTx/>
              <a:latin typeface="Fund Light"/>
              <a:ea typeface="+mn-ea"/>
              <a:cs typeface="+mn-cs"/>
            </a:endParaRPr>
          </a:p>
        </p:txBody>
      </p:sp>
      <p:grpSp>
        <p:nvGrpSpPr>
          <p:cNvPr id="116" name="Group 115">
            <a:extLst>
              <a:ext uri="{FF2B5EF4-FFF2-40B4-BE49-F238E27FC236}">
                <a16:creationId xmlns:a16="http://schemas.microsoft.com/office/drawing/2014/main" id="{28CF303A-53C8-E455-8BF4-771B678ACC2D}"/>
              </a:ext>
            </a:extLst>
          </p:cNvPr>
          <p:cNvGrpSpPr/>
          <p:nvPr/>
        </p:nvGrpSpPr>
        <p:grpSpPr>
          <a:xfrm>
            <a:off x="1362045" y="5369680"/>
            <a:ext cx="234192" cy="405176"/>
            <a:chOff x="6058097" y="409709"/>
            <a:chExt cx="2030919" cy="3916712"/>
          </a:xfrm>
        </p:grpSpPr>
        <p:sp>
          <p:nvSpPr>
            <p:cNvPr id="117" name="Freeform: Shape 116">
              <a:extLst>
                <a:ext uri="{FF2B5EF4-FFF2-40B4-BE49-F238E27FC236}">
                  <a16:creationId xmlns:a16="http://schemas.microsoft.com/office/drawing/2014/main" id="{EDBB61DE-F89E-D1C5-3C04-3581E2802796}"/>
                </a:ext>
              </a:extLst>
            </p:cNvPr>
            <p:cNvSpPr/>
            <p:nvPr/>
          </p:nvSpPr>
          <p:spPr>
            <a:xfrm>
              <a:off x="6058097" y="409709"/>
              <a:ext cx="2030919" cy="2833523"/>
            </a:xfrm>
            <a:custGeom>
              <a:avLst/>
              <a:gdLst>
                <a:gd name="connsiteX0" fmla="*/ 2494340 w 2492579"/>
                <a:gd name="connsiteY0" fmla="*/ 1714254 h 3466112"/>
                <a:gd name="connsiteX1" fmla="*/ 2491402 w 2492579"/>
                <a:gd name="connsiteY1" fmla="*/ 1717192 h 3466112"/>
                <a:gd name="connsiteX2" fmla="*/ 2319691 w 2492579"/>
                <a:gd name="connsiteY2" fmla="*/ 1863474 h 3466112"/>
                <a:gd name="connsiteX3" fmla="*/ 2316754 w 2492579"/>
                <a:gd name="connsiteY3" fmla="*/ 1863474 h 3466112"/>
                <a:gd name="connsiteX4" fmla="*/ 2299297 w 2492579"/>
                <a:gd name="connsiteY4" fmla="*/ 1872286 h 3466112"/>
                <a:gd name="connsiteX5" fmla="*/ 2287632 w 2492579"/>
                <a:gd name="connsiteY5" fmla="*/ 1878160 h 3466112"/>
                <a:gd name="connsiteX6" fmla="*/ 2174081 w 2492579"/>
                <a:gd name="connsiteY6" fmla="*/ 1933719 h 3466112"/>
                <a:gd name="connsiteX7" fmla="*/ 2133293 w 2492579"/>
                <a:gd name="connsiteY7" fmla="*/ 1951259 h 3466112"/>
                <a:gd name="connsiteX8" fmla="*/ 2133293 w 2492579"/>
                <a:gd name="connsiteY8" fmla="*/ 1954197 h 3466112"/>
                <a:gd name="connsiteX9" fmla="*/ 2124565 w 2492579"/>
                <a:gd name="connsiteY9" fmla="*/ 1957134 h 3466112"/>
                <a:gd name="connsiteX10" fmla="*/ 2121628 w 2492579"/>
                <a:gd name="connsiteY10" fmla="*/ 1960071 h 3466112"/>
                <a:gd name="connsiteX11" fmla="*/ 2118690 w 2492579"/>
                <a:gd name="connsiteY11" fmla="*/ 1960071 h 3466112"/>
                <a:gd name="connsiteX12" fmla="*/ 2095443 w 2492579"/>
                <a:gd name="connsiteY12" fmla="*/ 1971737 h 3466112"/>
                <a:gd name="connsiteX13" fmla="*/ 2095443 w 2492579"/>
                <a:gd name="connsiteY13" fmla="*/ 1971737 h 3466112"/>
                <a:gd name="connsiteX14" fmla="*/ 1888819 w 2492579"/>
                <a:gd name="connsiteY14" fmla="*/ 2077063 h 3466112"/>
                <a:gd name="connsiteX15" fmla="*/ 1757812 w 2492579"/>
                <a:gd name="connsiteY15" fmla="*/ 2173661 h 3466112"/>
                <a:gd name="connsiteX16" fmla="*/ 1754874 w 2492579"/>
                <a:gd name="connsiteY16" fmla="*/ 2173661 h 3466112"/>
                <a:gd name="connsiteX17" fmla="*/ 1743209 w 2492579"/>
                <a:gd name="connsiteY17" fmla="*/ 2185327 h 3466112"/>
                <a:gd name="connsiteX18" fmla="*/ 1737418 w 2492579"/>
                <a:gd name="connsiteY18" fmla="*/ 2188264 h 3466112"/>
                <a:gd name="connsiteX19" fmla="*/ 1728690 w 2492579"/>
                <a:gd name="connsiteY19" fmla="*/ 2197077 h 3466112"/>
                <a:gd name="connsiteX20" fmla="*/ 1507463 w 2492579"/>
                <a:gd name="connsiteY20" fmla="*/ 2346296 h 3466112"/>
                <a:gd name="connsiteX21" fmla="*/ 1294964 w 2492579"/>
                <a:gd name="connsiteY21" fmla="*/ 2460434 h 3466112"/>
                <a:gd name="connsiteX22" fmla="*/ 1149438 w 2492579"/>
                <a:gd name="connsiteY22" fmla="*/ 2618465 h 3466112"/>
                <a:gd name="connsiteX23" fmla="*/ 971852 w 2492579"/>
                <a:gd name="connsiteY23" fmla="*/ 2741331 h 3466112"/>
                <a:gd name="connsiteX24" fmla="*/ 736106 w 2492579"/>
                <a:gd name="connsiteY24" fmla="*/ 2864198 h 3466112"/>
                <a:gd name="connsiteX25" fmla="*/ 608036 w 2492579"/>
                <a:gd name="connsiteY25" fmla="*/ 3016355 h 3466112"/>
                <a:gd name="connsiteX26" fmla="*/ 110275 w 2492579"/>
                <a:gd name="connsiteY26" fmla="*/ 3446471 h 3466112"/>
                <a:gd name="connsiteX27" fmla="*/ 54969 w 2492579"/>
                <a:gd name="connsiteY27" fmla="*/ 3464012 h 3466112"/>
                <a:gd name="connsiteX28" fmla="*/ 37512 w 2492579"/>
                <a:gd name="connsiteY28" fmla="*/ 3449409 h 3466112"/>
                <a:gd name="connsiteX29" fmla="*/ 5537 w 2492579"/>
                <a:gd name="connsiteY29" fmla="*/ 3373372 h 3466112"/>
                <a:gd name="connsiteX30" fmla="*/ 5537 w 2492579"/>
                <a:gd name="connsiteY30" fmla="*/ 3355832 h 3466112"/>
                <a:gd name="connsiteX31" fmla="*/ 116150 w 2492579"/>
                <a:gd name="connsiteY31" fmla="*/ 3250506 h 3466112"/>
                <a:gd name="connsiteX32" fmla="*/ 264614 w 2492579"/>
                <a:gd name="connsiteY32" fmla="*/ 3107162 h 3466112"/>
                <a:gd name="connsiteX33" fmla="*/ 343168 w 2492579"/>
                <a:gd name="connsiteY33" fmla="*/ 3033979 h 3466112"/>
                <a:gd name="connsiteX34" fmla="*/ 401412 w 2492579"/>
                <a:gd name="connsiteY34" fmla="*/ 2978420 h 3466112"/>
                <a:gd name="connsiteX35" fmla="*/ 415931 w 2492579"/>
                <a:gd name="connsiteY35" fmla="*/ 2952068 h 3466112"/>
                <a:gd name="connsiteX36" fmla="*/ 410140 w 2492579"/>
                <a:gd name="connsiteY36" fmla="*/ 2934528 h 3466112"/>
                <a:gd name="connsiteX37" fmla="*/ 372290 w 2492579"/>
                <a:gd name="connsiteY37" fmla="*/ 2925715 h 3466112"/>
                <a:gd name="connsiteX38" fmla="*/ 337377 w 2492579"/>
                <a:gd name="connsiteY38" fmla="*/ 2916903 h 3466112"/>
                <a:gd name="connsiteX39" fmla="*/ 319921 w 2492579"/>
                <a:gd name="connsiteY39" fmla="*/ 2896425 h 3466112"/>
                <a:gd name="connsiteX40" fmla="*/ 285008 w 2492579"/>
                <a:gd name="connsiteY40" fmla="*/ 2832055 h 3466112"/>
                <a:gd name="connsiteX41" fmla="*/ 258823 w 2492579"/>
                <a:gd name="connsiteY41" fmla="*/ 2501389 h 3466112"/>
                <a:gd name="connsiteX42" fmla="*/ 258823 w 2492579"/>
                <a:gd name="connsiteY42" fmla="*/ 2208826 h 3466112"/>
                <a:gd name="connsiteX43" fmla="*/ 253032 w 2492579"/>
                <a:gd name="connsiteY43" fmla="*/ 1995236 h 3466112"/>
                <a:gd name="connsiteX44" fmla="*/ 258823 w 2492579"/>
                <a:gd name="connsiteY44" fmla="*/ 1790459 h 3466112"/>
                <a:gd name="connsiteX45" fmla="*/ 258823 w 2492579"/>
                <a:gd name="connsiteY45" fmla="*/ 1503686 h 3466112"/>
                <a:gd name="connsiteX46" fmla="*/ 238429 w 2492579"/>
                <a:gd name="connsiteY46" fmla="*/ 1398360 h 3466112"/>
                <a:gd name="connsiteX47" fmla="*/ 180185 w 2492579"/>
                <a:gd name="connsiteY47" fmla="*/ 1304699 h 3466112"/>
                <a:gd name="connsiteX48" fmla="*/ 121941 w 2492579"/>
                <a:gd name="connsiteY48" fmla="*/ 1202311 h 3466112"/>
                <a:gd name="connsiteX49" fmla="*/ 37512 w 2492579"/>
                <a:gd name="connsiteY49" fmla="*/ 1181833 h 3466112"/>
                <a:gd name="connsiteX50" fmla="*/ 148126 w 2492579"/>
                <a:gd name="connsiteY50" fmla="*/ 1073569 h 3466112"/>
                <a:gd name="connsiteX51" fmla="*/ 185976 w 2492579"/>
                <a:gd name="connsiteY51" fmla="*/ 1058966 h 3466112"/>
                <a:gd name="connsiteX52" fmla="*/ 203432 w 2492579"/>
                <a:gd name="connsiteY52" fmla="*/ 1058966 h 3466112"/>
                <a:gd name="connsiteX53" fmla="*/ 281986 w 2492579"/>
                <a:gd name="connsiteY53" fmla="*/ 1076507 h 3466112"/>
                <a:gd name="connsiteX54" fmla="*/ 369269 w 2492579"/>
                <a:gd name="connsiteY54" fmla="*/ 1096984 h 3466112"/>
                <a:gd name="connsiteX55" fmla="*/ 424575 w 2492579"/>
                <a:gd name="connsiteY55" fmla="*/ 1096984 h 3466112"/>
                <a:gd name="connsiteX56" fmla="*/ 439094 w 2492579"/>
                <a:gd name="connsiteY56" fmla="*/ 1088172 h 3466112"/>
                <a:gd name="connsiteX57" fmla="*/ 439094 w 2492579"/>
                <a:gd name="connsiteY57" fmla="*/ 1073569 h 3466112"/>
                <a:gd name="connsiteX58" fmla="*/ 433304 w 2492579"/>
                <a:gd name="connsiteY58" fmla="*/ 1029676 h 3466112"/>
                <a:gd name="connsiteX59" fmla="*/ 442032 w 2492579"/>
                <a:gd name="connsiteY59" fmla="*/ 892123 h 3466112"/>
                <a:gd name="connsiteX60" fmla="*/ 471154 w 2492579"/>
                <a:gd name="connsiteY60" fmla="*/ 274769 h 3466112"/>
                <a:gd name="connsiteX61" fmla="*/ 415847 w 2492579"/>
                <a:gd name="connsiteY61" fmla="*/ 245479 h 3466112"/>
                <a:gd name="connsiteX62" fmla="*/ 377997 w 2492579"/>
                <a:gd name="connsiteY62" fmla="*/ 216189 h 3466112"/>
                <a:gd name="connsiteX63" fmla="*/ 363478 w 2492579"/>
                <a:gd name="connsiteY63" fmla="*/ 195711 h 3466112"/>
                <a:gd name="connsiteX64" fmla="*/ 354750 w 2492579"/>
                <a:gd name="connsiteY64" fmla="*/ 181108 h 3466112"/>
                <a:gd name="connsiteX65" fmla="*/ 354750 w 2492579"/>
                <a:gd name="connsiteY65" fmla="*/ 157693 h 3466112"/>
                <a:gd name="connsiteX66" fmla="*/ 395537 w 2492579"/>
                <a:gd name="connsiteY66" fmla="*/ 52367 h 3466112"/>
                <a:gd name="connsiteX67" fmla="*/ 442116 w 2492579"/>
                <a:gd name="connsiteY67" fmla="*/ 37764 h 3466112"/>
                <a:gd name="connsiteX68" fmla="*/ 520670 w 2492579"/>
                <a:gd name="connsiteY68" fmla="*/ 28952 h 3466112"/>
                <a:gd name="connsiteX69" fmla="*/ 552645 w 2492579"/>
                <a:gd name="connsiteY69" fmla="*/ 5537 h 3466112"/>
                <a:gd name="connsiteX70" fmla="*/ 613743 w 2492579"/>
                <a:gd name="connsiteY70" fmla="*/ 5537 h 3466112"/>
                <a:gd name="connsiteX71" fmla="*/ 639927 w 2492579"/>
                <a:gd name="connsiteY71" fmla="*/ 28952 h 3466112"/>
                <a:gd name="connsiteX72" fmla="*/ 674840 w 2492579"/>
                <a:gd name="connsiteY72" fmla="*/ 31889 h 3466112"/>
                <a:gd name="connsiteX73" fmla="*/ 703962 w 2492579"/>
                <a:gd name="connsiteY73" fmla="*/ 40701 h 3466112"/>
                <a:gd name="connsiteX74" fmla="*/ 753478 w 2492579"/>
                <a:gd name="connsiteY74" fmla="*/ 40701 h 3466112"/>
                <a:gd name="connsiteX75" fmla="*/ 788391 w 2492579"/>
                <a:gd name="connsiteY75" fmla="*/ 40701 h 3466112"/>
                <a:gd name="connsiteX76" fmla="*/ 840761 w 2492579"/>
                <a:gd name="connsiteY76" fmla="*/ 40701 h 3466112"/>
                <a:gd name="connsiteX77" fmla="*/ 855280 w 2492579"/>
                <a:gd name="connsiteY77" fmla="*/ 55304 h 3466112"/>
                <a:gd name="connsiteX78" fmla="*/ 849489 w 2492579"/>
                <a:gd name="connsiteY78" fmla="*/ 93322 h 3466112"/>
                <a:gd name="connsiteX79" fmla="*/ 832032 w 2492579"/>
                <a:gd name="connsiteY79" fmla="*/ 119675 h 3466112"/>
                <a:gd name="connsiteX80" fmla="*/ 823304 w 2492579"/>
                <a:gd name="connsiteY80" fmla="*/ 157693 h 3466112"/>
                <a:gd name="connsiteX81" fmla="*/ 826241 w 2492579"/>
                <a:gd name="connsiteY81" fmla="*/ 204523 h 3466112"/>
                <a:gd name="connsiteX82" fmla="*/ 840761 w 2492579"/>
                <a:gd name="connsiteY82" fmla="*/ 236667 h 3466112"/>
                <a:gd name="connsiteX83" fmla="*/ 864008 w 2492579"/>
                <a:gd name="connsiteY83" fmla="*/ 260082 h 3466112"/>
                <a:gd name="connsiteX84" fmla="*/ 887255 w 2492579"/>
                <a:gd name="connsiteY84" fmla="*/ 529230 h 3466112"/>
                <a:gd name="connsiteX85" fmla="*/ 916377 w 2492579"/>
                <a:gd name="connsiteY85" fmla="*/ 529230 h 3466112"/>
                <a:gd name="connsiteX86" fmla="*/ 930896 w 2492579"/>
                <a:gd name="connsiteY86" fmla="*/ 517564 h 3466112"/>
                <a:gd name="connsiteX87" fmla="*/ 960018 w 2492579"/>
                <a:gd name="connsiteY87" fmla="*/ 517564 h 3466112"/>
                <a:gd name="connsiteX88" fmla="*/ 1026991 w 2492579"/>
                <a:gd name="connsiteY88" fmla="*/ 523439 h 3466112"/>
                <a:gd name="connsiteX89" fmla="*/ 1061904 w 2492579"/>
                <a:gd name="connsiteY89" fmla="*/ 546854 h 3466112"/>
                <a:gd name="connsiteX90" fmla="*/ 1099754 w 2492579"/>
                <a:gd name="connsiteY90" fmla="*/ 584873 h 3466112"/>
                <a:gd name="connsiteX91" fmla="*/ 1157998 w 2492579"/>
                <a:gd name="connsiteY91" fmla="*/ 602413 h 3466112"/>
                <a:gd name="connsiteX92" fmla="*/ 1210367 w 2492579"/>
                <a:gd name="connsiteY92" fmla="*/ 611225 h 3466112"/>
                <a:gd name="connsiteX93" fmla="*/ 1219096 w 2492579"/>
                <a:gd name="connsiteY93" fmla="*/ 640515 h 3466112"/>
                <a:gd name="connsiteX94" fmla="*/ 1259883 w 2492579"/>
                <a:gd name="connsiteY94" fmla="*/ 640515 h 3466112"/>
                <a:gd name="connsiteX95" fmla="*/ 1262821 w 2492579"/>
                <a:gd name="connsiteY95" fmla="*/ 622975 h 3466112"/>
                <a:gd name="connsiteX96" fmla="*/ 1286068 w 2492579"/>
                <a:gd name="connsiteY96" fmla="*/ 617100 h 3466112"/>
                <a:gd name="connsiteX97" fmla="*/ 1306462 w 2492579"/>
                <a:gd name="connsiteY97" fmla="*/ 631703 h 3466112"/>
                <a:gd name="connsiteX98" fmla="*/ 1306462 w 2492579"/>
                <a:gd name="connsiteY98" fmla="*/ 658055 h 3466112"/>
                <a:gd name="connsiteX99" fmla="*/ 1344312 w 2492579"/>
                <a:gd name="connsiteY99" fmla="*/ 672658 h 3466112"/>
                <a:gd name="connsiteX100" fmla="*/ 1402556 w 2492579"/>
                <a:gd name="connsiteY100" fmla="*/ 672658 h 3466112"/>
                <a:gd name="connsiteX101" fmla="*/ 1437469 w 2492579"/>
                <a:gd name="connsiteY101" fmla="*/ 663846 h 3466112"/>
                <a:gd name="connsiteX102" fmla="*/ 1481110 w 2492579"/>
                <a:gd name="connsiteY102" fmla="*/ 655034 h 3466112"/>
                <a:gd name="connsiteX103" fmla="*/ 1495629 w 2492579"/>
                <a:gd name="connsiteY103" fmla="*/ 663846 h 3466112"/>
                <a:gd name="connsiteX104" fmla="*/ 1518876 w 2492579"/>
                <a:gd name="connsiteY104" fmla="*/ 672658 h 3466112"/>
                <a:gd name="connsiteX105" fmla="*/ 1545061 w 2492579"/>
                <a:gd name="connsiteY105" fmla="*/ 658055 h 3466112"/>
                <a:gd name="connsiteX106" fmla="*/ 1553789 w 2492579"/>
                <a:gd name="connsiteY106" fmla="*/ 649243 h 3466112"/>
                <a:gd name="connsiteX107" fmla="*/ 1579974 w 2492579"/>
                <a:gd name="connsiteY107" fmla="*/ 649243 h 3466112"/>
                <a:gd name="connsiteX108" fmla="*/ 1594493 w 2492579"/>
                <a:gd name="connsiteY108" fmla="*/ 663846 h 3466112"/>
                <a:gd name="connsiteX109" fmla="*/ 1623615 w 2492579"/>
                <a:gd name="connsiteY109" fmla="*/ 663846 h 3466112"/>
                <a:gd name="connsiteX110" fmla="*/ 1632343 w 2492579"/>
                <a:gd name="connsiteY110" fmla="*/ 649243 h 3466112"/>
                <a:gd name="connsiteX111" fmla="*/ 1664319 w 2492579"/>
                <a:gd name="connsiteY111" fmla="*/ 634640 h 3466112"/>
                <a:gd name="connsiteX112" fmla="*/ 1713835 w 2492579"/>
                <a:gd name="connsiteY112" fmla="*/ 625828 h 3466112"/>
                <a:gd name="connsiteX113" fmla="*/ 1745810 w 2492579"/>
                <a:gd name="connsiteY113" fmla="*/ 617016 h 3466112"/>
                <a:gd name="connsiteX114" fmla="*/ 1766204 w 2492579"/>
                <a:gd name="connsiteY114" fmla="*/ 602413 h 3466112"/>
                <a:gd name="connsiteX115" fmla="*/ 1792389 w 2492579"/>
                <a:gd name="connsiteY115" fmla="*/ 584873 h 3466112"/>
                <a:gd name="connsiteX116" fmla="*/ 1824364 w 2492579"/>
                <a:gd name="connsiteY116" fmla="*/ 584873 h 3466112"/>
                <a:gd name="connsiteX117" fmla="*/ 1847612 w 2492579"/>
                <a:gd name="connsiteY117" fmla="*/ 599476 h 3466112"/>
                <a:gd name="connsiteX118" fmla="*/ 1888399 w 2492579"/>
                <a:gd name="connsiteY118" fmla="*/ 599476 h 3466112"/>
                <a:gd name="connsiteX119" fmla="*/ 1908793 w 2492579"/>
                <a:gd name="connsiteY119" fmla="*/ 587810 h 3466112"/>
                <a:gd name="connsiteX120" fmla="*/ 1934978 w 2492579"/>
                <a:gd name="connsiteY120" fmla="*/ 564395 h 3466112"/>
                <a:gd name="connsiteX121" fmla="*/ 2071776 w 2492579"/>
                <a:gd name="connsiteY121" fmla="*/ 529314 h 3466112"/>
                <a:gd name="connsiteX122" fmla="*/ 2191118 w 2492579"/>
                <a:gd name="connsiteY122" fmla="*/ 502961 h 3466112"/>
                <a:gd name="connsiteX123" fmla="*/ 2226031 w 2492579"/>
                <a:gd name="connsiteY123" fmla="*/ 508836 h 3466112"/>
                <a:gd name="connsiteX124" fmla="*/ 2234759 w 2492579"/>
                <a:gd name="connsiteY124" fmla="*/ 523439 h 3466112"/>
                <a:gd name="connsiteX125" fmla="*/ 2243487 w 2492579"/>
                <a:gd name="connsiteY125" fmla="*/ 561457 h 3466112"/>
                <a:gd name="connsiteX126" fmla="*/ 2324978 w 2492579"/>
                <a:gd name="connsiteY126" fmla="*/ 646306 h 3466112"/>
                <a:gd name="connsiteX127" fmla="*/ 2339497 w 2492579"/>
                <a:gd name="connsiteY127" fmla="*/ 672658 h 3466112"/>
                <a:gd name="connsiteX128" fmla="*/ 2365682 w 2492579"/>
                <a:gd name="connsiteY128" fmla="*/ 789734 h 3466112"/>
                <a:gd name="connsiteX129" fmla="*/ 2394804 w 2492579"/>
                <a:gd name="connsiteY129" fmla="*/ 1012136 h 3466112"/>
                <a:gd name="connsiteX130" fmla="*/ 2260943 w 2492579"/>
                <a:gd name="connsiteY130" fmla="*/ 1099922 h 3466112"/>
                <a:gd name="connsiteX131" fmla="*/ 2266734 w 2492579"/>
                <a:gd name="connsiteY131" fmla="*/ 1123337 h 3466112"/>
                <a:gd name="connsiteX132" fmla="*/ 2292919 w 2492579"/>
                <a:gd name="connsiteY132" fmla="*/ 1140877 h 3466112"/>
                <a:gd name="connsiteX133" fmla="*/ 2292919 w 2492579"/>
                <a:gd name="connsiteY133" fmla="*/ 1187707 h 3466112"/>
                <a:gd name="connsiteX134" fmla="*/ 2380201 w 2492579"/>
                <a:gd name="connsiteY134" fmla="*/ 1369154 h 3466112"/>
                <a:gd name="connsiteX135" fmla="*/ 2388929 w 2492579"/>
                <a:gd name="connsiteY135" fmla="*/ 1518373 h 3466112"/>
                <a:gd name="connsiteX136" fmla="*/ 2493752 w 2492579"/>
                <a:gd name="connsiteY136" fmla="*/ 1714422 h 3466112"/>
                <a:gd name="connsiteX137" fmla="*/ 2493752 w 2492579"/>
                <a:gd name="connsiteY137" fmla="*/ 1714422 h 346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2492579" h="3466112">
                  <a:moveTo>
                    <a:pt x="2494340" y="1714254"/>
                  </a:moveTo>
                  <a:cubicBezTo>
                    <a:pt x="2494340" y="1714254"/>
                    <a:pt x="2494340" y="1717192"/>
                    <a:pt x="2491402" y="1717192"/>
                  </a:cubicBezTo>
                  <a:cubicBezTo>
                    <a:pt x="2404120" y="1790375"/>
                    <a:pt x="2319691" y="1863474"/>
                    <a:pt x="2319691" y="1863474"/>
                  </a:cubicBezTo>
                  <a:lnTo>
                    <a:pt x="2316754" y="1863474"/>
                  </a:lnTo>
                  <a:cubicBezTo>
                    <a:pt x="2316754" y="1863474"/>
                    <a:pt x="2308025" y="1869348"/>
                    <a:pt x="2299297" y="1872286"/>
                  </a:cubicBezTo>
                  <a:cubicBezTo>
                    <a:pt x="2293506" y="1875223"/>
                    <a:pt x="2290569" y="1878160"/>
                    <a:pt x="2287632" y="1878160"/>
                  </a:cubicBezTo>
                  <a:cubicBezTo>
                    <a:pt x="2255656" y="1895701"/>
                    <a:pt x="2209078" y="1919116"/>
                    <a:pt x="2174081" y="1933719"/>
                  </a:cubicBezTo>
                  <a:cubicBezTo>
                    <a:pt x="2156624" y="1942531"/>
                    <a:pt x="2142105" y="1948322"/>
                    <a:pt x="2133293" y="1951259"/>
                  </a:cubicBezTo>
                  <a:lnTo>
                    <a:pt x="2133293" y="1954197"/>
                  </a:lnTo>
                  <a:cubicBezTo>
                    <a:pt x="2130356" y="1954197"/>
                    <a:pt x="2127502" y="1954197"/>
                    <a:pt x="2124565" y="1957134"/>
                  </a:cubicBezTo>
                  <a:cubicBezTo>
                    <a:pt x="2124565" y="1957134"/>
                    <a:pt x="2121628" y="1957134"/>
                    <a:pt x="2121628" y="1960071"/>
                  </a:cubicBezTo>
                  <a:lnTo>
                    <a:pt x="2118690" y="1960071"/>
                  </a:lnTo>
                  <a:cubicBezTo>
                    <a:pt x="2112899" y="1963009"/>
                    <a:pt x="2104171" y="1965946"/>
                    <a:pt x="2095443" y="1971737"/>
                  </a:cubicBezTo>
                  <a:lnTo>
                    <a:pt x="2095443" y="1971737"/>
                  </a:lnTo>
                  <a:cubicBezTo>
                    <a:pt x="2028471" y="2003964"/>
                    <a:pt x="1900401" y="2068335"/>
                    <a:pt x="1888819" y="2077063"/>
                  </a:cubicBezTo>
                  <a:cubicBezTo>
                    <a:pt x="1874300" y="2082938"/>
                    <a:pt x="1798599" y="2138497"/>
                    <a:pt x="1757812" y="2173661"/>
                  </a:cubicBezTo>
                  <a:lnTo>
                    <a:pt x="1754874" y="2173661"/>
                  </a:lnTo>
                  <a:cubicBezTo>
                    <a:pt x="1751937" y="2176599"/>
                    <a:pt x="1746146" y="2182473"/>
                    <a:pt x="1743209" y="2185327"/>
                  </a:cubicBezTo>
                  <a:cubicBezTo>
                    <a:pt x="1740271" y="2185327"/>
                    <a:pt x="1740271" y="2188264"/>
                    <a:pt x="1737418" y="2188264"/>
                  </a:cubicBezTo>
                  <a:cubicBezTo>
                    <a:pt x="1731627" y="2191202"/>
                    <a:pt x="1728690" y="2194139"/>
                    <a:pt x="1728690" y="2197077"/>
                  </a:cubicBezTo>
                  <a:cubicBezTo>
                    <a:pt x="1711233" y="2208742"/>
                    <a:pt x="1513337" y="2340421"/>
                    <a:pt x="1507463" y="2346296"/>
                  </a:cubicBezTo>
                  <a:cubicBezTo>
                    <a:pt x="1498734" y="2355108"/>
                    <a:pt x="1318295" y="2445747"/>
                    <a:pt x="1294964" y="2460434"/>
                  </a:cubicBezTo>
                  <a:cubicBezTo>
                    <a:pt x="1271717" y="2472099"/>
                    <a:pt x="1149438" y="2618465"/>
                    <a:pt x="1149438" y="2618465"/>
                  </a:cubicBezTo>
                  <a:cubicBezTo>
                    <a:pt x="1149438" y="2618465"/>
                    <a:pt x="989392" y="2732603"/>
                    <a:pt x="971852" y="2741331"/>
                  </a:cubicBezTo>
                  <a:cubicBezTo>
                    <a:pt x="948604" y="2752997"/>
                    <a:pt x="756500" y="2843720"/>
                    <a:pt x="736106" y="2864198"/>
                  </a:cubicBezTo>
                  <a:cubicBezTo>
                    <a:pt x="718649" y="2887613"/>
                    <a:pt x="622555" y="3001751"/>
                    <a:pt x="608036" y="3016355"/>
                  </a:cubicBezTo>
                  <a:cubicBezTo>
                    <a:pt x="593517" y="3030958"/>
                    <a:pt x="110275" y="3446471"/>
                    <a:pt x="110275" y="3446471"/>
                  </a:cubicBezTo>
                  <a:lnTo>
                    <a:pt x="54969" y="3464012"/>
                  </a:lnTo>
                  <a:cubicBezTo>
                    <a:pt x="49178" y="3458137"/>
                    <a:pt x="46240" y="3455200"/>
                    <a:pt x="37512" y="3449409"/>
                  </a:cubicBezTo>
                  <a:lnTo>
                    <a:pt x="5537" y="3373372"/>
                  </a:lnTo>
                  <a:lnTo>
                    <a:pt x="5537" y="3355832"/>
                  </a:lnTo>
                  <a:lnTo>
                    <a:pt x="116150" y="3250506"/>
                  </a:lnTo>
                  <a:lnTo>
                    <a:pt x="264614" y="3107162"/>
                  </a:lnTo>
                  <a:lnTo>
                    <a:pt x="343168" y="3033979"/>
                  </a:lnTo>
                  <a:lnTo>
                    <a:pt x="401412" y="2978420"/>
                  </a:lnTo>
                  <a:cubicBezTo>
                    <a:pt x="401412" y="2978420"/>
                    <a:pt x="410140" y="2963817"/>
                    <a:pt x="415931" y="2952068"/>
                  </a:cubicBezTo>
                  <a:cubicBezTo>
                    <a:pt x="415931" y="2949130"/>
                    <a:pt x="410140" y="2934528"/>
                    <a:pt x="410140" y="2934528"/>
                  </a:cubicBezTo>
                  <a:lnTo>
                    <a:pt x="372290" y="2925715"/>
                  </a:lnTo>
                  <a:lnTo>
                    <a:pt x="337377" y="2916903"/>
                  </a:lnTo>
                  <a:lnTo>
                    <a:pt x="319921" y="2896425"/>
                  </a:lnTo>
                  <a:lnTo>
                    <a:pt x="285008" y="2832055"/>
                  </a:lnTo>
                  <a:lnTo>
                    <a:pt x="258823" y="2501389"/>
                  </a:lnTo>
                  <a:lnTo>
                    <a:pt x="258823" y="2208826"/>
                  </a:lnTo>
                  <a:lnTo>
                    <a:pt x="253032" y="1995236"/>
                  </a:lnTo>
                  <a:lnTo>
                    <a:pt x="258823" y="1790459"/>
                  </a:lnTo>
                  <a:lnTo>
                    <a:pt x="258823" y="1503686"/>
                  </a:lnTo>
                  <a:lnTo>
                    <a:pt x="238429" y="1398360"/>
                  </a:lnTo>
                  <a:lnTo>
                    <a:pt x="180185" y="1304699"/>
                  </a:lnTo>
                  <a:lnTo>
                    <a:pt x="121941" y="1202311"/>
                  </a:lnTo>
                  <a:lnTo>
                    <a:pt x="37512" y="1181833"/>
                  </a:lnTo>
                  <a:lnTo>
                    <a:pt x="148126" y="1073569"/>
                  </a:lnTo>
                  <a:cubicBezTo>
                    <a:pt x="148126" y="1073569"/>
                    <a:pt x="180101" y="1058966"/>
                    <a:pt x="185976" y="1058966"/>
                  </a:cubicBezTo>
                  <a:lnTo>
                    <a:pt x="203432" y="1058966"/>
                  </a:lnTo>
                  <a:lnTo>
                    <a:pt x="281986" y="1076507"/>
                  </a:lnTo>
                  <a:lnTo>
                    <a:pt x="369269" y="1096984"/>
                  </a:lnTo>
                  <a:lnTo>
                    <a:pt x="424575" y="1096984"/>
                  </a:lnTo>
                  <a:lnTo>
                    <a:pt x="439094" y="1088172"/>
                  </a:lnTo>
                  <a:lnTo>
                    <a:pt x="439094" y="1073569"/>
                  </a:lnTo>
                  <a:lnTo>
                    <a:pt x="433304" y="1029676"/>
                  </a:lnTo>
                  <a:lnTo>
                    <a:pt x="442032" y="892123"/>
                  </a:lnTo>
                  <a:lnTo>
                    <a:pt x="471154" y="274769"/>
                  </a:lnTo>
                  <a:lnTo>
                    <a:pt x="415847" y="245479"/>
                  </a:lnTo>
                  <a:lnTo>
                    <a:pt x="377997" y="216189"/>
                  </a:lnTo>
                  <a:lnTo>
                    <a:pt x="363478" y="195711"/>
                  </a:lnTo>
                  <a:lnTo>
                    <a:pt x="354750" y="181108"/>
                  </a:lnTo>
                  <a:lnTo>
                    <a:pt x="354750" y="157693"/>
                  </a:lnTo>
                  <a:cubicBezTo>
                    <a:pt x="354750" y="157693"/>
                    <a:pt x="395537" y="55304"/>
                    <a:pt x="395537" y="52367"/>
                  </a:cubicBezTo>
                  <a:cubicBezTo>
                    <a:pt x="401328" y="46492"/>
                    <a:pt x="439178" y="37764"/>
                    <a:pt x="442116" y="37764"/>
                  </a:cubicBezTo>
                  <a:cubicBezTo>
                    <a:pt x="447907" y="37764"/>
                    <a:pt x="520670" y="28952"/>
                    <a:pt x="520670" y="28952"/>
                  </a:cubicBezTo>
                  <a:lnTo>
                    <a:pt x="552645" y="5537"/>
                  </a:lnTo>
                  <a:lnTo>
                    <a:pt x="613743" y="5537"/>
                  </a:lnTo>
                  <a:lnTo>
                    <a:pt x="639927" y="28952"/>
                  </a:lnTo>
                  <a:cubicBezTo>
                    <a:pt x="639927" y="28952"/>
                    <a:pt x="671903" y="31889"/>
                    <a:pt x="674840" y="31889"/>
                  </a:cubicBezTo>
                  <a:cubicBezTo>
                    <a:pt x="680631" y="37764"/>
                    <a:pt x="703962" y="40701"/>
                    <a:pt x="703962" y="40701"/>
                  </a:cubicBezTo>
                  <a:cubicBezTo>
                    <a:pt x="703962" y="40701"/>
                    <a:pt x="741813" y="46576"/>
                    <a:pt x="753478" y="40701"/>
                  </a:cubicBezTo>
                  <a:lnTo>
                    <a:pt x="788391" y="40701"/>
                  </a:lnTo>
                  <a:cubicBezTo>
                    <a:pt x="797119" y="46576"/>
                    <a:pt x="840761" y="40701"/>
                    <a:pt x="840761" y="40701"/>
                  </a:cubicBezTo>
                  <a:lnTo>
                    <a:pt x="855280" y="55304"/>
                  </a:lnTo>
                  <a:cubicBezTo>
                    <a:pt x="855280" y="55304"/>
                    <a:pt x="855280" y="84594"/>
                    <a:pt x="849489" y="93322"/>
                  </a:cubicBezTo>
                  <a:cubicBezTo>
                    <a:pt x="849489" y="102135"/>
                    <a:pt x="832032" y="119675"/>
                    <a:pt x="832032" y="119675"/>
                  </a:cubicBezTo>
                  <a:cubicBezTo>
                    <a:pt x="832032" y="119675"/>
                    <a:pt x="823304" y="154756"/>
                    <a:pt x="823304" y="157693"/>
                  </a:cubicBezTo>
                  <a:cubicBezTo>
                    <a:pt x="823304" y="163568"/>
                    <a:pt x="826241" y="204523"/>
                    <a:pt x="826241" y="204523"/>
                  </a:cubicBezTo>
                  <a:lnTo>
                    <a:pt x="840761" y="236667"/>
                  </a:lnTo>
                  <a:lnTo>
                    <a:pt x="864008" y="260082"/>
                  </a:lnTo>
                  <a:lnTo>
                    <a:pt x="887255" y="529230"/>
                  </a:lnTo>
                  <a:lnTo>
                    <a:pt x="916377" y="529230"/>
                  </a:lnTo>
                  <a:lnTo>
                    <a:pt x="930896" y="517564"/>
                  </a:lnTo>
                  <a:lnTo>
                    <a:pt x="960018" y="517564"/>
                  </a:lnTo>
                  <a:lnTo>
                    <a:pt x="1026991" y="523439"/>
                  </a:lnTo>
                  <a:lnTo>
                    <a:pt x="1061904" y="546854"/>
                  </a:lnTo>
                  <a:lnTo>
                    <a:pt x="1099754" y="584873"/>
                  </a:lnTo>
                  <a:lnTo>
                    <a:pt x="1157998" y="602413"/>
                  </a:lnTo>
                  <a:lnTo>
                    <a:pt x="1210367" y="611225"/>
                  </a:lnTo>
                  <a:lnTo>
                    <a:pt x="1219096" y="640515"/>
                  </a:lnTo>
                  <a:lnTo>
                    <a:pt x="1259883" y="640515"/>
                  </a:lnTo>
                  <a:cubicBezTo>
                    <a:pt x="1259883" y="640515"/>
                    <a:pt x="1262821" y="631703"/>
                    <a:pt x="1262821" y="622975"/>
                  </a:cubicBezTo>
                  <a:cubicBezTo>
                    <a:pt x="1268611" y="617100"/>
                    <a:pt x="1286068" y="617100"/>
                    <a:pt x="1286068" y="617100"/>
                  </a:cubicBezTo>
                  <a:lnTo>
                    <a:pt x="1306462" y="631703"/>
                  </a:lnTo>
                  <a:lnTo>
                    <a:pt x="1306462" y="658055"/>
                  </a:lnTo>
                  <a:lnTo>
                    <a:pt x="1344312" y="672658"/>
                  </a:lnTo>
                  <a:lnTo>
                    <a:pt x="1402556" y="672658"/>
                  </a:lnTo>
                  <a:cubicBezTo>
                    <a:pt x="1411284" y="669721"/>
                    <a:pt x="1425803" y="663846"/>
                    <a:pt x="1437469" y="663846"/>
                  </a:cubicBezTo>
                  <a:cubicBezTo>
                    <a:pt x="1449135" y="657971"/>
                    <a:pt x="1466591" y="655034"/>
                    <a:pt x="1481110" y="655034"/>
                  </a:cubicBezTo>
                  <a:cubicBezTo>
                    <a:pt x="1489838" y="655034"/>
                    <a:pt x="1495629" y="663846"/>
                    <a:pt x="1495629" y="663846"/>
                  </a:cubicBezTo>
                  <a:lnTo>
                    <a:pt x="1518876" y="672658"/>
                  </a:lnTo>
                  <a:cubicBezTo>
                    <a:pt x="1518876" y="672658"/>
                    <a:pt x="1536333" y="663846"/>
                    <a:pt x="1545061" y="658055"/>
                  </a:cubicBezTo>
                  <a:lnTo>
                    <a:pt x="1553789" y="649243"/>
                  </a:lnTo>
                  <a:lnTo>
                    <a:pt x="1579974" y="649243"/>
                  </a:lnTo>
                  <a:lnTo>
                    <a:pt x="1594493" y="663846"/>
                  </a:lnTo>
                  <a:lnTo>
                    <a:pt x="1623615" y="663846"/>
                  </a:lnTo>
                  <a:lnTo>
                    <a:pt x="1632343" y="649243"/>
                  </a:lnTo>
                  <a:lnTo>
                    <a:pt x="1664319" y="634640"/>
                  </a:lnTo>
                  <a:cubicBezTo>
                    <a:pt x="1664319" y="634640"/>
                    <a:pt x="1702169" y="631703"/>
                    <a:pt x="1713835" y="625828"/>
                  </a:cubicBezTo>
                  <a:cubicBezTo>
                    <a:pt x="1722563" y="622891"/>
                    <a:pt x="1731291" y="622891"/>
                    <a:pt x="1745810" y="617016"/>
                  </a:cubicBezTo>
                  <a:cubicBezTo>
                    <a:pt x="1754539" y="611141"/>
                    <a:pt x="1766204" y="602413"/>
                    <a:pt x="1766204" y="602413"/>
                  </a:cubicBezTo>
                  <a:lnTo>
                    <a:pt x="1792389" y="584873"/>
                  </a:lnTo>
                  <a:lnTo>
                    <a:pt x="1824364" y="584873"/>
                  </a:lnTo>
                  <a:lnTo>
                    <a:pt x="1847612" y="599476"/>
                  </a:lnTo>
                  <a:lnTo>
                    <a:pt x="1888399" y="599476"/>
                  </a:lnTo>
                  <a:lnTo>
                    <a:pt x="1908793" y="587810"/>
                  </a:lnTo>
                  <a:lnTo>
                    <a:pt x="1934978" y="564395"/>
                  </a:lnTo>
                  <a:lnTo>
                    <a:pt x="2071776" y="529314"/>
                  </a:lnTo>
                  <a:lnTo>
                    <a:pt x="2191118" y="502961"/>
                  </a:lnTo>
                  <a:cubicBezTo>
                    <a:pt x="2191118" y="502961"/>
                    <a:pt x="2220240" y="508836"/>
                    <a:pt x="2226031" y="508836"/>
                  </a:cubicBezTo>
                  <a:cubicBezTo>
                    <a:pt x="2228968" y="508836"/>
                    <a:pt x="2234759" y="523439"/>
                    <a:pt x="2234759" y="523439"/>
                  </a:cubicBezTo>
                  <a:lnTo>
                    <a:pt x="2243487" y="561457"/>
                  </a:lnTo>
                  <a:lnTo>
                    <a:pt x="2324978" y="646306"/>
                  </a:lnTo>
                  <a:lnTo>
                    <a:pt x="2339497" y="672658"/>
                  </a:lnTo>
                  <a:lnTo>
                    <a:pt x="2365682" y="789734"/>
                  </a:lnTo>
                  <a:lnTo>
                    <a:pt x="2394804" y="1012136"/>
                  </a:lnTo>
                  <a:lnTo>
                    <a:pt x="2260943" y="1099922"/>
                  </a:lnTo>
                  <a:lnTo>
                    <a:pt x="2266734" y="1123337"/>
                  </a:lnTo>
                  <a:lnTo>
                    <a:pt x="2292919" y="1140877"/>
                  </a:lnTo>
                  <a:lnTo>
                    <a:pt x="2292919" y="1187707"/>
                  </a:lnTo>
                  <a:lnTo>
                    <a:pt x="2380201" y="1369154"/>
                  </a:lnTo>
                  <a:lnTo>
                    <a:pt x="2388929" y="1518373"/>
                  </a:lnTo>
                  <a:lnTo>
                    <a:pt x="2493752" y="1714422"/>
                  </a:lnTo>
                  <a:lnTo>
                    <a:pt x="2493752" y="1714422"/>
                  </a:lnTo>
                  <a:close/>
                </a:path>
              </a:pathLst>
            </a:custGeom>
            <a:solidFill>
              <a:srgbClr val="9D7539">
                <a:alpha val="70000"/>
              </a:srgbClr>
            </a:solidFill>
            <a:ln w="4738" cap="flat">
              <a:solidFill>
                <a:schemeClr val="bg1"/>
              </a:solid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latin typeface="Fund Light"/>
                <a:ea typeface="+mn-ea"/>
                <a:cs typeface="+mn-cs"/>
              </a:endParaRPr>
            </a:p>
          </p:txBody>
        </p:sp>
        <p:sp>
          <p:nvSpPr>
            <p:cNvPr id="118" name="Freeform: Shape 117">
              <a:extLst>
                <a:ext uri="{FF2B5EF4-FFF2-40B4-BE49-F238E27FC236}">
                  <a16:creationId xmlns:a16="http://schemas.microsoft.com/office/drawing/2014/main" id="{7884E8C7-8C9E-5579-00E6-CE91557F47C3}"/>
                </a:ext>
              </a:extLst>
            </p:cNvPr>
            <p:cNvSpPr/>
            <p:nvPr/>
          </p:nvSpPr>
          <p:spPr>
            <a:xfrm>
              <a:off x="6164907" y="2933673"/>
              <a:ext cx="1285565" cy="1392748"/>
            </a:xfrm>
            <a:custGeom>
              <a:avLst/>
              <a:gdLst>
                <a:gd name="connsiteX0" fmla="*/ 1574267 w 1577794"/>
                <a:gd name="connsiteY0" fmla="*/ 1555803 h 1703682"/>
                <a:gd name="connsiteX1" fmla="*/ 1574267 w 1577794"/>
                <a:gd name="connsiteY1" fmla="*/ 1617237 h 1703682"/>
                <a:gd name="connsiteX2" fmla="*/ 1571330 w 1577794"/>
                <a:gd name="connsiteY2" fmla="*/ 1617237 h 1703682"/>
                <a:gd name="connsiteX3" fmla="*/ 1076507 w 1577794"/>
                <a:gd name="connsiteY3" fmla="*/ 1605571 h 1703682"/>
                <a:gd name="connsiteX4" fmla="*/ 1053259 w 1577794"/>
                <a:gd name="connsiteY4" fmla="*/ 1631924 h 1703682"/>
                <a:gd name="connsiteX5" fmla="*/ 826241 w 1577794"/>
                <a:gd name="connsiteY5" fmla="*/ 1667004 h 1703682"/>
                <a:gd name="connsiteX6" fmla="*/ 802994 w 1577794"/>
                <a:gd name="connsiteY6" fmla="*/ 1678670 h 1703682"/>
                <a:gd name="connsiteX7" fmla="*/ 756416 w 1577794"/>
                <a:gd name="connsiteY7" fmla="*/ 1678670 h 1703682"/>
                <a:gd name="connsiteX8" fmla="*/ 721503 w 1577794"/>
                <a:gd name="connsiteY8" fmla="*/ 1690336 h 1703682"/>
                <a:gd name="connsiteX9" fmla="*/ 695318 w 1577794"/>
                <a:gd name="connsiteY9" fmla="*/ 1699148 h 1703682"/>
                <a:gd name="connsiteX10" fmla="*/ 648740 w 1577794"/>
                <a:gd name="connsiteY10" fmla="*/ 1678670 h 1703682"/>
                <a:gd name="connsiteX11" fmla="*/ 637074 w 1577794"/>
                <a:gd name="connsiteY11" fmla="*/ 1631840 h 1703682"/>
                <a:gd name="connsiteX12" fmla="*/ 660321 w 1577794"/>
                <a:gd name="connsiteY12" fmla="*/ 1631840 h 1703682"/>
                <a:gd name="connsiteX13" fmla="*/ 695234 w 1577794"/>
                <a:gd name="connsiteY13" fmla="*/ 1614300 h 1703682"/>
                <a:gd name="connsiteX14" fmla="*/ 695234 w 1577794"/>
                <a:gd name="connsiteY14" fmla="*/ 1579219 h 1703682"/>
                <a:gd name="connsiteX15" fmla="*/ 689443 w 1577794"/>
                <a:gd name="connsiteY15" fmla="*/ 1552866 h 1703682"/>
                <a:gd name="connsiteX16" fmla="*/ 671987 w 1577794"/>
                <a:gd name="connsiteY16" fmla="*/ 1552866 h 1703682"/>
                <a:gd name="connsiteX17" fmla="*/ 671987 w 1577794"/>
                <a:gd name="connsiteY17" fmla="*/ 1541200 h 1703682"/>
                <a:gd name="connsiteX18" fmla="*/ 648740 w 1577794"/>
                <a:gd name="connsiteY18" fmla="*/ 1520723 h 1703682"/>
                <a:gd name="connsiteX19" fmla="*/ 648740 w 1577794"/>
                <a:gd name="connsiteY19" fmla="*/ 1509057 h 1703682"/>
                <a:gd name="connsiteX20" fmla="*/ 660405 w 1577794"/>
                <a:gd name="connsiteY20" fmla="*/ 1497392 h 1703682"/>
                <a:gd name="connsiteX21" fmla="*/ 648740 w 1577794"/>
                <a:gd name="connsiteY21" fmla="*/ 1473976 h 1703682"/>
                <a:gd name="connsiteX22" fmla="*/ 648740 w 1577794"/>
                <a:gd name="connsiteY22" fmla="*/ 1438896 h 1703682"/>
                <a:gd name="connsiteX23" fmla="*/ 660405 w 1577794"/>
                <a:gd name="connsiteY23" fmla="*/ 1403815 h 1703682"/>
                <a:gd name="connsiteX24" fmla="*/ 672071 w 1577794"/>
                <a:gd name="connsiteY24" fmla="*/ 1395003 h 1703682"/>
                <a:gd name="connsiteX25" fmla="*/ 660405 w 1577794"/>
                <a:gd name="connsiteY25" fmla="*/ 1377462 h 1703682"/>
                <a:gd name="connsiteX26" fmla="*/ 672071 w 1577794"/>
                <a:gd name="connsiteY26" fmla="*/ 1342382 h 1703682"/>
                <a:gd name="connsiteX27" fmla="*/ 672071 w 1577794"/>
                <a:gd name="connsiteY27" fmla="*/ 1316029 h 1703682"/>
                <a:gd name="connsiteX28" fmla="*/ 625492 w 1577794"/>
                <a:gd name="connsiteY28" fmla="*/ 1304364 h 1703682"/>
                <a:gd name="connsiteX29" fmla="*/ 590579 w 1577794"/>
                <a:gd name="connsiteY29" fmla="*/ 1283886 h 1703682"/>
                <a:gd name="connsiteX30" fmla="*/ 590579 w 1577794"/>
                <a:gd name="connsiteY30" fmla="*/ 1257533 h 1703682"/>
                <a:gd name="connsiteX31" fmla="*/ 573123 w 1577794"/>
                <a:gd name="connsiteY31" fmla="*/ 1222453 h 1703682"/>
                <a:gd name="connsiteX32" fmla="*/ 558604 w 1577794"/>
                <a:gd name="connsiteY32" fmla="*/ 1199037 h 1703682"/>
                <a:gd name="connsiteX33" fmla="*/ 494569 w 1577794"/>
                <a:gd name="connsiteY33" fmla="*/ 1199037 h 1703682"/>
                <a:gd name="connsiteX34" fmla="*/ 494569 w 1577794"/>
                <a:gd name="connsiteY34" fmla="*/ 1172685 h 1703682"/>
                <a:gd name="connsiteX35" fmla="*/ 459656 w 1577794"/>
                <a:gd name="connsiteY35" fmla="*/ 1172685 h 1703682"/>
                <a:gd name="connsiteX36" fmla="*/ 447990 w 1577794"/>
                <a:gd name="connsiteY36" fmla="*/ 1187288 h 1703682"/>
                <a:gd name="connsiteX37" fmla="*/ 430534 w 1577794"/>
                <a:gd name="connsiteY37" fmla="*/ 1198953 h 1703682"/>
                <a:gd name="connsiteX38" fmla="*/ 360708 w 1577794"/>
                <a:gd name="connsiteY38" fmla="*/ 1198953 h 1703682"/>
                <a:gd name="connsiteX39" fmla="*/ 325795 w 1577794"/>
                <a:gd name="connsiteY39" fmla="*/ 994176 h 1703682"/>
                <a:gd name="connsiteX40" fmla="*/ 360708 w 1577794"/>
                <a:gd name="connsiteY40" fmla="*/ 1005841 h 1703682"/>
                <a:gd name="connsiteX41" fmla="*/ 383955 w 1577794"/>
                <a:gd name="connsiteY41" fmla="*/ 1005841 h 1703682"/>
                <a:gd name="connsiteX42" fmla="*/ 395621 w 1577794"/>
                <a:gd name="connsiteY42" fmla="*/ 982426 h 1703682"/>
                <a:gd name="connsiteX43" fmla="*/ 98694 w 1577794"/>
                <a:gd name="connsiteY43" fmla="*/ 587558 h 1703682"/>
                <a:gd name="connsiteX44" fmla="*/ 52115 w 1577794"/>
                <a:gd name="connsiteY44" fmla="*/ 572955 h 1703682"/>
                <a:gd name="connsiteX45" fmla="*/ 22993 w 1577794"/>
                <a:gd name="connsiteY45" fmla="*/ 508584 h 1703682"/>
                <a:gd name="connsiteX46" fmla="*/ 20056 w 1577794"/>
                <a:gd name="connsiteY46" fmla="*/ 502710 h 1703682"/>
                <a:gd name="connsiteX47" fmla="*/ 5537 w 1577794"/>
                <a:gd name="connsiteY47" fmla="*/ 470566 h 1703682"/>
                <a:gd name="connsiteX48" fmla="*/ 8474 w 1577794"/>
                <a:gd name="connsiteY48" fmla="*/ 470566 h 1703682"/>
                <a:gd name="connsiteX49" fmla="*/ 145272 w 1577794"/>
                <a:gd name="connsiteY49" fmla="*/ 359449 h 1703682"/>
                <a:gd name="connsiteX50" fmla="*/ 349043 w 1577794"/>
                <a:gd name="connsiteY50" fmla="*/ 274601 h 1703682"/>
                <a:gd name="connsiteX51" fmla="*/ 593517 w 1577794"/>
                <a:gd name="connsiteY51" fmla="*/ 61095 h 1703682"/>
                <a:gd name="connsiteX52" fmla="*/ 640095 w 1577794"/>
                <a:gd name="connsiteY52" fmla="*/ 5537 h 1703682"/>
                <a:gd name="connsiteX53" fmla="*/ 730315 w 1577794"/>
                <a:gd name="connsiteY53" fmla="*/ 55220 h 1703682"/>
                <a:gd name="connsiteX54" fmla="*/ 733252 w 1577794"/>
                <a:gd name="connsiteY54" fmla="*/ 55220 h 1703682"/>
                <a:gd name="connsiteX55" fmla="*/ 771103 w 1577794"/>
                <a:gd name="connsiteY55" fmla="*/ 78635 h 1703682"/>
                <a:gd name="connsiteX56" fmla="*/ 776893 w 1577794"/>
                <a:gd name="connsiteY56" fmla="*/ 81573 h 1703682"/>
                <a:gd name="connsiteX57" fmla="*/ 776893 w 1577794"/>
                <a:gd name="connsiteY57" fmla="*/ 84510 h 1703682"/>
                <a:gd name="connsiteX58" fmla="*/ 899173 w 1577794"/>
                <a:gd name="connsiteY58" fmla="*/ 151818 h 1703682"/>
                <a:gd name="connsiteX59" fmla="*/ 899173 w 1577794"/>
                <a:gd name="connsiteY59" fmla="*/ 151818 h 1703682"/>
                <a:gd name="connsiteX60" fmla="*/ 910838 w 1577794"/>
                <a:gd name="connsiteY60" fmla="*/ 160630 h 1703682"/>
                <a:gd name="connsiteX61" fmla="*/ 916629 w 1577794"/>
                <a:gd name="connsiteY61" fmla="*/ 163568 h 1703682"/>
                <a:gd name="connsiteX62" fmla="*/ 922420 w 1577794"/>
                <a:gd name="connsiteY62" fmla="*/ 169443 h 1703682"/>
                <a:gd name="connsiteX63" fmla="*/ 939876 w 1577794"/>
                <a:gd name="connsiteY63" fmla="*/ 178255 h 1703682"/>
                <a:gd name="connsiteX64" fmla="*/ 939876 w 1577794"/>
                <a:gd name="connsiteY64" fmla="*/ 178255 h 1703682"/>
                <a:gd name="connsiteX65" fmla="*/ 963124 w 1577794"/>
                <a:gd name="connsiteY65" fmla="*/ 192858 h 1703682"/>
                <a:gd name="connsiteX66" fmla="*/ 977643 w 1577794"/>
                <a:gd name="connsiteY66" fmla="*/ 201670 h 1703682"/>
                <a:gd name="connsiteX67" fmla="*/ 1015493 w 1577794"/>
                <a:gd name="connsiteY67" fmla="*/ 233813 h 1703682"/>
                <a:gd name="connsiteX68" fmla="*/ 1070800 w 1577794"/>
                <a:gd name="connsiteY68" fmla="*/ 295246 h 1703682"/>
                <a:gd name="connsiteX69" fmla="*/ 1073737 w 1577794"/>
                <a:gd name="connsiteY69" fmla="*/ 298184 h 1703682"/>
                <a:gd name="connsiteX70" fmla="*/ 1079528 w 1577794"/>
                <a:gd name="connsiteY70" fmla="*/ 306996 h 1703682"/>
                <a:gd name="connsiteX71" fmla="*/ 1094047 w 1577794"/>
                <a:gd name="connsiteY71" fmla="*/ 324536 h 1703682"/>
                <a:gd name="connsiteX72" fmla="*/ 1096984 w 1577794"/>
                <a:gd name="connsiteY72" fmla="*/ 327474 h 1703682"/>
                <a:gd name="connsiteX73" fmla="*/ 1105713 w 1577794"/>
                <a:gd name="connsiteY73" fmla="*/ 339139 h 1703682"/>
                <a:gd name="connsiteX74" fmla="*/ 1111503 w 1577794"/>
                <a:gd name="connsiteY74" fmla="*/ 347951 h 1703682"/>
                <a:gd name="connsiteX75" fmla="*/ 1257030 w 1577794"/>
                <a:gd name="connsiteY75" fmla="*/ 564395 h 1703682"/>
                <a:gd name="connsiteX76" fmla="*/ 1257030 w 1577794"/>
                <a:gd name="connsiteY76" fmla="*/ 564395 h 1703682"/>
                <a:gd name="connsiteX77" fmla="*/ 1271549 w 1577794"/>
                <a:gd name="connsiteY77" fmla="*/ 584873 h 1703682"/>
                <a:gd name="connsiteX78" fmla="*/ 1271549 w 1577794"/>
                <a:gd name="connsiteY78" fmla="*/ 587810 h 1703682"/>
                <a:gd name="connsiteX79" fmla="*/ 1280277 w 1577794"/>
                <a:gd name="connsiteY79" fmla="*/ 596622 h 1703682"/>
                <a:gd name="connsiteX80" fmla="*/ 1283214 w 1577794"/>
                <a:gd name="connsiteY80" fmla="*/ 602497 h 1703682"/>
                <a:gd name="connsiteX81" fmla="*/ 1283214 w 1577794"/>
                <a:gd name="connsiteY81" fmla="*/ 602497 h 1703682"/>
                <a:gd name="connsiteX82" fmla="*/ 1286152 w 1577794"/>
                <a:gd name="connsiteY82" fmla="*/ 605434 h 1703682"/>
                <a:gd name="connsiteX83" fmla="*/ 1291943 w 1577794"/>
                <a:gd name="connsiteY83" fmla="*/ 614246 h 1703682"/>
                <a:gd name="connsiteX84" fmla="*/ 1449135 w 1577794"/>
                <a:gd name="connsiteY84" fmla="*/ 857042 h 1703682"/>
                <a:gd name="connsiteX85" fmla="*/ 1530626 w 1577794"/>
                <a:gd name="connsiteY85" fmla="*/ 1085151 h 1703682"/>
                <a:gd name="connsiteX86" fmla="*/ 1536417 w 1577794"/>
                <a:gd name="connsiteY86" fmla="*/ 1129044 h 1703682"/>
                <a:gd name="connsiteX87" fmla="*/ 1539354 w 1577794"/>
                <a:gd name="connsiteY87" fmla="*/ 1129044 h 1703682"/>
                <a:gd name="connsiteX88" fmla="*/ 1536417 w 1577794"/>
                <a:gd name="connsiteY88" fmla="*/ 1131981 h 1703682"/>
                <a:gd name="connsiteX89" fmla="*/ 1571330 w 1577794"/>
                <a:gd name="connsiteY89" fmla="*/ 1556055 h 1703682"/>
                <a:gd name="connsiteX90" fmla="*/ 1574267 w 1577794"/>
                <a:gd name="connsiteY90" fmla="*/ 1556055 h 170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7794" h="1703682">
                  <a:moveTo>
                    <a:pt x="1574267" y="1555803"/>
                  </a:moveTo>
                  <a:lnTo>
                    <a:pt x="1574267" y="1617237"/>
                  </a:lnTo>
                  <a:lnTo>
                    <a:pt x="1571330" y="1617237"/>
                  </a:lnTo>
                  <a:lnTo>
                    <a:pt x="1076507" y="1605571"/>
                  </a:lnTo>
                  <a:lnTo>
                    <a:pt x="1053259" y="1631924"/>
                  </a:lnTo>
                  <a:lnTo>
                    <a:pt x="826241" y="1667004"/>
                  </a:lnTo>
                  <a:lnTo>
                    <a:pt x="802994" y="1678670"/>
                  </a:lnTo>
                  <a:lnTo>
                    <a:pt x="756416" y="1678670"/>
                  </a:lnTo>
                  <a:lnTo>
                    <a:pt x="721503" y="1690336"/>
                  </a:lnTo>
                  <a:lnTo>
                    <a:pt x="695318" y="1699148"/>
                  </a:lnTo>
                  <a:cubicBezTo>
                    <a:pt x="695318" y="1699148"/>
                    <a:pt x="660405" y="1678670"/>
                    <a:pt x="648740" y="1678670"/>
                  </a:cubicBezTo>
                  <a:cubicBezTo>
                    <a:pt x="637074" y="1678670"/>
                    <a:pt x="637074" y="1631840"/>
                    <a:pt x="637074" y="1631840"/>
                  </a:cubicBezTo>
                  <a:lnTo>
                    <a:pt x="660321" y="1631840"/>
                  </a:lnTo>
                  <a:lnTo>
                    <a:pt x="695234" y="1614300"/>
                  </a:lnTo>
                  <a:lnTo>
                    <a:pt x="695234" y="1579219"/>
                  </a:lnTo>
                  <a:cubicBezTo>
                    <a:pt x="695234" y="1567553"/>
                    <a:pt x="689443" y="1552866"/>
                    <a:pt x="689443" y="1552866"/>
                  </a:cubicBezTo>
                  <a:lnTo>
                    <a:pt x="671987" y="1552866"/>
                  </a:lnTo>
                  <a:lnTo>
                    <a:pt x="671987" y="1541200"/>
                  </a:lnTo>
                  <a:lnTo>
                    <a:pt x="648740" y="1520723"/>
                  </a:lnTo>
                  <a:lnTo>
                    <a:pt x="648740" y="1509057"/>
                  </a:lnTo>
                  <a:lnTo>
                    <a:pt x="660405" y="1497392"/>
                  </a:lnTo>
                  <a:lnTo>
                    <a:pt x="648740" y="1473976"/>
                  </a:lnTo>
                  <a:lnTo>
                    <a:pt x="648740" y="1438896"/>
                  </a:lnTo>
                  <a:lnTo>
                    <a:pt x="660405" y="1403815"/>
                  </a:lnTo>
                  <a:lnTo>
                    <a:pt x="672071" y="1395003"/>
                  </a:lnTo>
                  <a:lnTo>
                    <a:pt x="660405" y="1377462"/>
                  </a:lnTo>
                  <a:lnTo>
                    <a:pt x="672071" y="1342382"/>
                  </a:lnTo>
                  <a:lnTo>
                    <a:pt x="672071" y="1316029"/>
                  </a:lnTo>
                  <a:lnTo>
                    <a:pt x="625492" y="1304364"/>
                  </a:lnTo>
                  <a:lnTo>
                    <a:pt x="590579" y="1283886"/>
                  </a:lnTo>
                  <a:lnTo>
                    <a:pt x="590579" y="1257533"/>
                  </a:lnTo>
                  <a:lnTo>
                    <a:pt x="573123" y="1222453"/>
                  </a:lnTo>
                  <a:lnTo>
                    <a:pt x="558604" y="1199037"/>
                  </a:lnTo>
                  <a:lnTo>
                    <a:pt x="494569" y="1199037"/>
                  </a:lnTo>
                  <a:lnTo>
                    <a:pt x="494569" y="1172685"/>
                  </a:lnTo>
                  <a:lnTo>
                    <a:pt x="459656" y="1172685"/>
                  </a:lnTo>
                  <a:lnTo>
                    <a:pt x="447990" y="1187288"/>
                  </a:lnTo>
                  <a:lnTo>
                    <a:pt x="430534" y="1198953"/>
                  </a:lnTo>
                  <a:lnTo>
                    <a:pt x="360708" y="1198953"/>
                  </a:lnTo>
                  <a:lnTo>
                    <a:pt x="325795" y="994176"/>
                  </a:lnTo>
                  <a:lnTo>
                    <a:pt x="360708" y="1005841"/>
                  </a:lnTo>
                  <a:lnTo>
                    <a:pt x="383955" y="1005841"/>
                  </a:lnTo>
                  <a:lnTo>
                    <a:pt x="395621" y="982426"/>
                  </a:lnTo>
                  <a:lnTo>
                    <a:pt x="98694" y="587558"/>
                  </a:lnTo>
                  <a:lnTo>
                    <a:pt x="52115" y="572955"/>
                  </a:lnTo>
                  <a:lnTo>
                    <a:pt x="22993" y="508584"/>
                  </a:lnTo>
                  <a:cubicBezTo>
                    <a:pt x="22993" y="508584"/>
                    <a:pt x="22993" y="505647"/>
                    <a:pt x="20056" y="502710"/>
                  </a:cubicBezTo>
                  <a:lnTo>
                    <a:pt x="5537" y="470566"/>
                  </a:lnTo>
                  <a:lnTo>
                    <a:pt x="8474" y="470566"/>
                  </a:lnTo>
                  <a:cubicBezTo>
                    <a:pt x="40533" y="453026"/>
                    <a:pt x="110359" y="382780"/>
                    <a:pt x="145272" y="359449"/>
                  </a:cubicBezTo>
                  <a:cubicBezTo>
                    <a:pt x="174394" y="341909"/>
                    <a:pt x="282070" y="295079"/>
                    <a:pt x="349043" y="274601"/>
                  </a:cubicBezTo>
                  <a:cubicBezTo>
                    <a:pt x="468384" y="169275"/>
                    <a:pt x="584789" y="69823"/>
                    <a:pt x="593517" y="61095"/>
                  </a:cubicBezTo>
                  <a:cubicBezTo>
                    <a:pt x="599308" y="55220"/>
                    <a:pt x="619701" y="31805"/>
                    <a:pt x="640095" y="5537"/>
                  </a:cubicBezTo>
                  <a:cubicBezTo>
                    <a:pt x="660489" y="17202"/>
                    <a:pt x="701193" y="37680"/>
                    <a:pt x="730315" y="55220"/>
                  </a:cubicBezTo>
                  <a:lnTo>
                    <a:pt x="733252" y="55220"/>
                  </a:lnTo>
                  <a:cubicBezTo>
                    <a:pt x="750709" y="66886"/>
                    <a:pt x="765312" y="75698"/>
                    <a:pt x="771103" y="78635"/>
                  </a:cubicBezTo>
                  <a:cubicBezTo>
                    <a:pt x="773061" y="80594"/>
                    <a:pt x="774991" y="81573"/>
                    <a:pt x="776893" y="81573"/>
                  </a:cubicBezTo>
                  <a:lnTo>
                    <a:pt x="776893" y="84510"/>
                  </a:lnTo>
                  <a:cubicBezTo>
                    <a:pt x="794350" y="93322"/>
                    <a:pt x="870050" y="137131"/>
                    <a:pt x="899173" y="151818"/>
                  </a:cubicBezTo>
                  <a:lnTo>
                    <a:pt x="899173" y="151818"/>
                  </a:lnTo>
                  <a:cubicBezTo>
                    <a:pt x="902110" y="154756"/>
                    <a:pt x="904963" y="157693"/>
                    <a:pt x="910838" y="160630"/>
                  </a:cubicBezTo>
                  <a:cubicBezTo>
                    <a:pt x="913775" y="160630"/>
                    <a:pt x="913775" y="163568"/>
                    <a:pt x="916629" y="163568"/>
                  </a:cubicBezTo>
                  <a:cubicBezTo>
                    <a:pt x="919566" y="166505"/>
                    <a:pt x="922420" y="166505"/>
                    <a:pt x="922420" y="169443"/>
                  </a:cubicBezTo>
                  <a:cubicBezTo>
                    <a:pt x="928211" y="172380"/>
                    <a:pt x="934085" y="175317"/>
                    <a:pt x="939876" y="178255"/>
                  </a:cubicBezTo>
                  <a:lnTo>
                    <a:pt x="939876" y="178255"/>
                  </a:lnTo>
                  <a:cubicBezTo>
                    <a:pt x="948604" y="184129"/>
                    <a:pt x="957333" y="189920"/>
                    <a:pt x="963124" y="192858"/>
                  </a:cubicBezTo>
                  <a:cubicBezTo>
                    <a:pt x="968914" y="195795"/>
                    <a:pt x="971852" y="198732"/>
                    <a:pt x="977643" y="201670"/>
                  </a:cubicBezTo>
                  <a:cubicBezTo>
                    <a:pt x="992162" y="213335"/>
                    <a:pt x="1006765" y="225085"/>
                    <a:pt x="1015493" y="233813"/>
                  </a:cubicBezTo>
                  <a:cubicBezTo>
                    <a:pt x="1027159" y="245479"/>
                    <a:pt x="1050406" y="271831"/>
                    <a:pt x="1070800" y="295246"/>
                  </a:cubicBezTo>
                  <a:lnTo>
                    <a:pt x="1073737" y="298184"/>
                  </a:lnTo>
                  <a:cubicBezTo>
                    <a:pt x="1076674" y="301121"/>
                    <a:pt x="1079528" y="304058"/>
                    <a:pt x="1079528" y="306996"/>
                  </a:cubicBezTo>
                  <a:cubicBezTo>
                    <a:pt x="1085319" y="312871"/>
                    <a:pt x="1091194" y="318662"/>
                    <a:pt x="1094047" y="324536"/>
                  </a:cubicBezTo>
                  <a:cubicBezTo>
                    <a:pt x="1096984" y="324536"/>
                    <a:pt x="1096984" y="327474"/>
                    <a:pt x="1096984" y="327474"/>
                  </a:cubicBezTo>
                  <a:cubicBezTo>
                    <a:pt x="1099922" y="330411"/>
                    <a:pt x="1102775" y="336286"/>
                    <a:pt x="1105713" y="339139"/>
                  </a:cubicBezTo>
                  <a:cubicBezTo>
                    <a:pt x="1108650" y="342077"/>
                    <a:pt x="1111503" y="345014"/>
                    <a:pt x="1111503" y="347951"/>
                  </a:cubicBezTo>
                  <a:cubicBezTo>
                    <a:pt x="1126022" y="368429"/>
                    <a:pt x="1207598" y="494233"/>
                    <a:pt x="1257030" y="564395"/>
                  </a:cubicBezTo>
                  <a:lnTo>
                    <a:pt x="1257030" y="564395"/>
                  </a:lnTo>
                  <a:cubicBezTo>
                    <a:pt x="1262821" y="573207"/>
                    <a:pt x="1268695" y="578998"/>
                    <a:pt x="1271549" y="584873"/>
                  </a:cubicBezTo>
                  <a:lnTo>
                    <a:pt x="1271549" y="587810"/>
                  </a:lnTo>
                  <a:cubicBezTo>
                    <a:pt x="1274486" y="590747"/>
                    <a:pt x="1277340" y="593685"/>
                    <a:pt x="1280277" y="596622"/>
                  </a:cubicBezTo>
                  <a:cubicBezTo>
                    <a:pt x="1280277" y="599559"/>
                    <a:pt x="1283214" y="602497"/>
                    <a:pt x="1283214" y="602497"/>
                  </a:cubicBezTo>
                  <a:lnTo>
                    <a:pt x="1283214" y="602497"/>
                  </a:lnTo>
                  <a:lnTo>
                    <a:pt x="1286152" y="605434"/>
                  </a:lnTo>
                  <a:cubicBezTo>
                    <a:pt x="1289089" y="608371"/>
                    <a:pt x="1289089" y="611309"/>
                    <a:pt x="1291943" y="614246"/>
                  </a:cubicBezTo>
                  <a:cubicBezTo>
                    <a:pt x="1321065" y="652264"/>
                    <a:pt x="1434532" y="830689"/>
                    <a:pt x="1449135" y="857042"/>
                  </a:cubicBezTo>
                  <a:cubicBezTo>
                    <a:pt x="1460800" y="880457"/>
                    <a:pt x="1524835" y="1032530"/>
                    <a:pt x="1530626" y="1085151"/>
                  </a:cubicBezTo>
                  <a:cubicBezTo>
                    <a:pt x="1533563" y="1091026"/>
                    <a:pt x="1533563" y="1108566"/>
                    <a:pt x="1536417" y="1129044"/>
                  </a:cubicBezTo>
                  <a:lnTo>
                    <a:pt x="1539354" y="1129044"/>
                  </a:lnTo>
                  <a:lnTo>
                    <a:pt x="1536417" y="1131981"/>
                  </a:lnTo>
                  <a:cubicBezTo>
                    <a:pt x="1545145" y="1251910"/>
                    <a:pt x="1571330" y="1556055"/>
                    <a:pt x="1571330" y="1556055"/>
                  </a:cubicBezTo>
                  <a:lnTo>
                    <a:pt x="1574267" y="1556055"/>
                  </a:lnTo>
                  <a:close/>
                </a:path>
              </a:pathLst>
            </a:custGeom>
            <a:solidFill>
              <a:schemeClr val="accent2">
                <a:alpha val="75000"/>
              </a:schemeClr>
            </a:solidFill>
            <a:ln w="5103" cap="flat">
              <a:solidFill>
                <a:schemeClr val="bg1"/>
              </a:solidFill>
              <a:prstDash val="solid"/>
              <a:miter/>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119" name="Freeform: Shape 118">
              <a:extLst>
                <a:ext uri="{FF2B5EF4-FFF2-40B4-BE49-F238E27FC236}">
                  <a16:creationId xmlns:a16="http://schemas.microsoft.com/office/drawing/2014/main" id="{017A941D-FCF1-F589-0D94-4779E2FC6209}"/>
                </a:ext>
              </a:extLst>
            </p:cNvPr>
            <p:cNvSpPr/>
            <p:nvPr/>
          </p:nvSpPr>
          <p:spPr>
            <a:xfrm>
              <a:off x="6681186" y="2396264"/>
              <a:ext cx="1340271" cy="1461357"/>
            </a:xfrm>
            <a:custGeom>
              <a:avLst/>
              <a:gdLst>
                <a:gd name="connsiteX0" fmla="*/ 1641407 w 1644934"/>
                <a:gd name="connsiteY0" fmla="*/ 918979 h 1787607"/>
                <a:gd name="connsiteX1" fmla="*/ 1589038 w 1644934"/>
                <a:gd name="connsiteY1" fmla="*/ 948269 h 1787607"/>
                <a:gd name="connsiteX2" fmla="*/ 1586101 w 1644934"/>
                <a:gd name="connsiteY2" fmla="*/ 948269 h 1787607"/>
                <a:gd name="connsiteX3" fmla="*/ 1527856 w 1644934"/>
                <a:gd name="connsiteY3" fmla="*/ 816590 h 1787607"/>
                <a:gd name="connsiteX4" fmla="*/ 1527856 w 1644934"/>
                <a:gd name="connsiteY4" fmla="*/ 816590 h 1787607"/>
                <a:gd name="connsiteX5" fmla="*/ 1463821 w 1644934"/>
                <a:gd name="connsiteY5" fmla="*/ 842943 h 1787607"/>
                <a:gd name="connsiteX6" fmla="*/ 1338689 w 1644934"/>
                <a:gd name="connsiteY6" fmla="*/ 910251 h 1787607"/>
                <a:gd name="connsiteX7" fmla="*/ 1463821 w 1644934"/>
                <a:gd name="connsiteY7" fmla="*/ 1170587 h 1787607"/>
                <a:gd name="connsiteX8" fmla="*/ 1463821 w 1644934"/>
                <a:gd name="connsiteY8" fmla="*/ 1173524 h 1787607"/>
                <a:gd name="connsiteX9" fmla="*/ 1463821 w 1644934"/>
                <a:gd name="connsiteY9" fmla="*/ 1173524 h 1787607"/>
                <a:gd name="connsiteX10" fmla="*/ 1204744 w 1644934"/>
                <a:gd name="connsiteY10" fmla="*/ 1290516 h 1787607"/>
                <a:gd name="connsiteX11" fmla="*/ 1204744 w 1644934"/>
                <a:gd name="connsiteY11" fmla="*/ 1290516 h 1787607"/>
                <a:gd name="connsiteX12" fmla="*/ 1184350 w 1644934"/>
                <a:gd name="connsiteY12" fmla="*/ 1322659 h 1787607"/>
                <a:gd name="connsiteX13" fmla="*/ 1201807 w 1644934"/>
                <a:gd name="connsiteY13" fmla="*/ 1369490 h 1787607"/>
                <a:gd name="connsiteX14" fmla="*/ 1216326 w 1644934"/>
                <a:gd name="connsiteY14" fmla="*/ 1430923 h 1787607"/>
                <a:gd name="connsiteX15" fmla="*/ 1257114 w 1644934"/>
                <a:gd name="connsiteY15" fmla="*/ 1471878 h 1787607"/>
                <a:gd name="connsiteX16" fmla="*/ 1280361 w 1644934"/>
                <a:gd name="connsiteY16" fmla="*/ 1506959 h 1787607"/>
                <a:gd name="connsiteX17" fmla="*/ 1294880 w 1644934"/>
                <a:gd name="connsiteY17" fmla="*/ 1550852 h 1787607"/>
                <a:gd name="connsiteX18" fmla="*/ 1280361 w 1644934"/>
                <a:gd name="connsiteY18" fmla="*/ 1609348 h 1787607"/>
                <a:gd name="connsiteX19" fmla="*/ 1277424 w 1644934"/>
                <a:gd name="connsiteY19" fmla="*/ 1697134 h 1787607"/>
                <a:gd name="connsiteX20" fmla="*/ 1312336 w 1644934"/>
                <a:gd name="connsiteY20" fmla="*/ 1708799 h 1787607"/>
                <a:gd name="connsiteX21" fmla="*/ 1294880 w 1644934"/>
                <a:gd name="connsiteY21" fmla="*/ 1761420 h 1787607"/>
                <a:gd name="connsiteX22" fmla="*/ 1291943 w 1644934"/>
                <a:gd name="connsiteY22" fmla="*/ 1761420 h 1787607"/>
                <a:gd name="connsiteX23" fmla="*/ 904796 w 1644934"/>
                <a:gd name="connsiteY23" fmla="*/ 1784836 h 1787607"/>
                <a:gd name="connsiteX24" fmla="*/ 901858 w 1644934"/>
                <a:gd name="connsiteY24" fmla="*/ 1784836 h 1787607"/>
                <a:gd name="connsiteX25" fmla="*/ 896067 w 1644934"/>
                <a:gd name="connsiteY25" fmla="*/ 1740943 h 1787607"/>
                <a:gd name="connsiteX26" fmla="*/ 814576 w 1644934"/>
                <a:gd name="connsiteY26" fmla="*/ 1512750 h 1787607"/>
                <a:gd name="connsiteX27" fmla="*/ 657384 w 1644934"/>
                <a:gd name="connsiteY27" fmla="*/ 1269954 h 1787607"/>
                <a:gd name="connsiteX28" fmla="*/ 651593 w 1644934"/>
                <a:gd name="connsiteY28" fmla="*/ 1261142 h 1787607"/>
                <a:gd name="connsiteX29" fmla="*/ 648656 w 1644934"/>
                <a:gd name="connsiteY29" fmla="*/ 1258205 h 1787607"/>
                <a:gd name="connsiteX30" fmla="*/ 648656 w 1644934"/>
                <a:gd name="connsiteY30" fmla="*/ 1258205 h 1787607"/>
                <a:gd name="connsiteX31" fmla="*/ 645718 w 1644934"/>
                <a:gd name="connsiteY31" fmla="*/ 1252330 h 1787607"/>
                <a:gd name="connsiteX32" fmla="*/ 636990 w 1644934"/>
                <a:gd name="connsiteY32" fmla="*/ 1243518 h 1787607"/>
                <a:gd name="connsiteX33" fmla="*/ 636990 w 1644934"/>
                <a:gd name="connsiteY33" fmla="*/ 1240580 h 1787607"/>
                <a:gd name="connsiteX34" fmla="*/ 622471 w 1644934"/>
                <a:gd name="connsiteY34" fmla="*/ 1220103 h 1787607"/>
                <a:gd name="connsiteX35" fmla="*/ 622471 w 1644934"/>
                <a:gd name="connsiteY35" fmla="*/ 1220103 h 1787607"/>
                <a:gd name="connsiteX36" fmla="*/ 476945 w 1644934"/>
                <a:gd name="connsiteY36" fmla="*/ 1003659 h 1787607"/>
                <a:gd name="connsiteX37" fmla="*/ 471154 w 1644934"/>
                <a:gd name="connsiteY37" fmla="*/ 994847 h 1787607"/>
                <a:gd name="connsiteX38" fmla="*/ 462426 w 1644934"/>
                <a:gd name="connsiteY38" fmla="*/ 983182 h 1787607"/>
                <a:gd name="connsiteX39" fmla="*/ 459488 w 1644934"/>
                <a:gd name="connsiteY39" fmla="*/ 980244 h 1787607"/>
                <a:gd name="connsiteX40" fmla="*/ 444969 w 1644934"/>
                <a:gd name="connsiteY40" fmla="*/ 962704 h 1787607"/>
                <a:gd name="connsiteX41" fmla="*/ 439178 w 1644934"/>
                <a:gd name="connsiteY41" fmla="*/ 953892 h 1787607"/>
                <a:gd name="connsiteX42" fmla="*/ 436241 w 1644934"/>
                <a:gd name="connsiteY42" fmla="*/ 950954 h 1787607"/>
                <a:gd name="connsiteX43" fmla="*/ 380934 w 1644934"/>
                <a:gd name="connsiteY43" fmla="*/ 889521 h 1787607"/>
                <a:gd name="connsiteX44" fmla="*/ 343084 w 1644934"/>
                <a:gd name="connsiteY44" fmla="*/ 857378 h 1787607"/>
                <a:gd name="connsiteX45" fmla="*/ 328565 w 1644934"/>
                <a:gd name="connsiteY45" fmla="*/ 848566 h 1787607"/>
                <a:gd name="connsiteX46" fmla="*/ 305318 w 1644934"/>
                <a:gd name="connsiteY46" fmla="*/ 833963 h 1787607"/>
                <a:gd name="connsiteX47" fmla="*/ 305318 w 1644934"/>
                <a:gd name="connsiteY47" fmla="*/ 833963 h 1787607"/>
                <a:gd name="connsiteX48" fmla="*/ 287861 w 1644934"/>
                <a:gd name="connsiteY48" fmla="*/ 825151 h 1787607"/>
                <a:gd name="connsiteX49" fmla="*/ 282070 w 1644934"/>
                <a:gd name="connsiteY49" fmla="*/ 819276 h 1787607"/>
                <a:gd name="connsiteX50" fmla="*/ 276279 w 1644934"/>
                <a:gd name="connsiteY50" fmla="*/ 816338 h 1787607"/>
                <a:gd name="connsiteX51" fmla="*/ 264614 w 1644934"/>
                <a:gd name="connsiteY51" fmla="*/ 807526 h 1787607"/>
                <a:gd name="connsiteX52" fmla="*/ 261676 w 1644934"/>
                <a:gd name="connsiteY52" fmla="*/ 807526 h 1787607"/>
                <a:gd name="connsiteX53" fmla="*/ 142335 w 1644934"/>
                <a:gd name="connsiteY53" fmla="*/ 737281 h 1787607"/>
                <a:gd name="connsiteX54" fmla="*/ 136544 w 1644934"/>
                <a:gd name="connsiteY54" fmla="*/ 734343 h 1787607"/>
                <a:gd name="connsiteX55" fmla="*/ 98694 w 1644934"/>
                <a:gd name="connsiteY55" fmla="*/ 710928 h 1787607"/>
                <a:gd name="connsiteX56" fmla="*/ 95756 w 1644934"/>
                <a:gd name="connsiteY56" fmla="*/ 710928 h 1787607"/>
                <a:gd name="connsiteX57" fmla="*/ 5537 w 1644934"/>
                <a:gd name="connsiteY57" fmla="*/ 661161 h 1787607"/>
                <a:gd name="connsiteX58" fmla="*/ 75362 w 1644934"/>
                <a:gd name="connsiteY58" fmla="*/ 576312 h 1787607"/>
                <a:gd name="connsiteX59" fmla="*/ 75362 w 1644934"/>
                <a:gd name="connsiteY59" fmla="*/ 576312 h 1787607"/>
                <a:gd name="connsiteX60" fmla="*/ 81153 w 1644934"/>
                <a:gd name="connsiteY60" fmla="*/ 570437 h 1787607"/>
                <a:gd name="connsiteX61" fmla="*/ 89881 w 1644934"/>
                <a:gd name="connsiteY61" fmla="*/ 564563 h 1787607"/>
                <a:gd name="connsiteX62" fmla="*/ 104401 w 1644934"/>
                <a:gd name="connsiteY62" fmla="*/ 555750 h 1787607"/>
                <a:gd name="connsiteX63" fmla="*/ 113129 w 1644934"/>
                <a:gd name="connsiteY63" fmla="*/ 552813 h 1787607"/>
                <a:gd name="connsiteX64" fmla="*/ 118920 w 1644934"/>
                <a:gd name="connsiteY64" fmla="*/ 546938 h 1787607"/>
                <a:gd name="connsiteX65" fmla="*/ 136376 w 1644934"/>
                <a:gd name="connsiteY65" fmla="*/ 538126 h 1787607"/>
                <a:gd name="connsiteX66" fmla="*/ 209139 w 1644934"/>
                <a:gd name="connsiteY66" fmla="*/ 500108 h 1787607"/>
                <a:gd name="connsiteX67" fmla="*/ 223658 w 1644934"/>
                <a:gd name="connsiteY67" fmla="*/ 494233 h 1787607"/>
                <a:gd name="connsiteX68" fmla="*/ 232386 w 1644934"/>
                <a:gd name="connsiteY68" fmla="*/ 491296 h 1787607"/>
                <a:gd name="connsiteX69" fmla="*/ 249843 w 1644934"/>
                <a:gd name="connsiteY69" fmla="*/ 482484 h 1787607"/>
                <a:gd name="connsiteX70" fmla="*/ 255634 w 1644934"/>
                <a:gd name="connsiteY70" fmla="*/ 479546 h 1787607"/>
                <a:gd name="connsiteX71" fmla="*/ 270153 w 1644934"/>
                <a:gd name="connsiteY71" fmla="*/ 470734 h 1787607"/>
                <a:gd name="connsiteX72" fmla="*/ 278881 w 1644934"/>
                <a:gd name="connsiteY72" fmla="*/ 467797 h 1787607"/>
                <a:gd name="connsiteX73" fmla="*/ 287609 w 1644934"/>
                <a:gd name="connsiteY73" fmla="*/ 461922 h 1787607"/>
                <a:gd name="connsiteX74" fmla="*/ 308003 w 1644934"/>
                <a:gd name="connsiteY74" fmla="*/ 450256 h 1787607"/>
                <a:gd name="connsiteX75" fmla="*/ 313794 w 1644934"/>
                <a:gd name="connsiteY75" fmla="*/ 447319 h 1787607"/>
                <a:gd name="connsiteX76" fmla="*/ 328313 w 1644934"/>
                <a:gd name="connsiteY76" fmla="*/ 435653 h 1787607"/>
                <a:gd name="connsiteX77" fmla="*/ 328313 w 1644934"/>
                <a:gd name="connsiteY77" fmla="*/ 435653 h 1787607"/>
                <a:gd name="connsiteX78" fmla="*/ 339979 w 1644934"/>
                <a:gd name="connsiteY78" fmla="*/ 429779 h 1787607"/>
                <a:gd name="connsiteX79" fmla="*/ 339979 w 1644934"/>
                <a:gd name="connsiteY79" fmla="*/ 429779 h 1787607"/>
                <a:gd name="connsiteX80" fmla="*/ 348707 w 1644934"/>
                <a:gd name="connsiteY80" fmla="*/ 420967 h 1787607"/>
                <a:gd name="connsiteX81" fmla="*/ 348707 w 1644934"/>
                <a:gd name="connsiteY81" fmla="*/ 420967 h 1787607"/>
                <a:gd name="connsiteX82" fmla="*/ 363226 w 1644934"/>
                <a:gd name="connsiteY82" fmla="*/ 409301 h 1787607"/>
                <a:gd name="connsiteX83" fmla="*/ 494233 w 1644934"/>
                <a:gd name="connsiteY83" fmla="*/ 321515 h 1787607"/>
                <a:gd name="connsiteX84" fmla="*/ 633969 w 1644934"/>
                <a:gd name="connsiteY84" fmla="*/ 169359 h 1787607"/>
                <a:gd name="connsiteX85" fmla="*/ 820283 w 1644934"/>
                <a:gd name="connsiteY85" fmla="*/ 72845 h 1787607"/>
                <a:gd name="connsiteX86" fmla="*/ 922168 w 1644934"/>
                <a:gd name="connsiteY86" fmla="*/ 5537 h 1787607"/>
                <a:gd name="connsiteX87" fmla="*/ 1061904 w 1644934"/>
                <a:gd name="connsiteY87" fmla="*/ 315640 h 1787607"/>
                <a:gd name="connsiteX88" fmla="*/ 1085151 w 1644934"/>
                <a:gd name="connsiteY88" fmla="*/ 365408 h 1787607"/>
                <a:gd name="connsiteX89" fmla="*/ 1096817 w 1644934"/>
                <a:gd name="connsiteY89" fmla="*/ 385886 h 1787607"/>
                <a:gd name="connsiteX90" fmla="*/ 1102607 w 1644934"/>
                <a:gd name="connsiteY90" fmla="*/ 403426 h 1787607"/>
                <a:gd name="connsiteX91" fmla="*/ 1105545 w 1644934"/>
                <a:gd name="connsiteY91" fmla="*/ 409301 h 1787607"/>
                <a:gd name="connsiteX92" fmla="*/ 1111336 w 1644934"/>
                <a:gd name="connsiteY92" fmla="*/ 420967 h 1787607"/>
                <a:gd name="connsiteX93" fmla="*/ 1128792 w 1644934"/>
                <a:gd name="connsiteY93" fmla="*/ 458985 h 1787607"/>
                <a:gd name="connsiteX94" fmla="*/ 1134583 w 1644934"/>
                <a:gd name="connsiteY94" fmla="*/ 467797 h 1787607"/>
                <a:gd name="connsiteX95" fmla="*/ 1143311 w 1644934"/>
                <a:gd name="connsiteY95" fmla="*/ 488274 h 1787607"/>
                <a:gd name="connsiteX96" fmla="*/ 1152039 w 1644934"/>
                <a:gd name="connsiteY96" fmla="*/ 502878 h 1787607"/>
                <a:gd name="connsiteX97" fmla="*/ 1160768 w 1644934"/>
                <a:gd name="connsiteY97" fmla="*/ 523355 h 1787607"/>
                <a:gd name="connsiteX98" fmla="*/ 1178224 w 1644934"/>
                <a:gd name="connsiteY98" fmla="*/ 558436 h 1787607"/>
                <a:gd name="connsiteX99" fmla="*/ 1198618 w 1644934"/>
                <a:gd name="connsiteY99" fmla="*/ 602329 h 1787607"/>
                <a:gd name="connsiteX100" fmla="*/ 1204409 w 1644934"/>
                <a:gd name="connsiteY100" fmla="*/ 613995 h 1787607"/>
                <a:gd name="connsiteX101" fmla="*/ 1216074 w 1644934"/>
                <a:gd name="connsiteY101" fmla="*/ 643284 h 1787607"/>
                <a:gd name="connsiteX102" fmla="*/ 1224802 w 1644934"/>
                <a:gd name="connsiteY102" fmla="*/ 660825 h 1787607"/>
                <a:gd name="connsiteX103" fmla="*/ 1245196 w 1644934"/>
                <a:gd name="connsiteY103" fmla="*/ 701780 h 1787607"/>
                <a:gd name="connsiteX104" fmla="*/ 1250987 w 1644934"/>
                <a:gd name="connsiteY104" fmla="*/ 710593 h 1787607"/>
                <a:gd name="connsiteX105" fmla="*/ 1250987 w 1644934"/>
                <a:gd name="connsiteY105" fmla="*/ 716467 h 1787607"/>
                <a:gd name="connsiteX106" fmla="*/ 1253925 w 1644934"/>
                <a:gd name="connsiteY106" fmla="*/ 719405 h 1787607"/>
                <a:gd name="connsiteX107" fmla="*/ 1253925 w 1644934"/>
                <a:gd name="connsiteY107" fmla="*/ 719405 h 1787607"/>
                <a:gd name="connsiteX108" fmla="*/ 1253925 w 1644934"/>
                <a:gd name="connsiteY108" fmla="*/ 722342 h 1787607"/>
                <a:gd name="connsiteX109" fmla="*/ 1253925 w 1644934"/>
                <a:gd name="connsiteY109" fmla="*/ 722342 h 1787607"/>
                <a:gd name="connsiteX110" fmla="*/ 1460548 w 1644934"/>
                <a:gd name="connsiteY110" fmla="*/ 631619 h 1787607"/>
                <a:gd name="connsiteX111" fmla="*/ 1457611 w 1644934"/>
                <a:gd name="connsiteY111" fmla="*/ 631619 h 1787607"/>
                <a:gd name="connsiteX112" fmla="*/ 1437217 w 1644934"/>
                <a:gd name="connsiteY112" fmla="*/ 590663 h 1787607"/>
                <a:gd name="connsiteX113" fmla="*/ 1431426 w 1644934"/>
                <a:gd name="connsiteY113" fmla="*/ 576060 h 1787607"/>
                <a:gd name="connsiteX114" fmla="*/ 1422698 w 1644934"/>
                <a:gd name="connsiteY114" fmla="*/ 558520 h 1787607"/>
                <a:gd name="connsiteX115" fmla="*/ 1416907 w 1644934"/>
                <a:gd name="connsiteY115" fmla="*/ 552645 h 1787607"/>
                <a:gd name="connsiteX116" fmla="*/ 1413970 w 1644934"/>
                <a:gd name="connsiteY116" fmla="*/ 549708 h 1787607"/>
                <a:gd name="connsiteX117" fmla="*/ 1413970 w 1644934"/>
                <a:gd name="connsiteY117" fmla="*/ 543833 h 1787607"/>
                <a:gd name="connsiteX118" fmla="*/ 1411033 w 1644934"/>
                <a:gd name="connsiteY118" fmla="*/ 537958 h 1787607"/>
                <a:gd name="connsiteX119" fmla="*/ 1408095 w 1644934"/>
                <a:gd name="connsiteY119" fmla="*/ 537958 h 1787607"/>
                <a:gd name="connsiteX120" fmla="*/ 1509980 w 1644934"/>
                <a:gd name="connsiteY120" fmla="*/ 497003 h 1787607"/>
                <a:gd name="connsiteX121" fmla="*/ 1509980 w 1644934"/>
                <a:gd name="connsiteY121" fmla="*/ 494065 h 1787607"/>
                <a:gd name="connsiteX122" fmla="*/ 1509980 w 1644934"/>
                <a:gd name="connsiteY122" fmla="*/ 494065 h 1787607"/>
                <a:gd name="connsiteX123" fmla="*/ 1507043 w 1644934"/>
                <a:gd name="connsiteY123" fmla="*/ 491128 h 1787607"/>
                <a:gd name="connsiteX124" fmla="*/ 1507043 w 1644934"/>
                <a:gd name="connsiteY124" fmla="*/ 488191 h 1787607"/>
                <a:gd name="connsiteX125" fmla="*/ 1498315 w 1644934"/>
                <a:gd name="connsiteY125" fmla="*/ 479378 h 1787607"/>
                <a:gd name="connsiteX126" fmla="*/ 1498315 w 1644934"/>
                <a:gd name="connsiteY126" fmla="*/ 476441 h 1787607"/>
                <a:gd name="connsiteX127" fmla="*/ 1495377 w 1644934"/>
                <a:gd name="connsiteY127" fmla="*/ 473504 h 1787607"/>
                <a:gd name="connsiteX128" fmla="*/ 1492440 w 1644934"/>
                <a:gd name="connsiteY128" fmla="*/ 467629 h 1787607"/>
                <a:gd name="connsiteX129" fmla="*/ 1489503 w 1644934"/>
                <a:gd name="connsiteY129" fmla="*/ 458817 h 1787607"/>
                <a:gd name="connsiteX130" fmla="*/ 1472046 w 1644934"/>
                <a:gd name="connsiteY130" fmla="*/ 432464 h 1787607"/>
                <a:gd name="connsiteX131" fmla="*/ 1463318 w 1644934"/>
                <a:gd name="connsiteY131" fmla="*/ 420799 h 1787607"/>
                <a:gd name="connsiteX132" fmla="*/ 1460381 w 1644934"/>
                <a:gd name="connsiteY132" fmla="*/ 414924 h 1787607"/>
                <a:gd name="connsiteX133" fmla="*/ 1460381 w 1644934"/>
                <a:gd name="connsiteY133" fmla="*/ 414924 h 1787607"/>
                <a:gd name="connsiteX134" fmla="*/ 1451652 w 1644934"/>
                <a:gd name="connsiteY134" fmla="*/ 400321 h 1787607"/>
                <a:gd name="connsiteX135" fmla="*/ 1451652 w 1644934"/>
                <a:gd name="connsiteY135" fmla="*/ 397384 h 1787607"/>
                <a:gd name="connsiteX136" fmla="*/ 1451652 w 1644934"/>
                <a:gd name="connsiteY136" fmla="*/ 397384 h 1787607"/>
                <a:gd name="connsiteX137" fmla="*/ 1495293 w 1644934"/>
                <a:gd name="connsiteY137" fmla="*/ 376906 h 1787607"/>
                <a:gd name="connsiteX138" fmla="*/ 1530206 w 1644934"/>
                <a:gd name="connsiteY138" fmla="*/ 455879 h 1787607"/>
                <a:gd name="connsiteX139" fmla="*/ 1535997 w 1644934"/>
                <a:gd name="connsiteY139" fmla="*/ 464692 h 1787607"/>
                <a:gd name="connsiteX140" fmla="*/ 1535997 w 1644934"/>
                <a:gd name="connsiteY140" fmla="*/ 467629 h 1787607"/>
                <a:gd name="connsiteX141" fmla="*/ 1541788 w 1644934"/>
                <a:gd name="connsiteY141" fmla="*/ 482232 h 1787607"/>
                <a:gd name="connsiteX142" fmla="*/ 1547579 w 1644934"/>
                <a:gd name="connsiteY142" fmla="*/ 491044 h 1787607"/>
                <a:gd name="connsiteX143" fmla="*/ 1550516 w 1644934"/>
                <a:gd name="connsiteY143" fmla="*/ 499856 h 1787607"/>
                <a:gd name="connsiteX144" fmla="*/ 1553454 w 1644934"/>
                <a:gd name="connsiteY144" fmla="*/ 505731 h 1787607"/>
                <a:gd name="connsiteX145" fmla="*/ 1559245 w 1644934"/>
                <a:gd name="connsiteY145" fmla="*/ 520334 h 1787607"/>
                <a:gd name="connsiteX146" fmla="*/ 1565035 w 1644934"/>
                <a:gd name="connsiteY146" fmla="*/ 526209 h 1787607"/>
                <a:gd name="connsiteX147" fmla="*/ 1567973 w 1644934"/>
                <a:gd name="connsiteY147" fmla="*/ 535021 h 1787607"/>
                <a:gd name="connsiteX148" fmla="*/ 1570910 w 1644934"/>
                <a:gd name="connsiteY148" fmla="*/ 540896 h 1787607"/>
                <a:gd name="connsiteX149" fmla="*/ 1573848 w 1644934"/>
                <a:gd name="connsiteY149" fmla="*/ 549708 h 1787607"/>
                <a:gd name="connsiteX150" fmla="*/ 1576785 w 1644934"/>
                <a:gd name="connsiteY150" fmla="*/ 555583 h 1787607"/>
                <a:gd name="connsiteX151" fmla="*/ 1579722 w 1644934"/>
                <a:gd name="connsiteY151" fmla="*/ 558520 h 1787607"/>
                <a:gd name="connsiteX152" fmla="*/ 1536081 w 1644934"/>
                <a:gd name="connsiteY152" fmla="*/ 576060 h 1787607"/>
                <a:gd name="connsiteX153" fmla="*/ 1559328 w 1644934"/>
                <a:gd name="connsiteY153" fmla="*/ 634556 h 1787607"/>
                <a:gd name="connsiteX154" fmla="*/ 1501084 w 1644934"/>
                <a:gd name="connsiteY154" fmla="*/ 672574 h 1787607"/>
                <a:gd name="connsiteX155" fmla="*/ 1535997 w 1644934"/>
                <a:gd name="connsiteY155" fmla="*/ 751548 h 1787607"/>
                <a:gd name="connsiteX156" fmla="*/ 1556391 w 1644934"/>
                <a:gd name="connsiteY156" fmla="*/ 751548 h 1787607"/>
                <a:gd name="connsiteX157" fmla="*/ 1556391 w 1644934"/>
                <a:gd name="connsiteY157" fmla="*/ 754485 h 1787607"/>
                <a:gd name="connsiteX158" fmla="*/ 1559328 w 1644934"/>
                <a:gd name="connsiteY158" fmla="*/ 754485 h 1787607"/>
                <a:gd name="connsiteX159" fmla="*/ 1562266 w 1644934"/>
                <a:gd name="connsiteY159" fmla="*/ 760360 h 1787607"/>
                <a:gd name="connsiteX160" fmla="*/ 1562266 w 1644934"/>
                <a:gd name="connsiteY160" fmla="*/ 760360 h 1787607"/>
                <a:gd name="connsiteX161" fmla="*/ 1565203 w 1644934"/>
                <a:gd name="connsiteY161" fmla="*/ 766235 h 1787607"/>
                <a:gd name="connsiteX162" fmla="*/ 1565203 w 1644934"/>
                <a:gd name="connsiteY162" fmla="*/ 769172 h 1787607"/>
                <a:gd name="connsiteX163" fmla="*/ 1570994 w 1644934"/>
                <a:gd name="connsiteY163" fmla="*/ 780838 h 1787607"/>
                <a:gd name="connsiteX164" fmla="*/ 1573932 w 1644934"/>
                <a:gd name="connsiteY164" fmla="*/ 786713 h 1787607"/>
                <a:gd name="connsiteX165" fmla="*/ 1576869 w 1644934"/>
                <a:gd name="connsiteY165" fmla="*/ 792587 h 1787607"/>
                <a:gd name="connsiteX166" fmla="*/ 1579806 w 1644934"/>
                <a:gd name="connsiteY166" fmla="*/ 795525 h 1787607"/>
                <a:gd name="connsiteX167" fmla="*/ 1640904 w 1644934"/>
                <a:gd name="connsiteY167" fmla="*/ 918391 h 1787607"/>
                <a:gd name="connsiteX168" fmla="*/ 1640904 w 1644934"/>
                <a:gd name="connsiteY168" fmla="*/ 918391 h 178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644934" h="1787607">
                  <a:moveTo>
                    <a:pt x="1641407" y="918979"/>
                  </a:moveTo>
                  <a:lnTo>
                    <a:pt x="1589038" y="948269"/>
                  </a:lnTo>
                  <a:lnTo>
                    <a:pt x="1586101" y="948269"/>
                  </a:lnTo>
                  <a:cubicBezTo>
                    <a:pt x="1586101" y="945332"/>
                    <a:pt x="1577372" y="927791"/>
                    <a:pt x="1527856" y="816590"/>
                  </a:cubicBezTo>
                  <a:lnTo>
                    <a:pt x="1527856" y="816590"/>
                  </a:lnTo>
                  <a:cubicBezTo>
                    <a:pt x="1524919" y="816590"/>
                    <a:pt x="1487069" y="831193"/>
                    <a:pt x="1463821" y="842943"/>
                  </a:cubicBezTo>
                  <a:cubicBezTo>
                    <a:pt x="1443428" y="854608"/>
                    <a:pt x="1338689" y="910251"/>
                    <a:pt x="1338689" y="910251"/>
                  </a:cubicBezTo>
                  <a:lnTo>
                    <a:pt x="1463821" y="1170587"/>
                  </a:lnTo>
                  <a:lnTo>
                    <a:pt x="1463821" y="1173524"/>
                  </a:lnTo>
                  <a:lnTo>
                    <a:pt x="1463821" y="1173524"/>
                  </a:lnTo>
                  <a:cubicBezTo>
                    <a:pt x="1347417" y="1226145"/>
                    <a:pt x="1216410" y="1287579"/>
                    <a:pt x="1204744" y="1290516"/>
                  </a:cubicBezTo>
                  <a:lnTo>
                    <a:pt x="1204744" y="1290516"/>
                  </a:lnTo>
                  <a:cubicBezTo>
                    <a:pt x="1193079" y="1296391"/>
                    <a:pt x="1184350" y="1310994"/>
                    <a:pt x="1184350" y="1322659"/>
                  </a:cubicBezTo>
                  <a:cubicBezTo>
                    <a:pt x="1184350" y="1337262"/>
                    <a:pt x="1196016" y="1351949"/>
                    <a:pt x="1201807" y="1369490"/>
                  </a:cubicBezTo>
                  <a:cubicBezTo>
                    <a:pt x="1210535" y="1387030"/>
                    <a:pt x="1201807" y="1413382"/>
                    <a:pt x="1216326" y="1430923"/>
                  </a:cubicBezTo>
                  <a:cubicBezTo>
                    <a:pt x="1227992" y="1451401"/>
                    <a:pt x="1248301" y="1466004"/>
                    <a:pt x="1257114" y="1471878"/>
                  </a:cubicBezTo>
                  <a:cubicBezTo>
                    <a:pt x="1271633" y="1483544"/>
                    <a:pt x="1277508" y="1498231"/>
                    <a:pt x="1280361" y="1506959"/>
                  </a:cubicBezTo>
                  <a:cubicBezTo>
                    <a:pt x="1280361" y="1518625"/>
                    <a:pt x="1294880" y="1524499"/>
                    <a:pt x="1294880" y="1550852"/>
                  </a:cubicBezTo>
                  <a:cubicBezTo>
                    <a:pt x="1294880" y="1577204"/>
                    <a:pt x="1283214" y="1594745"/>
                    <a:pt x="1280361" y="1609348"/>
                  </a:cubicBezTo>
                  <a:cubicBezTo>
                    <a:pt x="1277424" y="1626888"/>
                    <a:pt x="1277424" y="1697134"/>
                    <a:pt x="1277424" y="1697134"/>
                  </a:cubicBezTo>
                  <a:cubicBezTo>
                    <a:pt x="1277424" y="1697134"/>
                    <a:pt x="1306546" y="1700071"/>
                    <a:pt x="1312336" y="1708799"/>
                  </a:cubicBezTo>
                  <a:cubicBezTo>
                    <a:pt x="1315274" y="1720465"/>
                    <a:pt x="1294880" y="1761420"/>
                    <a:pt x="1294880" y="1761420"/>
                  </a:cubicBezTo>
                  <a:lnTo>
                    <a:pt x="1291943" y="1761420"/>
                  </a:lnTo>
                  <a:cubicBezTo>
                    <a:pt x="1289005" y="1761420"/>
                    <a:pt x="1245364" y="1764358"/>
                    <a:pt x="904796" y="1784836"/>
                  </a:cubicBezTo>
                  <a:lnTo>
                    <a:pt x="901858" y="1784836"/>
                  </a:lnTo>
                  <a:cubicBezTo>
                    <a:pt x="898921" y="1764358"/>
                    <a:pt x="898921" y="1746818"/>
                    <a:pt x="896067" y="1740943"/>
                  </a:cubicBezTo>
                  <a:cubicBezTo>
                    <a:pt x="890276" y="1688322"/>
                    <a:pt x="826241" y="1536165"/>
                    <a:pt x="814576" y="1512750"/>
                  </a:cubicBezTo>
                  <a:cubicBezTo>
                    <a:pt x="800057" y="1486398"/>
                    <a:pt x="686506" y="1307972"/>
                    <a:pt x="657384" y="1269954"/>
                  </a:cubicBezTo>
                  <a:cubicBezTo>
                    <a:pt x="654447" y="1267017"/>
                    <a:pt x="654447" y="1264079"/>
                    <a:pt x="651593" y="1261142"/>
                  </a:cubicBezTo>
                  <a:lnTo>
                    <a:pt x="648656" y="1258205"/>
                  </a:lnTo>
                  <a:lnTo>
                    <a:pt x="648656" y="1258205"/>
                  </a:lnTo>
                  <a:cubicBezTo>
                    <a:pt x="648656" y="1258205"/>
                    <a:pt x="645718" y="1255267"/>
                    <a:pt x="645718" y="1252330"/>
                  </a:cubicBezTo>
                  <a:cubicBezTo>
                    <a:pt x="642781" y="1249393"/>
                    <a:pt x="639927" y="1246455"/>
                    <a:pt x="636990" y="1243518"/>
                  </a:cubicBezTo>
                  <a:lnTo>
                    <a:pt x="636990" y="1240580"/>
                  </a:lnTo>
                  <a:cubicBezTo>
                    <a:pt x="634053" y="1234706"/>
                    <a:pt x="628262" y="1228915"/>
                    <a:pt x="622471" y="1220103"/>
                  </a:cubicBezTo>
                  <a:lnTo>
                    <a:pt x="622471" y="1220103"/>
                  </a:lnTo>
                  <a:cubicBezTo>
                    <a:pt x="572955" y="1149857"/>
                    <a:pt x="491464" y="1024137"/>
                    <a:pt x="476945" y="1003659"/>
                  </a:cubicBezTo>
                  <a:cubicBezTo>
                    <a:pt x="476945" y="1000722"/>
                    <a:pt x="474007" y="997785"/>
                    <a:pt x="471154" y="994847"/>
                  </a:cubicBezTo>
                  <a:cubicBezTo>
                    <a:pt x="468300" y="991910"/>
                    <a:pt x="465363" y="986035"/>
                    <a:pt x="462426" y="983182"/>
                  </a:cubicBezTo>
                  <a:cubicBezTo>
                    <a:pt x="462426" y="983182"/>
                    <a:pt x="462426" y="980244"/>
                    <a:pt x="459488" y="980244"/>
                  </a:cubicBezTo>
                  <a:cubicBezTo>
                    <a:pt x="456551" y="974370"/>
                    <a:pt x="450760" y="968579"/>
                    <a:pt x="444969" y="962704"/>
                  </a:cubicBezTo>
                  <a:cubicBezTo>
                    <a:pt x="444969" y="959767"/>
                    <a:pt x="442032" y="956829"/>
                    <a:pt x="439178" y="953892"/>
                  </a:cubicBezTo>
                  <a:lnTo>
                    <a:pt x="436241" y="950954"/>
                  </a:lnTo>
                  <a:cubicBezTo>
                    <a:pt x="415847" y="927539"/>
                    <a:pt x="392600" y="901187"/>
                    <a:pt x="380934" y="889521"/>
                  </a:cubicBezTo>
                  <a:cubicBezTo>
                    <a:pt x="372206" y="880709"/>
                    <a:pt x="357687" y="869044"/>
                    <a:pt x="343084" y="857378"/>
                  </a:cubicBezTo>
                  <a:cubicBezTo>
                    <a:pt x="337293" y="854440"/>
                    <a:pt x="334356" y="851503"/>
                    <a:pt x="328565" y="848566"/>
                  </a:cubicBezTo>
                  <a:cubicBezTo>
                    <a:pt x="322774" y="845628"/>
                    <a:pt x="314046" y="839753"/>
                    <a:pt x="305318" y="833963"/>
                  </a:cubicBezTo>
                  <a:lnTo>
                    <a:pt x="305318" y="833963"/>
                  </a:lnTo>
                  <a:cubicBezTo>
                    <a:pt x="299527" y="831025"/>
                    <a:pt x="293652" y="828088"/>
                    <a:pt x="287861" y="825151"/>
                  </a:cubicBezTo>
                  <a:cubicBezTo>
                    <a:pt x="287861" y="822213"/>
                    <a:pt x="284924" y="822213"/>
                    <a:pt x="282070" y="819276"/>
                  </a:cubicBezTo>
                  <a:cubicBezTo>
                    <a:pt x="279133" y="819276"/>
                    <a:pt x="279133" y="816338"/>
                    <a:pt x="276279" y="816338"/>
                  </a:cubicBezTo>
                  <a:cubicBezTo>
                    <a:pt x="270489" y="813401"/>
                    <a:pt x="267551" y="810464"/>
                    <a:pt x="264614" y="807526"/>
                  </a:cubicBezTo>
                  <a:lnTo>
                    <a:pt x="261676" y="807526"/>
                  </a:lnTo>
                  <a:cubicBezTo>
                    <a:pt x="238429" y="792923"/>
                    <a:pt x="165666" y="754905"/>
                    <a:pt x="142335" y="737281"/>
                  </a:cubicBezTo>
                  <a:cubicBezTo>
                    <a:pt x="140376" y="737281"/>
                    <a:pt x="138446" y="736302"/>
                    <a:pt x="136544" y="734343"/>
                  </a:cubicBezTo>
                  <a:cubicBezTo>
                    <a:pt x="130753" y="731406"/>
                    <a:pt x="116150" y="722678"/>
                    <a:pt x="98694" y="710928"/>
                  </a:cubicBezTo>
                  <a:lnTo>
                    <a:pt x="95756" y="710928"/>
                  </a:lnTo>
                  <a:cubicBezTo>
                    <a:pt x="66634" y="693388"/>
                    <a:pt x="25930" y="672910"/>
                    <a:pt x="5537" y="661161"/>
                  </a:cubicBezTo>
                  <a:cubicBezTo>
                    <a:pt x="34659" y="626080"/>
                    <a:pt x="66634" y="585124"/>
                    <a:pt x="75362" y="576312"/>
                  </a:cubicBezTo>
                  <a:lnTo>
                    <a:pt x="75362" y="576312"/>
                  </a:lnTo>
                  <a:cubicBezTo>
                    <a:pt x="75362" y="576312"/>
                    <a:pt x="78300" y="573375"/>
                    <a:pt x="81153" y="570437"/>
                  </a:cubicBezTo>
                  <a:cubicBezTo>
                    <a:pt x="84091" y="570437"/>
                    <a:pt x="86944" y="567500"/>
                    <a:pt x="89881" y="564563"/>
                  </a:cubicBezTo>
                  <a:cubicBezTo>
                    <a:pt x="92819" y="561625"/>
                    <a:pt x="98610" y="558688"/>
                    <a:pt x="104401" y="555750"/>
                  </a:cubicBezTo>
                  <a:cubicBezTo>
                    <a:pt x="107338" y="555750"/>
                    <a:pt x="110191" y="552813"/>
                    <a:pt x="113129" y="552813"/>
                  </a:cubicBezTo>
                  <a:cubicBezTo>
                    <a:pt x="113129" y="549876"/>
                    <a:pt x="116066" y="549876"/>
                    <a:pt x="118920" y="546938"/>
                  </a:cubicBezTo>
                  <a:cubicBezTo>
                    <a:pt x="124710" y="544001"/>
                    <a:pt x="130585" y="541064"/>
                    <a:pt x="136376" y="538126"/>
                  </a:cubicBezTo>
                  <a:cubicBezTo>
                    <a:pt x="159623" y="526461"/>
                    <a:pt x="185892" y="511774"/>
                    <a:pt x="209139" y="500108"/>
                  </a:cubicBezTo>
                  <a:cubicBezTo>
                    <a:pt x="214930" y="497171"/>
                    <a:pt x="217867" y="497171"/>
                    <a:pt x="223658" y="494233"/>
                  </a:cubicBezTo>
                  <a:cubicBezTo>
                    <a:pt x="226596" y="491296"/>
                    <a:pt x="229449" y="491296"/>
                    <a:pt x="232386" y="491296"/>
                  </a:cubicBezTo>
                  <a:cubicBezTo>
                    <a:pt x="238177" y="488358"/>
                    <a:pt x="244052" y="485421"/>
                    <a:pt x="249843" y="482484"/>
                  </a:cubicBezTo>
                  <a:cubicBezTo>
                    <a:pt x="252780" y="482484"/>
                    <a:pt x="255634" y="479546"/>
                    <a:pt x="255634" y="479546"/>
                  </a:cubicBezTo>
                  <a:cubicBezTo>
                    <a:pt x="261425" y="476609"/>
                    <a:pt x="267299" y="473672"/>
                    <a:pt x="270153" y="470734"/>
                  </a:cubicBezTo>
                  <a:cubicBezTo>
                    <a:pt x="273090" y="470734"/>
                    <a:pt x="275944" y="467797"/>
                    <a:pt x="278881" y="467797"/>
                  </a:cubicBezTo>
                  <a:cubicBezTo>
                    <a:pt x="281818" y="464860"/>
                    <a:pt x="284672" y="461922"/>
                    <a:pt x="287609" y="461922"/>
                  </a:cubicBezTo>
                  <a:cubicBezTo>
                    <a:pt x="293400" y="456047"/>
                    <a:pt x="302128" y="453110"/>
                    <a:pt x="308003" y="450256"/>
                  </a:cubicBezTo>
                  <a:cubicBezTo>
                    <a:pt x="308003" y="450256"/>
                    <a:pt x="310941" y="447319"/>
                    <a:pt x="313794" y="447319"/>
                  </a:cubicBezTo>
                  <a:cubicBezTo>
                    <a:pt x="319585" y="441444"/>
                    <a:pt x="322522" y="438507"/>
                    <a:pt x="328313" y="435653"/>
                  </a:cubicBezTo>
                  <a:lnTo>
                    <a:pt x="328313" y="435653"/>
                  </a:lnTo>
                  <a:cubicBezTo>
                    <a:pt x="331250" y="432716"/>
                    <a:pt x="337041" y="429779"/>
                    <a:pt x="339979" y="429779"/>
                  </a:cubicBezTo>
                  <a:lnTo>
                    <a:pt x="339979" y="429779"/>
                  </a:lnTo>
                  <a:lnTo>
                    <a:pt x="348707" y="420967"/>
                  </a:lnTo>
                  <a:lnTo>
                    <a:pt x="348707" y="420967"/>
                  </a:lnTo>
                  <a:cubicBezTo>
                    <a:pt x="354498" y="418029"/>
                    <a:pt x="360373" y="412154"/>
                    <a:pt x="363226" y="409301"/>
                  </a:cubicBezTo>
                  <a:cubicBezTo>
                    <a:pt x="380682" y="394698"/>
                    <a:pt x="482568" y="330327"/>
                    <a:pt x="494233" y="321515"/>
                  </a:cubicBezTo>
                  <a:cubicBezTo>
                    <a:pt x="502961" y="309850"/>
                    <a:pt x="619366" y="178171"/>
                    <a:pt x="633969" y="169359"/>
                  </a:cubicBezTo>
                  <a:cubicBezTo>
                    <a:pt x="645634" y="160547"/>
                    <a:pt x="785286" y="93322"/>
                    <a:pt x="820283" y="72845"/>
                  </a:cubicBezTo>
                  <a:cubicBezTo>
                    <a:pt x="834802" y="66970"/>
                    <a:pt x="878527" y="37764"/>
                    <a:pt x="922168" y="5537"/>
                  </a:cubicBezTo>
                  <a:lnTo>
                    <a:pt x="1061904" y="315640"/>
                  </a:lnTo>
                  <a:lnTo>
                    <a:pt x="1085151" y="365408"/>
                  </a:lnTo>
                  <a:cubicBezTo>
                    <a:pt x="1088088" y="371283"/>
                    <a:pt x="1090942" y="380011"/>
                    <a:pt x="1096817" y="385886"/>
                  </a:cubicBezTo>
                  <a:cubicBezTo>
                    <a:pt x="1096817" y="391760"/>
                    <a:pt x="1099754" y="397551"/>
                    <a:pt x="1102607" y="403426"/>
                  </a:cubicBezTo>
                  <a:cubicBezTo>
                    <a:pt x="1105545" y="403426"/>
                    <a:pt x="1105545" y="406364"/>
                    <a:pt x="1105545" y="409301"/>
                  </a:cubicBezTo>
                  <a:cubicBezTo>
                    <a:pt x="1108482" y="412238"/>
                    <a:pt x="1111336" y="418113"/>
                    <a:pt x="1111336" y="420967"/>
                  </a:cubicBezTo>
                  <a:cubicBezTo>
                    <a:pt x="1117126" y="432632"/>
                    <a:pt x="1123001" y="447319"/>
                    <a:pt x="1128792" y="458985"/>
                  </a:cubicBezTo>
                  <a:cubicBezTo>
                    <a:pt x="1131729" y="461922"/>
                    <a:pt x="1131729" y="464860"/>
                    <a:pt x="1134583" y="467797"/>
                  </a:cubicBezTo>
                  <a:cubicBezTo>
                    <a:pt x="1137520" y="473672"/>
                    <a:pt x="1140374" y="482400"/>
                    <a:pt x="1143311" y="488274"/>
                  </a:cubicBezTo>
                  <a:cubicBezTo>
                    <a:pt x="1146248" y="494149"/>
                    <a:pt x="1149102" y="499940"/>
                    <a:pt x="1152039" y="502878"/>
                  </a:cubicBezTo>
                  <a:cubicBezTo>
                    <a:pt x="1154977" y="508752"/>
                    <a:pt x="1157830" y="517481"/>
                    <a:pt x="1160768" y="523355"/>
                  </a:cubicBezTo>
                  <a:cubicBezTo>
                    <a:pt x="1166558" y="535021"/>
                    <a:pt x="1172433" y="546770"/>
                    <a:pt x="1178224" y="558436"/>
                  </a:cubicBezTo>
                  <a:cubicBezTo>
                    <a:pt x="1184015" y="575976"/>
                    <a:pt x="1192743" y="590579"/>
                    <a:pt x="1198618" y="602329"/>
                  </a:cubicBezTo>
                  <a:cubicBezTo>
                    <a:pt x="1201555" y="608204"/>
                    <a:pt x="1201555" y="611141"/>
                    <a:pt x="1204409" y="613995"/>
                  </a:cubicBezTo>
                  <a:cubicBezTo>
                    <a:pt x="1210199" y="625660"/>
                    <a:pt x="1213137" y="634472"/>
                    <a:pt x="1216074" y="643284"/>
                  </a:cubicBezTo>
                  <a:cubicBezTo>
                    <a:pt x="1221865" y="649159"/>
                    <a:pt x="1221865" y="654950"/>
                    <a:pt x="1224802" y="660825"/>
                  </a:cubicBezTo>
                  <a:cubicBezTo>
                    <a:pt x="1233531" y="678365"/>
                    <a:pt x="1239322" y="692968"/>
                    <a:pt x="1245196" y="701780"/>
                  </a:cubicBezTo>
                  <a:cubicBezTo>
                    <a:pt x="1248134" y="704718"/>
                    <a:pt x="1248134" y="710593"/>
                    <a:pt x="1250987" y="710593"/>
                  </a:cubicBezTo>
                  <a:lnTo>
                    <a:pt x="1250987" y="716467"/>
                  </a:lnTo>
                  <a:lnTo>
                    <a:pt x="1253925" y="719405"/>
                  </a:lnTo>
                  <a:lnTo>
                    <a:pt x="1253925" y="719405"/>
                  </a:lnTo>
                  <a:lnTo>
                    <a:pt x="1253925" y="722342"/>
                  </a:lnTo>
                  <a:lnTo>
                    <a:pt x="1253925" y="722342"/>
                  </a:lnTo>
                  <a:lnTo>
                    <a:pt x="1460548" y="631619"/>
                  </a:lnTo>
                  <a:lnTo>
                    <a:pt x="1457611" y="631619"/>
                  </a:lnTo>
                  <a:cubicBezTo>
                    <a:pt x="1451820" y="614079"/>
                    <a:pt x="1443092" y="602329"/>
                    <a:pt x="1437217" y="590663"/>
                  </a:cubicBezTo>
                  <a:cubicBezTo>
                    <a:pt x="1434280" y="584789"/>
                    <a:pt x="1431426" y="581851"/>
                    <a:pt x="1431426" y="576060"/>
                  </a:cubicBezTo>
                  <a:cubicBezTo>
                    <a:pt x="1425636" y="570186"/>
                    <a:pt x="1422698" y="564395"/>
                    <a:pt x="1422698" y="558520"/>
                  </a:cubicBezTo>
                  <a:cubicBezTo>
                    <a:pt x="1419761" y="558520"/>
                    <a:pt x="1419761" y="555583"/>
                    <a:pt x="1416907" y="552645"/>
                  </a:cubicBezTo>
                  <a:cubicBezTo>
                    <a:pt x="1416907" y="552645"/>
                    <a:pt x="1416907" y="549708"/>
                    <a:pt x="1413970" y="549708"/>
                  </a:cubicBezTo>
                  <a:lnTo>
                    <a:pt x="1413970" y="543833"/>
                  </a:lnTo>
                  <a:cubicBezTo>
                    <a:pt x="1412012" y="541875"/>
                    <a:pt x="1411033" y="539917"/>
                    <a:pt x="1411033" y="537958"/>
                  </a:cubicBezTo>
                  <a:lnTo>
                    <a:pt x="1408095" y="537958"/>
                  </a:lnTo>
                  <a:cubicBezTo>
                    <a:pt x="1411033" y="537958"/>
                    <a:pt x="1419761" y="532083"/>
                    <a:pt x="1509980" y="497003"/>
                  </a:cubicBezTo>
                  <a:lnTo>
                    <a:pt x="1509980" y="494065"/>
                  </a:lnTo>
                  <a:lnTo>
                    <a:pt x="1509980" y="494065"/>
                  </a:lnTo>
                  <a:cubicBezTo>
                    <a:pt x="1507043" y="494065"/>
                    <a:pt x="1507043" y="491128"/>
                    <a:pt x="1507043" y="491128"/>
                  </a:cubicBezTo>
                  <a:lnTo>
                    <a:pt x="1507043" y="488191"/>
                  </a:lnTo>
                  <a:lnTo>
                    <a:pt x="1498315" y="479378"/>
                  </a:lnTo>
                  <a:lnTo>
                    <a:pt x="1498315" y="476441"/>
                  </a:lnTo>
                  <a:cubicBezTo>
                    <a:pt x="1498315" y="476441"/>
                    <a:pt x="1498315" y="473504"/>
                    <a:pt x="1495377" y="473504"/>
                  </a:cubicBezTo>
                  <a:cubicBezTo>
                    <a:pt x="1495377" y="471546"/>
                    <a:pt x="1494398" y="469587"/>
                    <a:pt x="1492440" y="467629"/>
                  </a:cubicBezTo>
                  <a:cubicBezTo>
                    <a:pt x="1492440" y="464692"/>
                    <a:pt x="1489503" y="461754"/>
                    <a:pt x="1489503" y="458817"/>
                  </a:cubicBezTo>
                  <a:cubicBezTo>
                    <a:pt x="1480774" y="450005"/>
                    <a:pt x="1477837" y="441277"/>
                    <a:pt x="1472046" y="432464"/>
                  </a:cubicBezTo>
                  <a:cubicBezTo>
                    <a:pt x="1469109" y="429527"/>
                    <a:pt x="1466255" y="426590"/>
                    <a:pt x="1463318" y="420799"/>
                  </a:cubicBezTo>
                  <a:cubicBezTo>
                    <a:pt x="1463318" y="420799"/>
                    <a:pt x="1463318" y="417861"/>
                    <a:pt x="1460381" y="414924"/>
                  </a:cubicBezTo>
                  <a:lnTo>
                    <a:pt x="1460381" y="414924"/>
                  </a:lnTo>
                  <a:cubicBezTo>
                    <a:pt x="1454590" y="406112"/>
                    <a:pt x="1451652" y="403258"/>
                    <a:pt x="1451652" y="400321"/>
                  </a:cubicBezTo>
                  <a:lnTo>
                    <a:pt x="1451652" y="397384"/>
                  </a:lnTo>
                  <a:lnTo>
                    <a:pt x="1451652" y="397384"/>
                  </a:lnTo>
                  <a:lnTo>
                    <a:pt x="1495293" y="376906"/>
                  </a:lnTo>
                  <a:cubicBezTo>
                    <a:pt x="1509813" y="409049"/>
                    <a:pt x="1521478" y="432464"/>
                    <a:pt x="1530206" y="455879"/>
                  </a:cubicBezTo>
                  <a:cubicBezTo>
                    <a:pt x="1533144" y="458817"/>
                    <a:pt x="1533144" y="461754"/>
                    <a:pt x="1535997" y="464692"/>
                  </a:cubicBezTo>
                  <a:lnTo>
                    <a:pt x="1535997" y="467629"/>
                  </a:lnTo>
                  <a:cubicBezTo>
                    <a:pt x="1538935" y="473504"/>
                    <a:pt x="1541788" y="476441"/>
                    <a:pt x="1541788" y="482232"/>
                  </a:cubicBezTo>
                  <a:cubicBezTo>
                    <a:pt x="1544725" y="485169"/>
                    <a:pt x="1544725" y="488107"/>
                    <a:pt x="1547579" y="491044"/>
                  </a:cubicBezTo>
                  <a:cubicBezTo>
                    <a:pt x="1547579" y="493982"/>
                    <a:pt x="1550516" y="496919"/>
                    <a:pt x="1550516" y="499856"/>
                  </a:cubicBezTo>
                  <a:cubicBezTo>
                    <a:pt x="1550516" y="499856"/>
                    <a:pt x="1553454" y="502794"/>
                    <a:pt x="1553454" y="505731"/>
                  </a:cubicBezTo>
                  <a:cubicBezTo>
                    <a:pt x="1556391" y="511606"/>
                    <a:pt x="1559245" y="514543"/>
                    <a:pt x="1559245" y="520334"/>
                  </a:cubicBezTo>
                  <a:cubicBezTo>
                    <a:pt x="1562182" y="523271"/>
                    <a:pt x="1562182" y="526209"/>
                    <a:pt x="1565035" y="526209"/>
                  </a:cubicBezTo>
                  <a:cubicBezTo>
                    <a:pt x="1565035" y="529146"/>
                    <a:pt x="1565035" y="532083"/>
                    <a:pt x="1567973" y="535021"/>
                  </a:cubicBezTo>
                  <a:cubicBezTo>
                    <a:pt x="1567973" y="537958"/>
                    <a:pt x="1570910" y="537958"/>
                    <a:pt x="1570910" y="540896"/>
                  </a:cubicBezTo>
                  <a:cubicBezTo>
                    <a:pt x="1570910" y="543833"/>
                    <a:pt x="1573848" y="546770"/>
                    <a:pt x="1573848" y="549708"/>
                  </a:cubicBezTo>
                  <a:cubicBezTo>
                    <a:pt x="1575806" y="551666"/>
                    <a:pt x="1576785" y="553624"/>
                    <a:pt x="1576785" y="555583"/>
                  </a:cubicBezTo>
                  <a:lnTo>
                    <a:pt x="1579722" y="558520"/>
                  </a:lnTo>
                  <a:lnTo>
                    <a:pt x="1536081" y="576060"/>
                  </a:lnTo>
                  <a:lnTo>
                    <a:pt x="1559328" y="634556"/>
                  </a:lnTo>
                  <a:lnTo>
                    <a:pt x="1501084" y="672574"/>
                  </a:lnTo>
                  <a:lnTo>
                    <a:pt x="1535997" y="751548"/>
                  </a:lnTo>
                  <a:lnTo>
                    <a:pt x="1556391" y="751548"/>
                  </a:lnTo>
                  <a:lnTo>
                    <a:pt x="1556391" y="754485"/>
                  </a:lnTo>
                  <a:lnTo>
                    <a:pt x="1559328" y="754485"/>
                  </a:lnTo>
                  <a:cubicBezTo>
                    <a:pt x="1559328" y="754485"/>
                    <a:pt x="1559328" y="757423"/>
                    <a:pt x="1562266" y="760360"/>
                  </a:cubicBezTo>
                  <a:lnTo>
                    <a:pt x="1562266" y="760360"/>
                  </a:lnTo>
                  <a:cubicBezTo>
                    <a:pt x="1562266" y="763298"/>
                    <a:pt x="1562266" y="766235"/>
                    <a:pt x="1565203" y="766235"/>
                  </a:cubicBezTo>
                  <a:lnTo>
                    <a:pt x="1565203" y="769172"/>
                  </a:lnTo>
                  <a:cubicBezTo>
                    <a:pt x="1568141" y="772110"/>
                    <a:pt x="1568141" y="775047"/>
                    <a:pt x="1570994" y="780838"/>
                  </a:cubicBezTo>
                  <a:cubicBezTo>
                    <a:pt x="1570994" y="780838"/>
                    <a:pt x="1573932" y="783775"/>
                    <a:pt x="1573932" y="786713"/>
                  </a:cubicBezTo>
                  <a:cubicBezTo>
                    <a:pt x="1573932" y="789650"/>
                    <a:pt x="1576869" y="789650"/>
                    <a:pt x="1576869" y="792587"/>
                  </a:cubicBezTo>
                  <a:cubicBezTo>
                    <a:pt x="1576869" y="795525"/>
                    <a:pt x="1579806" y="795525"/>
                    <a:pt x="1579806" y="795525"/>
                  </a:cubicBezTo>
                  <a:cubicBezTo>
                    <a:pt x="1591472" y="821877"/>
                    <a:pt x="1611782" y="859895"/>
                    <a:pt x="1640904" y="918391"/>
                  </a:cubicBezTo>
                  <a:lnTo>
                    <a:pt x="1640904" y="918391"/>
                  </a:lnTo>
                  <a:close/>
                </a:path>
              </a:pathLst>
            </a:custGeom>
            <a:solidFill>
              <a:srgbClr val="46121D">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sp>
          <p:nvSpPr>
            <p:cNvPr id="120" name="Freeform: Shape 119">
              <a:extLst>
                <a:ext uri="{FF2B5EF4-FFF2-40B4-BE49-F238E27FC236}">
                  <a16:creationId xmlns:a16="http://schemas.microsoft.com/office/drawing/2014/main" id="{A9299907-231F-AF73-A79D-5DE4C8280B32}"/>
                </a:ext>
              </a:extLst>
            </p:cNvPr>
            <p:cNvSpPr/>
            <p:nvPr/>
          </p:nvSpPr>
          <p:spPr>
            <a:xfrm>
              <a:off x="7414204" y="3711418"/>
              <a:ext cx="396464" cy="343041"/>
            </a:xfrm>
            <a:custGeom>
              <a:avLst/>
              <a:gdLst>
                <a:gd name="connsiteX0" fmla="*/ 483407 w 486766"/>
                <a:gd name="connsiteY0" fmla="*/ 195795 h 419626"/>
                <a:gd name="connsiteX1" fmla="*/ 355840 w 486766"/>
                <a:gd name="connsiteY1" fmla="*/ 257144 h 419626"/>
                <a:gd name="connsiteX2" fmla="*/ 23497 w 486766"/>
                <a:gd name="connsiteY2" fmla="*/ 416938 h 419626"/>
                <a:gd name="connsiteX3" fmla="*/ 5537 w 486766"/>
                <a:gd name="connsiteY3" fmla="*/ 192606 h 419626"/>
                <a:gd name="connsiteX4" fmla="*/ 8474 w 486766"/>
                <a:gd name="connsiteY4" fmla="*/ 189669 h 419626"/>
                <a:gd name="connsiteX5" fmla="*/ 395873 w 486766"/>
                <a:gd name="connsiteY5" fmla="*/ 166253 h 419626"/>
                <a:gd name="connsiteX6" fmla="*/ 413665 w 486766"/>
                <a:gd name="connsiteY6" fmla="*/ 116654 h 419626"/>
                <a:gd name="connsiteX7" fmla="*/ 413329 w 486766"/>
                <a:gd name="connsiteY7" fmla="*/ 113548 h 419626"/>
                <a:gd name="connsiteX8" fmla="*/ 378332 w 486766"/>
                <a:gd name="connsiteY8" fmla="*/ 101799 h 419626"/>
                <a:gd name="connsiteX9" fmla="*/ 381270 w 486766"/>
                <a:gd name="connsiteY9" fmla="*/ 13929 h 419626"/>
                <a:gd name="connsiteX10" fmla="*/ 383620 w 486766"/>
                <a:gd name="connsiteY10" fmla="*/ 5537 h 419626"/>
                <a:gd name="connsiteX11" fmla="*/ 483407 w 486766"/>
                <a:gd name="connsiteY11" fmla="*/ 195795 h 4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6766" h="419626">
                  <a:moveTo>
                    <a:pt x="483407" y="195795"/>
                  </a:moveTo>
                  <a:lnTo>
                    <a:pt x="355840" y="257144"/>
                  </a:lnTo>
                  <a:lnTo>
                    <a:pt x="23497" y="416938"/>
                  </a:lnTo>
                  <a:cubicBezTo>
                    <a:pt x="16615" y="334272"/>
                    <a:pt x="9397" y="245479"/>
                    <a:pt x="5537" y="192606"/>
                  </a:cubicBezTo>
                  <a:lnTo>
                    <a:pt x="8474" y="189669"/>
                  </a:lnTo>
                  <a:cubicBezTo>
                    <a:pt x="17202" y="189669"/>
                    <a:pt x="75446" y="186731"/>
                    <a:pt x="395873" y="166253"/>
                  </a:cubicBezTo>
                  <a:cubicBezTo>
                    <a:pt x="398474" y="163568"/>
                    <a:pt x="413665" y="130837"/>
                    <a:pt x="413665" y="116654"/>
                  </a:cubicBezTo>
                  <a:cubicBezTo>
                    <a:pt x="413665" y="115478"/>
                    <a:pt x="413581" y="114471"/>
                    <a:pt x="413329" y="113548"/>
                  </a:cubicBezTo>
                  <a:cubicBezTo>
                    <a:pt x="407538" y="104736"/>
                    <a:pt x="378332" y="101799"/>
                    <a:pt x="378332" y="101799"/>
                  </a:cubicBezTo>
                  <a:cubicBezTo>
                    <a:pt x="378332" y="101799"/>
                    <a:pt x="378332" y="31553"/>
                    <a:pt x="381270" y="13929"/>
                  </a:cubicBezTo>
                  <a:cubicBezTo>
                    <a:pt x="381857" y="11243"/>
                    <a:pt x="382696" y="8474"/>
                    <a:pt x="383620" y="5537"/>
                  </a:cubicBezTo>
                  <a:lnTo>
                    <a:pt x="483407" y="195795"/>
                  </a:lnTo>
                  <a:close/>
                </a:path>
              </a:pathLst>
            </a:custGeom>
            <a:solidFill>
              <a:srgbClr val="7A8AAA">
                <a:alpha val="75000"/>
              </a:srgbClr>
            </a:solidFill>
            <a:ln w="5095" cap="flat" cmpd="sng" algn="ctr">
              <a:solidFill>
                <a:schemeClr val="bg1"/>
              </a:solidFill>
              <a:prstDash val="solid"/>
              <a:miter lim="800000"/>
              <a:headEnd type="none" w="med" len="med"/>
              <a:tailEnd type="none" w="med" len="med"/>
            </a:ln>
          </p:spPr>
          <p:txBody>
            <a:bodyPr vert="horz" wrap="square" lIns="99547" tIns="49772" rIns="99547" bIns="49772"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95959"/>
                </a:solidFill>
                <a:effectLst/>
                <a:uLnTx/>
                <a:uFillTx/>
                <a:latin typeface="Fund Regular"/>
                <a:ea typeface="+mn-ea"/>
                <a:cs typeface="+mn-cs"/>
              </a:endParaRPr>
            </a:p>
          </p:txBody>
        </p:sp>
      </p:grpSp>
      <p:grpSp>
        <p:nvGrpSpPr>
          <p:cNvPr id="3" name="Group 2">
            <a:extLst>
              <a:ext uri="{FF2B5EF4-FFF2-40B4-BE49-F238E27FC236}">
                <a16:creationId xmlns:a16="http://schemas.microsoft.com/office/drawing/2014/main" id="{0829D6D8-CB05-141E-6790-BF6EA1FC3B4E}"/>
              </a:ext>
            </a:extLst>
          </p:cNvPr>
          <p:cNvGrpSpPr/>
          <p:nvPr/>
        </p:nvGrpSpPr>
        <p:grpSpPr>
          <a:xfrm>
            <a:off x="1108428" y="6281015"/>
            <a:ext cx="472120" cy="183497"/>
            <a:chOff x="-1167110" y="595256"/>
            <a:chExt cx="1016594" cy="395116"/>
          </a:xfrm>
        </p:grpSpPr>
        <p:pic>
          <p:nvPicPr>
            <p:cNvPr id="4" name="Graphic 3">
              <a:extLst>
                <a:ext uri="{FF2B5EF4-FFF2-40B4-BE49-F238E27FC236}">
                  <a16:creationId xmlns:a16="http://schemas.microsoft.com/office/drawing/2014/main" id="{A73BFA8D-3D05-98D4-3FD3-6820F5FDD37A}"/>
                </a:ext>
              </a:extLst>
            </p:cNvPr>
            <p:cNvPicPr>
              <a:picLocks noChangeAspect="1"/>
            </p:cNvPicPr>
            <p:nvPr/>
          </p:nvPicPr>
          <p:blipFill rotWithShape="1">
            <a:blip>
              <a:extLst>
                <a:ext uri="{96DAC541-7B7A-43D3-8B79-37D633B846F1}">
                  <asvg:svgBlip xmlns:asvg="http://schemas.microsoft.com/office/drawing/2016/SVG/main" r:embed="rId6"/>
                </a:ext>
              </a:extLst>
            </a:blip>
            <a:srcRect r="70656"/>
            <a:stretch/>
          </p:blipFill>
          <p:spPr>
            <a:xfrm>
              <a:off x="-1167110" y="595256"/>
              <a:ext cx="331507" cy="395116"/>
            </a:xfrm>
            <a:prstGeom prst="rect">
              <a:avLst/>
            </a:prstGeom>
          </p:spPr>
        </p:pic>
        <p:pic>
          <p:nvPicPr>
            <p:cNvPr id="5" name="Graphic 4">
              <a:extLst>
                <a:ext uri="{FF2B5EF4-FFF2-40B4-BE49-F238E27FC236}">
                  <a16:creationId xmlns:a16="http://schemas.microsoft.com/office/drawing/2014/main" id="{48449101-B347-B0F7-C0A3-74CDC3BC54AD}"/>
                </a:ext>
              </a:extLst>
            </p:cNvPr>
            <p:cNvPicPr>
              <a:picLocks noChangeAspect="1"/>
            </p:cNvPicPr>
            <p:nvPr/>
          </p:nvPicPr>
          <p:blipFill rotWithShape="1">
            <a:blip>
              <a:extLst>
                <a:ext uri="{96DAC541-7B7A-43D3-8B79-37D633B846F1}">
                  <asvg:svgBlip xmlns:asvg="http://schemas.microsoft.com/office/drawing/2016/SVG/main" r:embed="rId6"/>
                </a:ext>
              </a:extLst>
            </a:blip>
            <a:srcRect l="29344"/>
            <a:stretch/>
          </p:blipFill>
          <p:spPr>
            <a:xfrm>
              <a:off x="-870149" y="614709"/>
              <a:ext cx="719633" cy="356211"/>
            </a:xfrm>
            <a:prstGeom prst="rect">
              <a:avLst/>
            </a:prstGeom>
          </p:spPr>
        </p:pic>
      </p:grpSp>
    </p:spTree>
    <p:extLst>
      <p:ext uri="{BB962C8B-B14F-4D97-AF65-F5344CB8AC3E}">
        <p14:creationId xmlns:p14="http://schemas.microsoft.com/office/powerpoint/2010/main" val="40772242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53EA-3CBE-195D-0C77-8784C46EAE10}"/>
            </a:ext>
          </a:extLst>
        </p:cNvPr>
        <p:cNvGrpSpPr/>
        <p:nvPr/>
      </p:nvGrpSpPr>
      <p:grpSpPr>
        <a:xfrm>
          <a:off x="0" y="0"/>
          <a:ext cx="0" cy="0"/>
          <a:chOff x="0" y="0"/>
          <a:chExt cx="0" cy="0"/>
        </a:xfrm>
      </p:grpSpPr>
      <p:graphicFrame>
        <p:nvGraphicFramePr>
          <p:cNvPr id="130" name="think-cell data - do not delete" hidden="1">
            <a:extLst>
              <a:ext uri="{FF2B5EF4-FFF2-40B4-BE49-F238E27FC236}">
                <a16:creationId xmlns:a16="http://schemas.microsoft.com/office/drawing/2014/main" id="{436FCE12-6227-5446-A283-0EB68A2A409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30" name="think-cell data - do not delete" hidden="1">
                        <a:extLst>
                          <a:ext uri="{FF2B5EF4-FFF2-40B4-BE49-F238E27FC236}">
                            <a16:creationId xmlns:a16="http://schemas.microsoft.com/office/drawing/2014/main" id="{436FCE12-6227-5446-A283-0EB68A2A40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2" name="Group 1">
            <a:extLst>
              <a:ext uri="{FF2B5EF4-FFF2-40B4-BE49-F238E27FC236}">
                <a16:creationId xmlns:a16="http://schemas.microsoft.com/office/drawing/2014/main" id="{51CADD9D-7E32-D9FD-1BF9-981CA5FD2F54}"/>
              </a:ext>
            </a:extLst>
          </p:cNvPr>
          <p:cNvGrpSpPr/>
          <p:nvPr/>
        </p:nvGrpSpPr>
        <p:grpSpPr>
          <a:xfrm>
            <a:off x="1051044" y="974727"/>
            <a:ext cx="10465833" cy="1337391"/>
            <a:chOff x="1051044" y="1692062"/>
            <a:chExt cx="10465833" cy="1337391"/>
          </a:xfrm>
        </p:grpSpPr>
        <p:grpSp>
          <p:nvGrpSpPr>
            <p:cNvPr id="3" name="Group 2">
              <a:extLst>
                <a:ext uri="{FF2B5EF4-FFF2-40B4-BE49-F238E27FC236}">
                  <a16:creationId xmlns:a16="http://schemas.microsoft.com/office/drawing/2014/main" id="{40DAD99C-5F30-F5FB-B738-370E840308F5}"/>
                </a:ext>
              </a:extLst>
            </p:cNvPr>
            <p:cNvGrpSpPr/>
            <p:nvPr/>
          </p:nvGrpSpPr>
          <p:grpSpPr>
            <a:xfrm>
              <a:off x="2138560" y="1940429"/>
              <a:ext cx="9378317" cy="1089024"/>
              <a:chOff x="1977529" y="1049243"/>
              <a:chExt cx="9378317" cy="1089024"/>
            </a:xfrm>
            <a:solidFill>
              <a:srgbClr val="035E52"/>
            </a:solidFill>
          </p:grpSpPr>
          <p:sp>
            <p:nvSpPr>
              <p:cNvPr id="25" name="Rectangle 1">
                <a:extLst>
                  <a:ext uri="{FF2B5EF4-FFF2-40B4-BE49-F238E27FC236}">
                    <a16:creationId xmlns:a16="http://schemas.microsoft.com/office/drawing/2014/main" id="{BC0683E7-717C-ABF4-E239-ED160C7A6A78}"/>
                  </a:ext>
                </a:extLst>
              </p:cNvPr>
              <p:cNvSpPr/>
              <p:nvPr/>
            </p:nvSpPr>
            <p:spPr>
              <a:xfrm rot="2700000">
                <a:off x="10716127" y="1251273"/>
                <a:ext cx="644210" cy="635229"/>
              </a:xfrm>
              <a:custGeom>
                <a:avLst/>
                <a:gdLst>
                  <a:gd name="connsiteX0" fmla="*/ 0 w 433174"/>
                  <a:gd name="connsiteY0" fmla="*/ 0 h 433174"/>
                  <a:gd name="connsiteX1" fmla="*/ 433174 w 433174"/>
                  <a:gd name="connsiteY1" fmla="*/ 0 h 433174"/>
                  <a:gd name="connsiteX2" fmla="*/ 433174 w 433174"/>
                  <a:gd name="connsiteY2" fmla="*/ 433174 h 433174"/>
                  <a:gd name="connsiteX3" fmla="*/ 0 w 433174"/>
                  <a:gd name="connsiteY3" fmla="*/ 433174 h 433174"/>
                  <a:gd name="connsiteX4" fmla="*/ 0 w 433174"/>
                  <a:gd name="connsiteY4" fmla="*/ 0 h 433174"/>
                  <a:gd name="connsiteX0" fmla="*/ 0 w 536447"/>
                  <a:gd name="connsiteY0" fmla="*/ 0 h 545427"/>
                  <a:gd name="connsiteX1" fmla="*/ 536447 w 536447"/>
                  <a:gd name="connsiteY1" fmla="*/ 112253 h 545427"/>
                  <a:gd name="connsiteX2" fmla="*/ 536447 w 536447"/>
                  <a:gd name="connsiteY2" fmla="*/ 545427 h 545427"/>
                  <a:gd name="connsiteX3" fmla="*/ 103273 w 536447"/>
                  <a:gd name="connsiteY3" fmla="*/ 545427 h 545427"/>
                  <a:gd name="connsiteX4" fmla="*/ 0 w 536447"/>
                  <a:gd name="connsiteY4" fmla="*/ 0 h 545427"/>
                  <a:gd name="connsiteX0" fmla="*/ 0 w 644210"/>
                  <a:gd name="connsiteY0" fmla="*/ 0 h 635229"/>
                  <a:gd name="connsiteX1" fmla="*/ 536447 w 644210"/>
                  <a:gd name="connsiteY1" fmla="*/ 112253 h 635229"/>
                  <a:gd name="connsiteX2" fmla="*/ 644210 w 644210"/>
                  <a:gd name="connsiteY2" fmla="*/ 635229 h 635229"/>
                  <a:gd name="connsiteX3" fmla="*/ 103273 w 644210"/>
                  <a:gd name="connsiteY3" fmla="*/ 545427 h 635229"/>
                  <a:gd name="connsiteX4" fmla="*/ 0 w 644210"/>
                  <a:gd name="connsiteY4" fmla="*/ 0 h 635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210" h="635229">
                    <a:moveTo>
                      <a:pt x="0" y="0"/>
                    </a:moveTo>
                    <a:lnTo>
                      <a:pt x="536447" y="112253"/>
                    </a:lnTo>
                    <a:lnTo>
                      <a:pt x="644210" y="635229"/>
                    </a:lnTo>
                    <a:lnTo>
                      <a:pt x="103273" y="545427"/>
                    </a:lnTo>
                    <a:lnTo>
                      <a:pt x="0" y="0"/>
                    </a:lnTo>
                    <a:close/>
                  </a:path>
                </a:pathLst>
              </a:custGeom>
              <a:grpFill/>
              <a:ln w="12700" cap="flat" cmpd="sng" algn="ctr">
                <a:solidFill>
                  <a:schemeClr val="tx2"/>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ea typeface="+mn-ea"/>
                  <a:cs typeface="+mn-cs"/>
                </a:endParaRPr>
              </a:p>
            </p:txBody>
          </p:sp>
          <p:sp>
            <p:nvSpPr>
              <p:cNvPr id="26" name="Rectangle 14">
                <a:extLst>
                  <a:ext uri="{FF2B5EF4-FFF2-40B4-BE49-F238E27FC236}">
                    <a16:creationId xmlns:a16="http://schemas.microsoft.com/office/drawing/2014/main" id="{3247CE5F-E33A-C3F8-8E2F-22CF88F26DFE}"/>
                  </a:ext>
                </a:extLst>
              </p:cNvPr>
              <p:cNvSpPr/>
              <p:nvPr/>
            </p:nvSpPr>
            <p:spPr>
              <a:xfrm>
                <a:off x="1984632" y="1049243"/>
                <a:ext cx="9188483" cy="1089024"/>
              </a:xfrm>
              <a:custGeom>
                <a:avLst/>
                <a:gdLst>
                  <a:gd name="connsiteX0" fmla="*/ 0 w 9188483"/>
                  <a:gd name="connsiteY0" fmla="*/ 0 h 1057274"/>
                  <a:gd name="connsiteX1" fmla="*/ 9188483 w 9188483"/>
                  <a:gd name="connsiteY1" fmla="*/ 0 h 1057274"/>
                  <a:gd name="connsiteX2" fmla="*/ 9188483 w 9188483"/>
                  <a:gd name="connsiteY2" fmla="*/ 1057274 h 1057274"/>
                  <a:gd name="connsiteX3" fmla="*/ 0 w 9188483"/>
                  <a:gd name="connsiteY3" fmla="*/ 1057274 h 1057274"/>
                  <a:gd name="connsiteX4" fmla="*/ 0 w 9188483"/>
                  <a:gd name="connsiteY4" fmla="*/ 0 h 1057274"/>
                  <a:gd name="connsiteX0" fmla="*/ 0 w 9188483"/>
                  <a:gd name="connsiteY0" fmla="*/ 0 h 1057274"/>
                  <a:gd name="connsiteX1" fmla="*/ 9188483 w 9188483"/>
                  <a:gd name="connsiteY1" fmla="*/ 0 h 1057274"/>
                  <a:gd name="connsiteX2" fmla="*/ 9188483 w 9188483"/>
                  <a:gd name="connsiteY2" fmla="*/ 1057274 h 1057274"/>
                  <a:gd name="connsiteX3" fmla="*/ 271848 w 9188483"/>
                  <a:gd name="connsiteY3" fmla="*/ 1057274 h 1057274"/>
                  <a:gd name="connsiteX4" fmla="*/ 0 w 9188483"/>
                  <a:gd name="connsiteY4" fmla="*/ 0 h 1057274"/>
                  <a:gd name="connsiteX0" fmla="*/ 0 w 9188483"/>
                  <a:gd name="connsiteY0" fmla="*/ 0 h 1089024"/>
                  <a:gd name="connsiteX1" fmla="*/ 9188483 w 9188483"/>
                  <a:gd name="connsiteY1" fmla="*/ 0 h 1089024"/>
                  <a:gd name="connsiteX2" fmla="*/ 9188483 w 9188483"/>
                  <a:gd name="connsiteY2" fmla="*/ 1057274 h 1089024"/>
                  <a:gd name="connsiteX3" fmla="*/ 290898 w 9188483"/>
                  <a:gd name="connsiteY3" fmla="*/ 1089024 h 1089024"/>
                  <a:gd name="connsiteX4" fmla="*/ 0 w 9188483"/>
                  <a:gd name="connsiteY4" fmla="*/ 0 h 1089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8483" h="1089024">
                    <a:moveTo>
                      <a:pt x="0" y="0"/>
                    </a:moveTo>
                    <a:lnTo>
                      <a:pt x="9188483" y="0"/>
                    </a:lnTo>
                    <a:lnTo>
                      <a:pt x="9188483" y="1057274"/>
                    </a:lnTo>
                    <a:lnTo>
                      <a:pt x="290898" y="1089024"/>
                    </a:lnTo>
                    <a:lnTo>
                      <a:pt x="0" y="0"/>
                    </a:lnTo>
                    <a:close/>
                  </a:path>
                </a:pathLst>
              </a:custGeom>
              <a:grpFill/>
              <a:ln>
                <a:solidFill>
                  <a:schemeClr val="tx2"/>
                </a:solidFill>
              </a:ln>
            </p:spPr>
            <p:txBody>
              <a:bodyPr wrap="square" lIns="45720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FFFFFF"/>
                    </a:solidFill>
                    <a:effectLst/>
                    <a:uLnTx/>
                    <a:uFillTx/>
                    <a:ea typeface="+mn-ea"/>
                    <a:cs typeface="Sakkal Majalla" panose="02000000000000000000" pitchFamily="2" charset="-78"/>
                  </a:rPr>
                  <a:t>Key Asks:</a:t>
                </a:r>
              </a:p>
            </p:txBody>
          </p:sp>
          <p:cxnSp>
            <p:nvCxnSpPr>
              <p:cNvPr id="27" name="Google Shape;2563;p24">
                <a:extLst>
                  <a:ext uri="{FF2B5EF4-FFF2-40B4-BE49-F238E27FC236}">
                    <a16:creationId xmlns:a16="http://schemas.microsoft.com/office/drawing/2014/main" id="{EE4AB75A-4F65-0CE2-1DF6-39125DD2E2BB}"/>
                  </a:ext>
                </a:extLst>
              </p:cNvPr>
              <p:cNvCxnSpPr>
                <a:cxnSpLocks/>
              </p:cNvCxnSpPr>
              <p:nvPr/>
            </p:nvCxnSpPr>
            <p:spPr>
              <a:xfrm>
                <a:off x="11173117" y="1820069"/>
                <a:ext cx="0" cy="276925"/>
              </a:xfrm>
              <a:prstGeom prst="straightConnector1">
                <a:avLst/>
              </a:prstGeom>
              <a:grpFill/>
              <a:ln w="25400" cap="rnd" cmpd="sng">
                <a:solidFill>
                  <a:schemeClr val="tx2"/>
                </a:solidFill>
                <a:prstDash val="solid"/>
                <a:round/>
                <a:headEnd type="none" w="sm" len="sm"/>
                <a:tailEnd type="none" w="sm" len="sm"/>
              </a:ln>
            </p:spPr>
          </p:cxnSp>
          <p:cxnSp>
            <p:nvCxnSpPr>
              <p:cNvPr id="28" name="Google Shape;2575;p24">
                <a:extLst>
                  <a:ext uri="{FF2B5EF4-FFF2-40B4-BE49-F238E27FC236}">
                    <a16:creationId xmlns:a16="http://schemas.microsoft.com/office/drawing/2014/main" id="{8BF1C63A-469E-2FAA-1130-0C02A9A775BF}"/>
                  </a:ext>
                </a:extLst>
              </p:cNvPr>
              <p:cNvCxnSpPr>
                <a:cxnSpLocks/>
              </p:cNvCxnSpPr>
              <p:nvPr/>
            </p:nvCxnSpPr>
            <p:spPr>
              <a:xfrm>
                <a:off x="11173117" y="1049244"/>
                <a:ext cx="0" cy="277525"/>
              </a:xfrm>
              <a:prstGeom prst="straightConnector1">
                <a:avLst/>
              </a:prstGeom>
              <a:grpFill/>
              <a:ln w="25400" cap="rnd" cmpd="sng">
                <a:solidFill>
                  <a:schemeClr val="tx2"/>
                </a:solidFill>
                <a:prstDash val="solid"/>
                <a:round/>
                <a:headEnd type="none" w="sm" len="sm"/>
                <a:tailEnd type="none" w="sm" len="sm"/>
              </a:ln>
            </p:spPr>
          </p:cxnSp>
          <p:sp>
            <p:nvSpPr>
              <p:cNvPr id="39" name="Google Shape;2564;p24">
                <a:extLst>
                  <a:ext uri="{FF2B5EF4-FFF2-40B4-BE49-F238E27FC236}">
                    <a16:creationId xmlns:a16="http://schemas.microsoft.com/office/drawing/2014/main" id="{3F8A0459-3C51-6822-1B1B-306E294686BB}"/>
                  </a:ext>
                </a:extLst>
              </p:cNvPr>
              <p:cNvSpPr/>
              <p:nvPr/>
            </p:nvSpPr>
            <p:spPr>
              <a:xfrm rot="5400000">
                <a:off x="11006832" y="1491893"/>
                <a:ext cx="494460" cy="161892"/>
              </a:xfrm>
              <a:custGeom>
                <a:avLst/>
                <a:gdLst/>
                <a:ahLst/>
                <a:cxnLst/>
                <a:rect l="l" t="t" r="r" b="b"/>
                <a:pathLst>
                  <a:path w="619540" h="341260" extrusionOk="0">
                    <a:moveTo>
                      <a:pt x="0" y="341260"/>
                    </a:moveTo>
                    <a:lnTo>
                      <a:pt x="309770" y="0"/>
                    </a:lnTo>
                    <a:lnTo>
                      <a:pt x="619540" y="341260"/>
                    </a:lnTo>
                  </a:path>
                </a:pathLst>
              </a:custGeom>
              <a:grpFill/>
              <a:ln w="25400" cap="rnd" cmpd="sng">
                <a:solidFill>
                  <a:schemeClr val="tx2"/>
                </a:solidFill>
                <a:prstDash val="solid"/>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7A3C"/>
                  </a:buClr>
                  <a:buSzPts val="971"/>
                  <a:buFont typeface="Arial"/>
                  <a:buNone/>
                  <a:tabLst/>
                  <a:defRPr/>
                </a:pPr>
                <a:endParaRPr kumimoji="0" lang="en-US" sz="600" b="0" i="0" u="none" strike="noStrike" kern="0" cap="none" spc="0" normalizeH="0" baseline="0" noProof="0">
                  <a:ln>
                    <a:noFill/>
                  </a:ln>
                  <a:solidFill>
                    <a:srgbClr val="1A1918"/>
                  </a:solidFill>
                  <a:effectLst/>
                  <a:uLnTx/>
                  <a:uFillTx/>
                  <a:ea typeface="Arial"/>
                  <a:cs typeface="Arial"/>
                  <a:sym typeface="Arial"/>
                </a:endParaRPr>
              </a:p>
            </p:txBody>
          </p:sp>
          <p:sp>
            <p:nvSpPr>
              <p:cNvPr id="40" name="Google Shape;2564;p24">
                <a:extLst>
                  <a:ext uri="{FF2B5EF4-FFF2-40B4-BE49-F238E27FC236}">
                    <a16:creationId xmlns:a16="http://schemas.microsoft.com/office/drawing/2014/main" id="{39F7A00C-DA1E-EB0F-A5BE-1CC51D6720F3}"/>
                  </a:ext>
                </a:extLst>
              </p:cNvPr>
              <p:cNvSpPr/>
              <p:nvPr/>
            </p:nvSpPr>
            <p:spPr>
              <a:xfrm rot="5400000">
                <a:off x="11027304" y="1511960"/>
                <a:ext cx="371890" cy="121761"/>
              </a:xfrm>
              <a:custGeom>
                <a:avLst/>
                <a:gdLst/>
                <a:ahLst/>
                <a:cxnLst/>
                <a:rect l="l" t="t" r="r" b="b"/>
                <a:pathLst>
                  <a:path w="619540" h="341260" extrusionOk="0">
                    <a:moveTo>
                      <a:pt x="0" y="341260"/>
                    </a:moveTo>
                    <a:lnTo>
                      <a:pt x="309770" y="0"/>
                    </a:lnTo>
                    <a:lnTo>
                      <a:pt x="619540" y="341260"/>
                    </a:lnTo>
                  </a:path>
                </a:pathLst>
              </a:custGeom>
              <a:grpFill/>
              <a:ln w="25400" cap="rnd" cmpd="sng">
                <a:solidFill>
                  <a:schemeClr val="tx2"/>
                </a:solidFill>
                <a:prstDash val="sysDot"/>
                <a:round/>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7A3C"/>
                  </a:buClr>
                  <a:buSzPts val="971"/>
                  <a:buFont typeface="Arial"/>
                  <a:buNone/>
                  <a:tabLst/>
                  <a:defRPr/>
                </a:pPr>
                <a:endParaRPr kumimoji="0" lang="en-US" sz="600" b="0" i="0" u="none" strike="noStrike" kern="0" cap="none" spc="0" normalizeH="0" baseline="0" noProof="0">
                  <a:ln>
                    <a:noFill/>
                  </a:ln>
                  <a:solidFill>
                    <a:srgbClr val="000000"/>
                  </a:solidFill>
                  <a:effectLst/>
                  <a:uLnTx/>
                  <a:uFillTx/>
                  <a:ea typeface="Arial"/>
                  <a:cs typeface="Arial"/>
                  <a:sym typeface="Arial"/>
                </a:endParaRPr>
              </a:p>
            </p:txBody>
          </p:sp>
          <p:cxnSp>
            <p:nvCxnSpPr>
              <p:cNvPr id="42" name="Straight Connector 41">
                <a:extLst>
                  <a:ext uri="{FF2B5EF4-FFF2-40B4-BE49-F238E27FC236}">
                    <a16:creationId xmlns:a16="http://schemas.microsoft.com/office/drawing/2014/main" id="{12454B91-E3B6-89D6-87D6-8C80C5075F05}"/>
                  </a:ext>
                </a:extLst>
              </p:cNvPr>
              <p:cNvCxnSpPr>
                <a:cxnSpLocks/>
              </p:cNvCxnSpPr>
              <p:nvPr/>
            </p:nvCxnSpPr>
            <p:spPr>
              <a:xfrm flipH="1" flipV="1">
                <a:off x="1977529" y="1055594"/>
                <a:ext cx="275697" cy="1063600"/>
              </a:xfrm>
              <a:prstGeom prst="line">
                <a:avLst/>
              </a:prstGeom>
              <a:grpFill/>
              <a:ln w="25400" cap="flat" cmpd="sng" algn="ctr">
                <a:solidFill>
                  <a:schemeClr val="tx2"/>
                </a:solidFill>
                <a:prstDash val="sysDot"/>
                <a:miter lim="800000"/>
              </a:ln>
              <a:effectLst/>
            </p:spPr>
          </p:cxnSp>
        </p:grpSp>
        <p:grpSp>
          <p:nvGrpSpPr>
            <p:cNvPr id="4" name="Group 3">
              <a:extLst>
                <a:ext uri="{FF2B5EF4-FFF2-40B4-BE49-F238E27FC236}">
                  <a16:creationId xmlns:a16="http://schemas.microsoft.com/office/drawing/2014/main" id="{2B84803D-F7A5-44F6-5536-F3D3F5DA11C4}"/>
                </a:ext>
              </a:extLst>
            </p:cNvPr>
            <p:cNvGrpSpPr/>
            <p:nvPr/>
          </p:nvGrpSpPr>
          <p:grpSpPr>
            <a:xfrm>
              <a:off x="1051044" y="1692062"/>
              <a:ext cx="1361020" cy="1122664"/>
              <a:chOff x="675124" y="2721217"/>
              <a:chExt cx="1361020" cy="1122664"/>
            </a:xfrm>
          </p:grpSpPr>
          <p:sp>
            <p:nvSpPr>
              <p:cNvPr id="16" name="Freeform 30">
                <a:extLst>
                  <a:ext uri="{FF2B5EF4-FFF2-40B4-BE49-F238E27FC236}">
                    <a16:creationId xmlns:a16="http://schemas.microsoft.com/office/drawing/2014/main" id="{0E748632-21AC-DA7E-A060-2DB744EB7850}"/>
                  </a:ext>
                </a:extLst>
              </p:cNvPr>
              <p:cNvSpPr/>
              <p:nvPr/>
            </p:nvSpPr>
            <p:spPr>
              <a:xfrm>
                <a:off x="759468" y="2812713"/>
                <a:ext cx="1148912" cy="947703"/>
              </a:xfrm>
              <a:custGeom>
                <a:avLst/>
                <a:gdLst>
                  <a:gd name="connsiteX0" fmla="*/ 435429 w 1117484"/>
                  <a:gd name="connsiteY0" fmla="*/ 0 h 870857"/>
                  <a:gd name="connsiteX1" fmla="*/ 850191 w 1117484"/>
                  <a:gd name="connsiteY1" fmla="*/ 0 h 870857"/>
                  <a:gd name="connsiteX2" fmla="*/ 1117484 w 1117484"/>
                  <a:gd name="connsiteY2" fmla="*/ 870857 h 870857"/>
                  <a:gd name="connsiteX3" fmla="*/ 435429 w 1117484"/>
                  <a:gd name="connsiteY3" fmla="*/ 870857 h 870857"/>
                  <a:gd name="connsiteX4" fmla="*/ 8846 w 1117484"/>
                  <a:gd name="connsiteY4" fmla="*/ 523182 h 870857"/>
                  <a:gd name="connsiteX5" fmla="*/ 0 w 1117484"/>
                  <a:gd name="connsiteY5" fmla="*/ 435429 h 870857"/>
                  <a:gd name="connsiteX6" fmla="*/ 8846 w 1117484"/>
                  <a:gd name="connsiteY6" fmla="*/ 347675 h 870857"/>
                  <a:gd name="connsiteX7" fmla="*/ 435429 w 1117484"/>
                  <a:gd name="connsiteY7" fmla="*/ 0 h 87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7484" h="870857">
                    <a:moveTo>
                      <a:pt x="435429" y="0"/>
                    </a:moveTo>
                    <a:lnTo>
                      <a:pt x="850191" y="0"/>
                    </a:lnTo>
                    <a:lnTo>
                      <a:pt x="1117484" y="870857"/>
                    </a:lnTo>
                    <a:lnTo>
                      <a:pt x="435429" y="870857"/>
                    </a:lnTo>
                    <a:cubicBezTo>
                      <a:pt x="225008" y="870857"/>
                      <a:pt x="49448" y="721600"/>
                      <a:pt x="8846" y="523182"/>
                    </a:cubicBezTo>
                    <a:lnTo>
                      <a:pt x="0" y="435429"/>
                    </a:lnTo>
                    <a:lnTo>
                      <a:pt x="8846" y="347675"/>
                    </a:lnTo>
                    <a:cubicBezTo>
                      <a:pt x="49448" y="149257"/>
                      <a:pt x="225008" y="0"/>
                      <a:pt x="435429" y="0"/>
                    </a:cubicBezTo>
                    <a:close/>
                  </a:path>
                </a:pathLst>
              </a:custGeom>
              <a:solidFill>
                <a:srgbClr val="9D753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Freeform 32">
                <a:extLst>
                  <a:ext uri="{FF2B5EF4-FFF2-40B4-BE49-F238E27FC236}">
                    <a16:creationId xmlns:a16="http://schemas.microsoft.com/office/drawing/2014/main" id="{27585177-7138-6EB8-D2F5-AF17602D0E30}"/>
                  </a:ext>
                </a:extLst>
              </p:cNvPr>
              <p:cNvSpPr/>
              <p:nvPr/>
            </p:nvSpPr>
            <p:spPr>
              <a:xfrm>
                <a:off x="675124" y="2721217"/>
                <a:ext cx="1361020" cy="1122664"/>
              </a:xfrm>
              <a:custGeom>
                <a:avLst/>
                <a:gdLst>
                  <a:gd name="connsiteX0" fmla="*/ 435429 w 1117484"/>
                  <a:gd name="connsiteY0" fmla="*/ 0 h 870857"/>
                  <a:gd name="connsiteX1" fmla="*/ 850191 w 1117484"/>
                  <a:gd name="connsiteY1" fmla="*/ 0 h 870857"/>
                  <a:gd name="connsiteX2" fmla="*/ 1117484 w 1117484"/>
                  <a:gd name="connsiteY2" fmla="*/ 870857 h 870857"/>
                  <a:gd name="connsiteX3" fmla="*/ 435429 w 1117484"/>
                  <a:gd name="connsiteY3" fmla="*/ 870857 h 870857"/>
                  <a:gd name="connsiteX4" fmla="*/ 8846 w 1117484"/>
                  <a:gd name="connsiteY4" fmla="*/ 523182 h 870857"/>
                  <a:gd name="connsiteX5" fmla="*/ 0 w 1117484"/>
                  <a:gd name="connsiteY5" fmla="*/ 435429 h 870857"/>
                  <a:gd name="connsiteX6" fmla="*/ 8846 w 1117484"/>
                  <a:gd name="connsiteY6" fmla="*/ 347675 h 870857"/>
                  <a:gd name="connsiteX7" fmla="*/ 435429 w 1117484"/>
                  <a:gd name="connsiteY7" fmla="*/ 0 h 870857"/>
                  <a:gd name="connsiteX0" fmla="*/ 850191 w 1117484"/>
                  <a:gd name="connsiteY0" fmla="*/ 0 h 870857"/>
                  <a:gd name="connsiteX1" fmla="*/ 1117484 w 1117484"/>
                  <a:gd name="connsiteY1" fmla="*/ 870857 h 870857"/>
                  <a:gd name="connsiteX2" fmla="*/ 435429 w 1117484"/>
                  <a:gd name="connsiteY2" fmla="*/ 870857 h 870857"/>
                  <a:gd name="connsiteX3" fmla="*/ 8846 w 1117484"/>
                  <a:gd name="connsiteY3" fmla="*/ 523182 h 870857"/>
                  <a:gd name="connsiteX4" fmla="*/ 0 w 1117484"/>
                  <a:gd name="connsiteY4" fmla="*/ 435429 h 870857"/>
                  <a:gd name="connsiteX5" fmla="*/ 8846 w 1117484"/>
                  <a:gd name="connsiteY5" fmla="*/ 347675 h 870857"/>
                  <a:gd name="connsiteX6" fmla="*/ 435429 w 1117484"/>
                  <a:gd name="connsiteY6" fmla="*/ 0 h 870857"/>
                  <a:gd name="connsiteX7" fmla="*/ 925269 w 1117484"/>
                  <a:gd name="connsiteY7" fmla="*/ 75078 h 870857"/>
                  <a:gd name="connsiteX0" fmla="*/ 850191 w 1117484"/>
                  <a:gd name="connsiteY0" fmla="*/ 0 h 870857"/>
                  <a:gd name="connsiteX1" fmla="*/ 1117484 w 1117484"/>
                  <a:gd name="connsiteY1" fmla="*/ 870857 h 870857"/>
                  <a:gd name="connsiteX2" fmla="*/ 435429 w 1117484"/>
                  <a:gd name="connsiteY2" fmla="*/ 870857 h 870857"/>
                  <a:gd name="connsiteX3" fmla="*/ 8846 w 1117484"/>
                  <a:gd name="connsiteY3" fmla="*/ 523182 h 870857"/>
                  <a:gd name="connsiteX4" fmla="*/ 0 w 1117484"/>
                  <a:gd name="connsiteY4" fmla="*/ 435429 h 870857"/>
                  <a:gd name="connsiteX5" fmla="*/ 8846 w 1117484"/>
                  <a:gd name="connsiteY5" fmla="*/ 347675 h 870857"/>
                  <a:gd name="connsiteX6" fmla="*/ 435429 w 1117484"/>
                  <a:gd name="connsiteY6" fmla="*/ 0 h 870857"/>
                  <a:gd name="connsiteX0" fmla="*/ 1117484 w 1117484"/>
                  <a:gd name="connsiteY0" fmla="*/ 870857 h 870857"/>
                  <a:gd name="connsiteX1" fmla="*/ 435429 w 1117484"/>
                  <a:gd name="connsiteY1" fmla="*/ 870857 h 870857"/>
                  <a:gd name="connsiteX2" fmla="*/ 8846 w 1117484"/>
                  <a:gd name="connsiteY2" fmla="*/ 523182 h 870857"/>
                  <a:gd name="connsiteX3" fmla="*/ 0 w 1117484"/>
                  <a:gd name="connsiteY3" fmla="*/ 435429 h 870857"/>
                  <a:gd name="connsiteX4" fmla="*/ 8846 w 1117484"/>
                  <a:gd name="connsiteY4" fmla="*/ 347675 h 870857"/>
                  <a:gd name="connsiteX5" fmla="*/ 435429 w 1117484"/>
                  <a:gd name="connsiteY5" fmla="*/ 0 h 870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7484" h="870857">
                    <a:moveTo>
                      <a:pt x="1117484" y="870857"/>
                    </a:moveTo>
                    <a:lnTo>
                      <a:pt x="435429" y="870857"/>
                    </a:lnTo>
                    <a:cubicBezTo>
                      <a:pt x="225008" y="870857"/>
                      <a:pt x="49448" y="721600"/>
                      <a:pt x="8846" y="523182"/>
                    </a:cubicBezTo>
                    <a:lnTo>
                      <a:pt x="0" y="435429"/>
                    </a:lnTo>
                    <a:lnTo>
                      <a:pt x="8846" y="347675"/>
                    </a:lnTo>
                    <a:cubicBezTo>
                      <a:pt x="49448" y="149257"/>
                      <a:pt x="225008" y="0"/>
                      <a:pt x="435429" y="0"/>
                    </a:cubicBezTo>
                  </a:path>
                </a:pathLst>
              </a:custGeom>
              <a:noFill/>
              <a:ln w="25400" cap="flat" cmpd="sng" algn="ctr">
                <a:solidFill>
                  <a:srgbClr val="BD9B60"/>
                </a:solidFill>
                <a:prstDash val="sysDot"/>
                <a:miter lim="800000"/>
                <a:headEnd type="oval"/>
                <a:tailEnd type="oval"/>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23" name="Picture 17" descr="Maps and Flags ">
                <a:extLst>
                  <a:ext uri="{FF2B5EF4-FFF2-40B4-BE49-F238E27FC236}">
                    <a16:creationId xmlns:a16="http://schemas.microsoft.com/office/drawing/2014/main" id="{D9336104-2026-1B90-C859-17EFC2FAAB52}"/>
                  </a:ext>
                </a:extLst>
              </p:cNvPr>
              <p:cNvPicPr>
                <a:picLocks noChangeAspect="1" noChangeArrowheads="1"/>
              </p:cNvPicPr>
              <p:nvPr/>
            </p:nvPicPr>
            <p:blipFill>
              <a:blip r:embed="rId6" cstate="email">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1043410" y="3022732"/>
                <a:ext cx="498516" cy="52766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29" name="Rectangle 128">
            <a:extLst>
              <a:ext uri="{FF2B5EF4-FFF2-40B4-BE49-F238E27FC236}">
                <a16:creationId xmlns:a16="http://schemas.microsoft.com/office/drawing/2014/main" id="{A3761A0C-5154-6F33-D377-4B25122C2D61}"/>
              </a:ext>
            </a:extLst>
          </p:cNvPr>
          <p:cNvSpPr/>
          <p:nvPr/>
        </p:nvSpPr>
        <p:spPr>
          <a:xfrm>
            <a:off x="11433341" y="6561138"/>
            <a:ext cx="347784" cy="305301"/>
          </a:xfrm>
          <a:prstGeom prst="rect">
            <a:avLst/>
          </a:prstGeom>
          <a:solidFill>
            <a:srgbClr val="C39A5C"/>
          </a:solidFill>
          <a:ln w="12700" cap="flat" cmpd="sng" algn="ctr">
            <a:noFill/>
            <a:prstDash val="solid"/>
            <a:miter lim="800000"/>
          </a:ln>
          <a:effectLst/>
        </p:spPr>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SA" sz="3467" b="0" i="0" u="none" strike="noStrike" kern="0" cap="none" spc="0" normalizeH="0" baseline="0" noProof="0">
              <a:ln>
                <a:noFill/>
              </a:ln>
              <a:solidFill>
                <a:prstClr val="white"/>
              </a:solidFill>
              <a:effectLst/>
              <a:uLnTx/>
              <a:uFillTx/>
              <a:latin typeface="Fund Light"/>
              <a:ea typeface="+mn-ea"/>
              <a:cs typeface="+mn-cs"/>
            </a:endParaRPr>
          </a:p>
        </p:txBody>
      </p:sp>
      <p:sp>
        <p:nvSpPr>
          <p:cNvPr id="128" name="TextBox 127">
            <a:extLst>
              <a:ext uri="{FF2B5EF4-FFF2-40B4-BE49-F238E27FC236}">
                <a16:creationId xmlns:a16="http://schemas.microsoft.com/office/drawing/2014/main" id="{F651CC5F-8494-763B-5F76-4243319E51EF}"/>
              </a:ext>
            </a:extLst>
          </p:cNvPr>
          <p:cNvSpPr txBox="1"/>
          <p:nvPr/>
        </p:nvSpPr>
        <p:spPr>
          <a:xfrm>
            <a:off x="11331885" y="6530564"/>
            <a:ext cx="550695" cy="366445"/>
          </a:xfrm>
          <a:prstGeom prst="rect">
            <a:avLst/>
          </a:prstGeom>
        </p:spPr>
        <p:txBody>
          <a:bodyPr vert="horz" wrap="none" lIns="176107" tIns="88053" rIns="176107" bIns="88053" rtlCol="0" anchor="ctr"/>
          <a:lstStyle>
            <a:defPPr>
              <a:defRPr lang="en-US"/>
            </a:defPPr>
            <a:lvl1pPr marR="0" lvl="0" indent="0" algn="ctr" defTabSz="914400"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Fund Ligh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1200" b="0" i="0" u="none" strike="noStrike" kern="1200" cap="none" spc="0" normalizeH="0" baseline="0" noProof="0" smtClean="0">
                <a:ln>
                  <a:noFill/>
                </a:ln>
                <a:solidFill>
                  <a:prstClr val="white"/>
                </a:solidFill>
                <a:effectLst/>
                <a:uLnTx/>
                <a:uFillTx/>
                <a:ea typeface="+mn-ea"/>
                <a:cs typeface="+mn-cs"/>
                <a:sym typeface="Trebuchet MS" panose="020B0603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white"/>
              </a:solidFill>
              <a:effectLst/>
              <a:uLnTx/>
              <a:uFillTx/>
              <a:ea typeface="+mn-ea"/>
              <a:cs typeface="+mn-cs"/>
              <a:sym typeface="Trebuchet MS" panose="020B0603020202020204" pitchFamily="34" charset="0"/>
            </a:endParaRPr>
          </a:p>
        </p:txBody>
      </p:sp>
      <p:grpSp>
        <p:nvGrpSpPr>
          <p:cNvPr id="36" name="Group 35">
            <a:extLst>
              <a:ext uri="{FF2B5EF4-FFF2-40B4-BE49-F238E27FC236}">
                <a16:creationId xmlns:a16="http://schemas.microsoft.com/office/drawing/2014/main" id="{DEAA6F42-1F26-D895-562B-7B857B7B5730}"/>
              </a:ext>
            </a:extLst>
          </p:cNvPr>
          <p:cNvGrpSpPr/>
          <p:nvPr/>
        </p:nvGrpSpPr>
        <p:grpSpPr>
          <a:xfrm>
            <a:off x="2416374" y="2376537"/>
            <a:ext cx="9079665" cy="1143159"/>
            <a:chOff x="2416374" y="2386714"/>
            <a:chExt cx="9079665" cy="1479019"/>
          </a:xfrm>
        </p:grpSpPr>
        <p:sp>
          <p:nvSpPr>
            <p:cNvPr id="37" name="Rectangle 14">
              <a:extLst>
                <a:ext uri="{FF2B5EF4-FFF2-40B4-BE49-F238E27FC236}">
                  <a16:creationId xmlns:a16="http://schemas.microsoft.com/office/drawing/2014/main" id="{0052AAF5-8868-DA02-9529-E05EE8383E2C}"/>
                </a:ext>
              </a:extLst>
            </p:cNvPr>
            <p:cNvSpPr/>
            <p:nvPr/>
          </p:nvSpPr>
          <p:spPr>
            <a:xfrm>
              <a:off x="2433033" y="2386714"/>
              <a:ext cx="8880366" cy="1479019"/>
            </a:xfrm>
            <a:prstGeom prst="rect">
              <a:avLst/>
            </a:prstGeom>
            <a:solidFill>
              <a:srgbClr val="035E52"/>
            </a:solidFill>
            <a:ln>
              <a:solidFill>
                <a:schemeClr val="tx2"/>
              </a:solidFill>
            </a:ln>
          </p:spPr>
          <p:txBody>
            <a:bodyPr wrap="square" lIns="1188720" tIns="0" rIns="0" bIns="0" anchor="ctr" anchorCtr="0">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1600" b="0" i="0" u="none" strike="noStrike" kern="1200" cap="none" spc="0" normalizeH="0" baseline="0" noProof="0" dirty="0">
                <a:ln>
                  <a:noFill/>
                </a:ln>
                <a:solidFill>
                  <a:prstClr val="white"/>
                </a:solidFill>
                <a:effectLst/>
                <a:uLnTx/>
                <a:uFillTx/>
                <a:ea typeface="+mn-ea"/>
                <a:cs typeface="+mn-cs"/>
              </a:endParaRPr>
            </a:p>
          </p:txBody>
        </p:sp>
        <p:cxnSp>
          <p:nvCxnSpPr>
            <p:cNvPr id="38" name="Google Shape;2575;p24">
              <a:extLst>
                <a:ext uri="{FF2B5EF4-FFF2-40B4-BE49-F238E27FC236}">
                  <a16:creationId xmlns:a16="http://schemas.microsoft.com/office/drawing/2014/main" id="{B557873E-AD07-3967-8F07-22DFF98B2B09}"/>
                </a:ext>
              </a:extLst>
            </p:cNvPr>
            <p:cNvCxnSpPr>
              <a:cxnSpLocks/>
            </p:cNvCxnSpPr>
            <p:nvPr/>
          </p:nvCxnSpPr>
          <p:spPr>
            <a:xfrm>
              <a:off x="11334147" y="2386714"/>
              <a:ext cx="0" cy="376910"/>
            </a:xfrm>
            <a:prstGeom prst="straightConnector1">
              <a:avLst/>
            </a:prstGeom>
            <a:solidFill>
              <a:srgbClr val="035E52"/>
            </a:solidFill>
            <a:ln w="25400" cap="rnd" cmpd="sng">
              <a:solidFill>
                <a:schemeClr val="tx2"/>
              </a:solidFill>
              <a:prstDash val="solid"/>
              <a:round/>
              <a:headEnd type="none" w="sm" len="sm"/>
              <a:tailEnd type="none" w="sm" len="sm"/>
            </a:ln>
          </p:spPr>
        </p:cxnSp>
        <p:sp>
          <p:nvSpPr>
            <p:cNvPr id="41" name="Google Shape;2564;p24">
              <a:extLst>
                <a:ext uri="{FF2B5EF4-FFF2-40B4-BE49-F238E27FC236}">
                  <a16:creationId xmlns:a16="http://schemas.microsoft.com/office/drawing/2014/main" id="{6370874E-EFFC-35DB-3AC9-B757ACBE238F}"/>
                </a:ext>
              </a:extLst>
            </p:cNvPr>
            <p:cNvSpPr/>
            <p:nvPr/>
          </p:nvSpPr>
          <p:spPr>
            <a:xfrm rot="5400000">
              <a:off x="11079326" y="3016868"/>
              <a:ext cx="671534" cy="161892"/>
            </a:xfrm>
            <a:custGeom>
              <a:avLst/>
              <a:gdLst/>
              <a:ahLst/>
              <a:cxnLst/>
              <a:rect l="l" t="t" r="r" b="b"/>
              <a:pathLst>
                <a:path w="619540" h="341260" extrusionOk="0">
                  <a:moveTo>
                    <a:pt x="0" y="341260"/>
                  </a:moveTo>
                  <a:lnTo>
                    <a:pt x="309770" y="0"/>
                  </a:lnTo>
                  <a:lnTo>
                    <a:pt x="619540" y="341260"/>
                  </a:lnTo>
                </a:path>
              </a:pathLst>
            </a:custGeom>
            <a:solidFill>
              <a:srgbClr val="035E52"/>
            </a:solidFill>
            <a:ln w="25400" cap="rnd" cmpd="sng">
              <a:solidFill>
                <a:schemeClr val="tx2"/>
              </a:solidFill>
              <a:prstDash val="solid"/>
              <a:round/>
              <a:headEnd type="none" w="sm" len="sm"/>
              <a:tailEnd type="none" w="sm" len="sm"/>
            </a:ln>
          </p:spPr>
          <p:txBody>
            <a:bodyPr spcFirstLastPara="1" wrap="square" lIns="1280160"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7A3C"/>
                </a:buClr>
                <a:buSzPts val="971"/>
                <a:buFont typeface="Arial"/>
                <a:buNone/>
                <a:tabLst/>
                <a:defRPr/>
              </a:pPr>
              <a:endParaRPr kumimoji="0" lang="en-US" sz="300" b="0" i="0" u="none" strike="noStrike" kern="0" cap="none" spc="0" normalizeH="0" baseline="0" noProof="0">
                <a:ln>
                  <a:noFill/>
                </a:ln>
                <a:solidFill>
                  <a:srgbClr val="1A1918"/>
                </a:solidFill>
                <a:effectLst/>
                <a:uLnTx/>
                <a:uFillTx/>
                <a:ea typeface="Arial"/>
                <a:cs typeface="Arial"/>
                <a:sym typeface="Arial"/>
              </a:endParaRPr>
            </a:p>
          </p:txBody>
        </p:sp>
        <p:sp>
          <p:nvSpPr>
            <p:cNvPr id="43" name="Google Shape;2564;p24">
              <a:extLst>
                <a:ext uri="{FF2B5EF4-FFF2-40B4-BE49-F238E27FC236}">
                  <a16:creationId xmlns:a16="http://schemas.microsoft.com/office/drawing/2014/main" id="{B6B18703-2348-569B-8CAE-E2414C4C6254}"/>
                </a:ext>
              </a:extLst>
            </p:cNvPr>
            <p:cNvSpPr/>
            <p:nvPr/>
          </p:nvSpPr>
          <p:spPr>
            <a:xfrm rot="5400000">
              <a:off x="11121746" y="3036936"/>
              <a:ext cx="505070" cy="121761"/>
            </a:xfrm>
            <a:custGeom>
              <a:avLst/>
              <a:gdLst/>
              <a:ahLst/>
              <a:cxnLst/>
              <a:rect l="l" t="t" r="r" b="b"/>
              <a:pathLst>
                <a:path w="619540" h="341260" extrusionOk="0">
                  <a:moveTo>
                    <a:pt x="0" y="341260"/>
                  </a:moveTo>
                  <a:lnTo>
                    <a:pt x="309770" y="0"/>
                  </a:lnTo>
                  <a:lnTo>
                    <a:pt x="619540" y="341260"/>
                  </a:lnTo>
                </a:path>
              </a:pathLst>
            </a:custGeom>
            <a:solidFill>
              <a:srgbClr val="035E52"/>
            </a:solidFill>
            <a:ln w="25400" cap="rnd" cmpd="sng">
              <a:solidFill>
                <a:schemeClr val="tx2"/>
              </a:solidFill>
              <a:prstDash val="sysDot"/>
              <a:round/>
              <a:headEnd type="none" w="sm" len="sm"/>
              <a:tailEnd type="none" w="sm" len="sm"/>
            </a:ln>
          </p:spPr>
          <p:txBody>
            <a:bodyPr spcFirstLastPara="1" wrap="square" lIns="1280160"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7A3C"/>
                </a:buClr>
                <a:buSzPts val="971"/>
                <a:buFont typeface="Arial"/>
                <a:buNone/>
                <a:tabLst/>
                <a:defRPr/>
              </a:pPr>
              <a:endParaRPr kumimoji="0" lang="en-US" sz="300" b="0" i="0" u="none" strike="noStrike" kern="0" cap="none" spc="0" normalizeH="0" baseline="0" noProof="0">
                <a:ln>
                  <a:noFill/>
                </a:ln>
                <a:solidFill>
                  <a:srgbClr val="000000"/>
                </a:solidFill>
                <a:effectLst/>
                <a:uLnTx/>
                <a:uFillTx/>
                <a:ea typeface="Arial"/>
                <a:cs typeface="Arial"/>
                <a:sym typeface="Arial"/>
              </a:endParaRPr>
            </a:p>
          </p:txBody>
        </p:sp>
        <p:cxnSp>
          <p:nvCxnSpPr>
            <p:cNvPr id="44" name="Straight Connector 43">
              <a:extLst>
                <a:ext uri="{FF2B5EF4-FFF2-40B4-BE49-F238E27FC236}">
                  <a16:creationId xmlns:a16="http://schemas.microsoft.com/office/drawing/2014/main" id="{508A9E2B-38B7-7B2C-85B8-648826EE35AB}"/>
                </a:ext>
              </a:extLst>
            </p:cNvPr>
            <p:cNvCxnSpPr>
              <a:cxnSpLocks/>
            </p:cNvCxnSpPr>
            <p:nvPr/>
          </p:nvCxnSpPr>
          <p:spPr>
            <a:xfrm flipV="1">
              <a:off x="2416374" y="2389415"/>
              <a:ext cx="0" cy="1476318"/>
            </a:xfrm>
            <a:prstGeom prst="line">
              <a:avLst/>
            </a:prstGeom>
            <a:solidFill>
              <a:srgbClr val="035E52"/>
            </a:solidFill>
            <a:ln w="25400" cap="flat" cmpd="sng" algn="ctr">
              <a:solidFill>
                <a:schemeClr val="tx2"/>
              </a:solidFill>
              <a:prstDash val="sysDot"/>
              <a:miter lim="800000"/>
            </a:ln>
            <a:effectLst/>
          </p:spPr>
        </p:cxnSp>
        <p:cxnSp>
          <p:nvCxnSpPr>
            <p:cNvPr id="45" name="Google Shape;2563;p24">
              <a:extLst>
                <a:ext uri="{FF2B5EF4-FFF2-40B4-BE49-F238E27FC236}">
                  <a16:creationId xmlns:a16="http://schemas.microsoft.com/office/drawing/2014/main" id="{221C879B-128A-4A91-D9E5-5C9D8E1AD6CB}"/>
                </a:ext>
              </a:extLst>
            </p:cNvPr>
            <p:cNvCxnSpPr>
              <a:cxnSpLocks/>
            </p:cNvCxnSpPr>
            <p:nvPr/>
          </p:nvCxnSpPr>
          <p:spPr>
            <a:xfrm>
              <a:off x="11335423" y="3431918"/>
              <a:ext cx="0" cy="381779"/>
            </a:xfrm>
            <a:prstGeom prst="straightConnector1">
              <a:avLst/>
            </a:prstGeom>
            <a:solidFill>
              <a:srgbClr val="035E52"/>
            </a:solidFill>
            <a:ln w="25400" cap="rnd" cmpd="sng">
              <a:solidFill>
                <a:schemeClr val="tx2"/>
              </a:solidFill>
              <a:prstDash val="solid"/>
              <a:round/>
              <a:headEnd type="none" w="sm" len="sm"/>
              <a:tailEnd type="none" w="sm" len="sm"/>
            </a:ln>
          </p:spPr>
        </p:cxnSp>
      </p:grpSp>
      <p:grpSp>
        <p:nvGrpSpPr>
          <p:cNvPr id="189" name="Group 188">
            <a:extLst>
              <a:ext uri="{FF2B5EF4-FFF2-40B4-BE49-F238E27FC236}">
                <a16:creationId xmlns:a16="http://schemas.microsoft.com/office/drawing/2014/main" id="{31BB58CA-D2BF-FBEA-8F16-DDDE9A4649B5}"/>
              </a:ext>
            </a:extLst>
          </p:cNvPr>
          <p:cNvGrpSpPr/>
          <p:nvPr/>
        </p:nvGrpSpPr>
        <p:grpSpPr>
          <a:xfrm>
            <a:off x="2764069" y="2688195"/>
            <a:ext cx="519842" cy="519842"/>
            <a:chOff x="2859453" y="3859672"/>
            <a:chExt cx="658895" cy="658895"/>
          </a:xfrm>
        </p:grpSpPr>
        <p:pic>
          <p:nvPicPr>
            <p:cNvPr id="190" name="Graphic 189">
              <a:extLst>
                <a:ext uri="{FF2B5EF4-FFF2-40B4-BE49-F238E27FC236}">
                  <a16:creationId xmlns:a16="http://schemas.microsoft.com/office/drawing/2014/main" id="{D29C8A6D-19DD-882F-C9CB-E2274EA6C4F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59453" y="3859672"/>
              <a:ext cx="658895" cy="658895"/>
            </a:xfrm>
            <a:prstGeom prst="rect">
              <a:avLst/>
            </a:prstGeom>
          </p:spPr>
        </p:pic>
        <p:sp>
          <p:nvSpPr>
            <p:cNvPr id="191" name="Oval 190">
              <a:extLst>
                <a:ext uri="{FF2B5EF4-FFF2-40B4-BE49-F238E27FC236}">
                  <a16:creationId xmlns:a16="http://schemas.microsoft.com/office/drawing/2014/main" id="{6AE1D971-6772-8AC9-FAD1-B1F8966DB518}"/>
                </a:ext>
              </a:extLst>
            </p:cNvPr>
            <p:cNvSpPr/>
            <p:nvPr/>
          </p:nvSpPr>
          <p:spPr>
            <a:xfrm>
              <a:off x="2930832" y="3937615"/>
              <a:ext cx="503171" cy="503171"/>
            </a:xfrm>
            <a:prstGeom prst="ellipse">
              <a:avLst/>
            </a:prstGeom>
            <a:solidFill>
              <a:srgbClr val="FFFFFF"/>
            </a:solidFill>
            <a:ln w="6350" cap="flat" cmpd="sng" algn="ctr">
              <a:solidFill>
                <a:srgbClr val="FFFFFF"/>
              </a:solidFill>
              <a:prstDash val="sysDot"/>
              <a:miter lim="800000"/>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1" i="0" u="none" strike="noStrike" kern="0" cap="none" spc="0" normalizeH="0" baseline="0" noProof="0">
                <a:ln>
                  <a:noFill/>
                </a:ln>
                <a:solidFill>
                  <a:srgbClr val="FFFFFF"/>
                </a:solidFill>
                <a:effectLst/>
                <a:uLnTx/>
                <a:uFillTx/>
                <a:ea typeface="+mn-ea"/>
                <a:cs typeface="+mn-cs"/>
                <a:sym typeface="Arial"/>
              </a:endParaRPr>
            </a:p>
          </p:txBody>
        </p:sp>
        <p:pic>
          <p:nvPicPr>
            <p:cNvPr id="192" name="Picture 2" descr="approval Icon 1231261">
              <a:extLst>
                <a:ext uri="{FF2B5EF4-FFF2-40B4-BE49-F238E27FC236}">
                  <a16:creationId xmlns:a16="http://schemas.microsoft.com/office/drawing/2014/main" id="{1D9FB0A0-17D5-5412-A31B-DB204E0D9271}"/>
                </a:ext>
              </a:extLst>
            </p:cNvPr>
            <p:cNvPicPr>
              <a:picLocks noChangeAspect="1" noChangeArrowheads="1"/>
            </p:cNvPicPr>
            <p:nvPr/>
          </p:nvPicPr>
          <p:blipFill>
            <a:blip r:embed="rId9" cstate="email">
              <a:duotone>
                <a:srgbClr val="00432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974918" y="3980166"/>
              <a:ext cx="414583" cy="41458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7C517AE0-9EC4-F2B8-1F2B-624D0A74CC22}"/>
              </a:ext>
            </a:extLst>
          </p:cNvPr>
          <p:cNvGrpSpPr/>
          <p:nvPr/>
        </p:nvGrpSpPr>
        <p:grpSpPr>
          <a:xfrm>
            <a:off x="9875037" y="3213849"/>
            <a:ext cx="1390028" cy="268110"/>
            <a:chOff x="9875037" y="3574972"/>
            <a:chExt cx="1390028" cy="268110"/>
          </a:xfrm>
        </p:grpSpPr>
        <p:sp>
          <p:nvSpPr>
            <p:cNvPr id="11" name="Rectangle 10">
              <a:extLst>
                <a:ext uri="{FF2B5EF4-FFF2-40B4-BE49-F238E27FC236}">
                  <a16:creationId xmlns:a16="http://schemas.microsoft.com/office/drawing/2014/main" id="{B4B71628-A8D4-5E9C-6357-687A0094646D}"/>
                </a:ext>
              </a:extLst>
            </p:cNvPr>
            <p:cNvSpPr/>
            <p:nvPr/>
          </p:nvSpPr>
          <p:spPr>
            <a:xfrm>
              <a:off x="9875037" y="3574972"/>
              <a:ext cx="1390028" cy="268110"/>
            </a:xfrm>
            <a:prstGeom prst="rect">
              <a:avLst/>
            </a:prstGeom>
            <a:solidFill>
              <a:srgbClr val="DBDBDB"/>
            </a:solidFill>
            <a:ln w="9525" cap="rnd" cmpd="sng" algn="ctr">
              <a:noFill/>
              <a:prstDash val="solid"/>
              <a:round/>
              <a:headEnd type="none" w="med" len="med"/>
              <a:tailEnd type="none" w="med" len="med"/>
            </a:ln>
            <a:effectLst/>
          </p:spPr>
          <p:txBody>
            <a:bodyPr rot="0" spcFirstLastPara="0" vertOverflow="overflow" horzOverflow="overflow" vert="horz" wrap="square" lIns="365760" tIns="45720" rIns="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srgbClr val="F2F2F2">
                      <a:lumMod val="10000"/>
                    </a:srgbClr>
                  </a:solidFill>
                  <a:effectLst/>
                  <a:uLnTx/>
                  <a:uFillTx/>
                  <a:ea typeface="+mn-ea"/>
                  <a:cs typeface="+mn-cs"/>
                </a:rPr>
                <a:t>For Guidance</a:t>
              </a:r>
            </a:p>
          </p:txBody>
        </p:sp>
        <p:sp>
          <p:nvSpPr>
            <p:cNvPr id="12" name="Graphic 26">
              <a:extLst>
                <a:ext uri="{FF2B5EF4-FFF2-40B4-BE49-F238E27FC236}">
                  <a16:creationId xmlns:a16="http://schemas.microsoft.com/office/drawing/2014/main" id="{680791FE-D3AC-0FCC-985E-0C94C17D57E2}"/>
                </a:ext>
              </a:extLst>
            </p:cNvPr>
            <p:cNvSpPr>
              <a:spLocks noChangeAspect="1"/>
            </p:cNvSpPr>
            <p:nvPr/>
          </p:nvSpPr>
          <p:spPr>
            <a:xfrm>
              <a:off x="10002115" y="3622348"/>
              <a:ext cx="133795" cy="181980"/>
            </a:xfrm>
            <a:custGeom>
              <a:avLst/>
              <a:gdLst>
                <a:gd name="connsiteX0" fmla="*/ 263736 w 291640"/>
                <a:gd name="connsiteY0" fmla="*/ 150611 h 401770"/>
                <a:gd name="connsiteX1" fmla="*/ 146203 w 291640"/>
                <a:gd name="connsiteY1" fmla="*/ 33078 h 401770"/>
                <a:gd name="connsiteX2" fmla="*/ 28639 w 291640"/>
                <a:gd name="connsiteY2" fmla="*/ 150611 h 401770"/>
                <a:gd name="connsiteX3" fmla="*/ 50815 w 291640"/>
                <a:gd name="connsiteY3" fmla="*/ 227942 h 401770"/>
                <a:gd name="connsiteX4" fmla="*/ 70678 w 291640"/>
                <a:gd name="connsiteY4" fmla="*/ 294375 h 401770"/>
                <a:gd name="connsiteX5" fmla="*/ 83255 w 291640"/>
                <a:gd name="connsiteY5" fmla="*/ 306952 h 401770"/>
                <a:gd name="connsiteX6" fmla="*/ 209151 w 291640"/>
                <a:gd name="connsiteY6" fmla="*/ 306952 h 401770"/>
                <a:gd name="connsiteX7" fmla="*/ 221728 w 291640"/>
                <a:gd name="connsiteY7" fmla="*/ 294375 h 401770"/>
                <a:gd name="connsiteX8" fmla="*/ 241972 w 291640"/>
                <a:gd name="connsiteY8" fmla="*/ 226263 h 401770"/>
                <a:gd name="connsiteX9" fmla="*/ 263736 w 291640"/>
                <a:gd name="connsiteY9" fmla="*/ 150611 h 401770"/>
                <a:gd name="connsiteX10" fmla="*/ 212446 w 291640"/>
                <a:gd name="connsiteY10" fmla="*/ 294375 h 401770"/>
                <a:gd name="connsiteX11" fmla="*/ 209151 w 291640"/>
                <a:gd name="connsiteY11" fmla="*/ 297670 h 401770"/>
                <a:gd name="connsiteX12" fmla="*/ 83255 w 291640"/>
                <a:gd name="connsiteY12" fmla="*/ 297670 h 401770"/>
                <a:gd name="connsiteX13" fmla="*/ 79960 w 291640"/>
                <a:gd name="connsiteY13" fmla="*/ 294375 h 401770"/>
                <a:gd name="connsiteX14" fmla="*/ 59242 w 291640"/>
                <a:gd name="connsiteY14" fmla="*/ 224045 h 401770"/>
                <a:gd name="connsiteX15" fmla="*/ 37889 w 291640"/>
                <a:gd name="connsiteY15" fmla="*/ 150611 h 401770"/>
                <a:gd name="connsiteX16" fmla="*/ 146172 w 291640"/>
                <a:gd name="connsiteY16" fmla="*/ 42360 h 401770"/>
                <a:gd name="connsiteX17" fmla="*/ 254422 w 291640"/>
                <a:gd name="connsiteY17" fmla="*/ 150611 h 401770"/>
                <a:gd name="connsiteX18" fmla="*/ 233418 w 291640"/>
                <a:gd name="connsiteY18" fmla="*/ 222556 h 401770"/>
                <a:gd name="connsiteX19" fmla="*/ 212446 w 291640"/>
                <a:gd name="connsiteY19" fmla="*/ 294375 h 401770"/>
                <a:gd name="connsiteX20" fmla="*/ 6558 w 291640"/>
                <a:gd name="connsiteY20" fmla="*/ 153652 h 401770"/>
                <a:gd name="connsiteX21" fmla="*/ 0 w 291640"/>
                <a:gd name="connsiteY21" fmla="*/ 147126 h 401770"/>
                <a:gd name="connsiteX22" fmla="*/ 6431 w 291640"/>
                <a:gd name="connsiteY22" fmla="*/ 140568 h 401770"/>
                <a:gd name="connsiteX23" fmla="*/ 13084 w 291640"/>
                <a:gd name="connsiteY23" fmla="*/ 146999 h 401770"/>
                <a:gd name="connsiteX24" fmla="*/ 6653 w 291640"/>
                <a:gd name="connsiteY24" fmla="*/ 153652 h 401770"/>
                <a:gd name="connsiteX25" fmla="*/ 6558 w 291640"/>
                <a:gd name="connsiteY25" fmla="*/ 153652 h 401770"/>
                <a:gd name="connsiteX26" fmla="*/ 2724 w 291640"/>
                <a:gd name="connsiteY26" fmla="*/ 117664 h 401770"/>
                <a:gd name="connsiteX27" fmla="*/ 10486 w 291640"/>
                <a:gd name="connsiteY27" fmla="*/ 112532 h 401770"/>
                <a:gd name="connsiteX28" fmla="*/ 15618 w 291640"/>
                <a:gd name="connsiteY28" fmla="*/ 120166 h 401770"/>
                <a:gd name="connsiteX29" fmla="*/ 9187 w 291640"/>
                <a:gd name="connsiteY29" fmla="*/ 125394 h 401770"/>
                <a:gd name="connsiteX30" fmla="*/ 7983 w 291640"/>
                <a:gd name="connsiteY30" fmla="*/ 125299 h 401770"/>
                <a:gd name="connsiteX31" fmla="*/ 2724 w 291640"/>
                <a:gd name="connsiteY31" fmla="*/ 117664 h 401770"/>
                <a:gd name="connsiteX32" fmla="*/ 11690 w 291640"/>
                <a:gd name="connsiteY32" fmla="*/ 181499 h 401770"/>
                <a:gd name="connsiteX33" fmla="*/ 10169 w 291640"/>
                <a:gd name="connsiteY33" fmla="*/ 181721 h 401770"/>
                <a:gd name="connsiteX34" fmla="*/ 3833 w 291640"/>
                <a:gd name="connsiteY34" fmla="*/ 176715 h 401770"/>
                <a:gd name="connsiteX35" fmla="*/ 8744 w 291640"/>
                <a:gd name="connsiteY35" fmla="*/ 168764 h 401770"/>
                <a:gd name="connsiteX36" fmla="*/ 16600 w 291640"/>
                <a:gd name="connsiteY36" fmla="*/ 173674 h 401770"/>
                <a:gd name="connsiteX37" fmla="*/ 11690 w 291640"/>
                <a:gd name="connsiteY37" fmla="*/ 181499 h 401770"/>
                <a:gd name="connsiteX38" fmla="*/ 11468 w 291640"/>
                <a:gd name="connsiteY38" fmla="*/ 89278 h 401770"/>
                <a:gd name="connsiteX39" fmla="*/ 20085 w 291640"/>
                <a:gd name="connsiteY39" fmla="*/ 85794 h 401770"/>
                <a:gd name="connsiteX40" fmla="*/ 23570 w 291640"/>
                <a:gd name="connsiteY40" fmla="*/ 94411 h 401770"/>
                <a:gd name="connsiteX41" fmla="*/ 17456 w 291640"/>
                <a:gd name="connsiteY41" fmla="*/ 98339 h 401770"/>
                <a:gd name="connsiteX42" fmla="*/ 14953 w 291640"/>
                <a:gd name="connsiteY42" fmla="*/ 97800 h 401770"/>
                <a:gd name="connsiteX43" fmla="*/ 11468 w 291640"/>
                <a:gd name="connsiteY43" fmla="*/ 89278 h 401770"/>
                <a:gd name="connsiteX44" fmla="*/ 20624 w 291640"/>
                <a:gd name="connsiteY44" fmla="*/ 208459 h 401770"/>
                <a:gd name="connsiteX45" fmla="*/ 18438 w 291640"/>
                <a:gd name="connsiteY45" fmla="*/ 208902 h 401770"/>
                <a:gd name="connsiteX46" fmla="*/ 12228 w 291640"/>
                <a:gd name="connsiteY46" fmla="*/ 204530 h 401770"/>
                <a:gd name="connsiteX47" fmla="*/ 16157 w 291640"/>
                <a:gd name="connsiteY47" fmla="*/ 196135 h 401770"/>
                <a:gd name="connsiteX48" fmla="*/ 24552 w 291640"/>
                <a:gd name="connsiteY48" fmla="*/ 200063 h 401770"/>
                <a:gd name="connsiteX49" fmla="*/ 20624 w 291640"/>
                <a:gd name="connsiteY49" fmla="*/ 208459 h 401770"/>
                <a:gd name="connsiteX50" fmla="*/ 31553 w 291640"/>
                <a:gd name="connsiteY50" fmla="*/ 234658 h 401770"/>
                <a:gd name="connsiteX51" fmla="*/ 28924 w 291640"/>
                <a:gd name="connsiteY51" fmla="*/ 235197 h 401770"/>
                <a:gd name="connsiteX52" fmla="*/ 22936 w 291640"/>
                <a:gd name="connsiteY52" fmla="*/ 231268 h 401770"/>
                <a:gd name="connsiteX53" fmla="*/ 26421 w 291640"/>
                <a:gd name="connsiteY53" fmla="*/ 222651 h 401770"/>
                <a:gd name="connsiteX54" fmla="*/ 34943 w 291640"/>
                <a:gd name="connsiteY54" fmla="*/ 226136 h 401770"/>
                <a:gd name="connsiteX55" fmla="*/ 31553 w 291640"/>
                <a:gd name="connsiteY55" fmla="*/ 234658 h 401770"/>
                <a:gd name="connsiteX56" fmla="*/ 66243 w 291640"/>
                <a:gd name="connsiteY56" fmla="*/ 31431 h 401770"/>
                <a:gd name="connsiteX57" fmla="*/ 68207 w 291640"/>
                <a:gd name="connsiteY57" fmla="*/ 22370 h 401770"/>
                <a:gd name="connsiteX58" fmla="*/ 77268 w 291640"/>
                <a:gd name="connsiteY58" fmla="*/ 24430 h 401770"/>
                <a:gd name="connsiteX59" fmla="*/ 75208 w 291640"/>
                <a:gd name="connsiteY59" fmla="*/ 33490 h 401770"/>
                <a:gd name="connsiteX60" fmla="*/ 75303 w 291640"/>
                <a:gd name="connsiteY60" fmla="*/ 33490 h 401770"/>
                <a:gd name="connsiteX61" fmla="*/ 71692 w 291640"/>
                <a:gd name="connsiteY61" fmla="*/ 34472 h 401770"/>
                <a:gd name="connsiteX62" fmla="*/ 66243 w 291640"/>
                <a:gd name="connsiteY62" fmla="*/ 31431 h 401770"/>
                <a:gd name="connsiteX63" fmla="*/ 146235 w 291640"/>
                <a:gd name="connsiteY63" fmla="*/ 6214 h 401770"/>
                <a:gd name="connsiteX64" fmla="*/ 153014 w 291640"/>
                <a:gd name="connsiteY64" fmla="*/ 4 h 401770"/>
                <a:gd name="connsiteX65" fmla="*/ 159350 w 291640"/>
                <a:gd name="connsiteY65" fmla="*/ 6879 h 401770"/>
                <a:gd name="connsiteX66" fmla="*/ 152793 w 291640"/>
                <a:gd name="connsiteY66" fmla="*/ 13088 h 401770"/>
                <a:gd name="connsiteX67" fmla="*/ 152476 w 291640"/>
                <a:gd name="connsiteY67" fmla="*/ 13088 h 401770"/>
                <a:gd name="connsiteX68" fmla="*/ 146235 w 291640"/>
                <a:gd name="connsiteY68" fmla="*/ 6214 h 401770"/>
                <a:gd name="connsiteX69" fmla="*/ 27403 w 291640"/>
                <a:gd name="connsiteY69" fmla="*/ 72361 h 401770"/>
                <a:gd name="connsiteX70" fmla="*/ 25756 w 291640"/>
                <a:gd name="connsiteY70" fmla="*/ 63301 h 401770"/>
                <a:gd name="connsiteX71" fmla="*/ 34816 w 291640"/>
                <a:gd name="connsiteY71" fmla="*/ 61558 h 401770"/>
                <a:gd name="connsiteX72" fmla="*/ 36559 w 291640"/>
                <a:gd name="connsiteY72" fmla="*/ 70714 h 401770"/>
                <a:gd name="connsiteX73" fmla="*/ 31110 w 291640"/>
                <a:gd name="connsiteY73" fmla="*/ 73534 h 401770"/>
                <a:gd name="connsiteX74" fmla="*/ 27403 w 291640"/>
                <a:gd name="connsiteY74" fmla="*/ 72361 h 401770"/>
                <a:gd name="connsiteX75" fmla="*/ 117976 w 291640"/>
                <a:gd name="connsiteY75" fmla="*/ 9065 h 401770"/>
                <a:gd name="connsiteX76" fmla="*/ 123425 w 291640"/>
                <a:gd name="connsiteY76" fmla="*/ 1652 h 401770"/>
                <a:gd name="connsiteX77" fmla="*/ 130965 w 291640"/>
                <a:gd name="connsiteY77" fmla="*/ 7101 h 401770"/>
                <a:gd name="connsiteX78" fmla="*/ 125516 w 291640"/>
                <a:gd name="connsiteY78" fmla="*/ 14514 h 401770"/>
                <a:gd name="connsiteX79" fmla="*/ 124534 w 291640"/>
                <a:gd name="connsiteY79" fmla="*/ 14640 h 401770"/>
                <a:gd name="connsiteX80" fmla="*/ 117976 w 291640"/>
                <a:gd name="connsiteY80" fmla="*/ 9065 h 401770"/>
                <a:gd name="connsiteX81" fmla="*/ 174398 w 291640"/>
                <a:gd name="connsiteY81" fmla="*/ 9065 h 401770"/>
                <a:gd name="connsiteX82" fmla="*/ 182350 w 291640"/>
                <a:gd name="connsiteY82" fmla="*/ 4376 h 401770"/>
                <a:gd name="connsiteX83" fmla="*/ 187039 w 291640"/>
                <a:gd name="connsiteY83" fmla="*/ 12359 h 401770"/>
                <a:gd name="connsiteX84" fmla="*/ 180703 w 291640"/>
                <a:gd name="connsiteY84" fmla="*/ 17270 h 401770"/>
                <a:gd name="connsiteX85" fmla="*/ 179182 w 291640"/>
                <a:gd name="connsiteY85" fmla="*/ 17048 h 401770"/>
                <a:gd name="connsiteX86" fmla="*/ 179087 w 291640"/>
                <a:gd name="connsiteY86" fmla="*/ 17048 h 401770"/>
                <a:gd name="connsiteX87" fmla="*/ 174398 w 291640"/>
                <a:gd name="connsiteY87" fmla="*/ 9065 h 401770"/>
                <a:gd name="connsiteX88" fmla="*/ 91017 w 291640"/>
                <a:gd name="connsiteY88" fmla="*/ 17587 h 401770"/>
                <a:gd name="connsiteX89" fmla="*/ 94723 w 291640"/>
                <a:gd name="connsiteY89" fmla="*/ 9191 h 401770"/>
                <a:gd name="connsiteX90" fmla="*/ 103245 w 291640"/>
                <a:gd name="connsiteY90" fmla="*/ 12993 h 401770"/>
                <a:gd name="connsiteX91" fmla="*/ 99412 w 291640"/>
                <a:gd name="connsiteY91" fmla="*/ 21388 h 401770"/>
                <a:gd name="connsiteX92" fmla="*/ 97131 w 291640"/>
                <a:gd name="connsiteY92" fmla="*/ 21832 h 401770"/>
                <a:gd name="connsiteX93" fmla="*/ 91017 w 291640"/>
                <a:gd name="connsiteY93" fmla="*/ 17587 h 401770"/>
                <a:gd name="connsiteX94" fmla="*/ 44732 w 291640"/>
                <a:gd name="connsiteY94" fmla="*/ 49995 h 401770"/>
                <a:gd name="connsiteX95" fmla="*/ 44954 w 291640"/>
                <a:gd name="connsiteY95" fmla="*/ 40713 h 401770"/>
                <a:gd name="connsiteX96" fmla="*/ 54109 w 291640"/>
                <a:gd name="connsiteY96" fmla="*/ 40808 h 401770"/>
                <a:gd name="connsiteX97" fmla="*/ 54014 w 291640"/>
                <a:gd name="connsiteY97" fmla="*/ 50090 h 401770"/>
                <a:gd name="connsiteX98" fmla="*/ 49421 w 291640"/>
                <a:gd name="connsiteY98" fmla="*/ 51959 h 401770"/>
                <a:gd name="connsiteX99" fmla="*/ 44732 w 291640"/>
                <a:gd name="connsiteY99" fmla="*/ 49995 h 401770"/>
                <a:gd name="connsiteX100" fmla="*/ 263894 w 291640"/>
                <a:gd name="connsiteY100" fmla="*/ 243275 h 401770"/>
                <a:gd name="connsiteX101" fmla="*/ 257875 w 291640"/>
                <a:gd name="connsiteY101" fmla="*/ 247203 h 401770"/>
                <a:gd name="connsiteX102" fmla="*/ 255246 w 291640"/>
                <a:gd name="connsiteY102" fmla="*/ 246665 h 401770"/>
                <a:gd name="connsiteX103" fmla="*/ 251856 w 291640"/>
                <a:gd name="connsiteY103" fmla="*/ 238048 h 401770"/>
                <a:gd name="connsiteX104" fmla="*/ 260473 w 291640"/>
                <a:gd name="connsiteY104" fmla="*/ 234658 h 401770"/>
                <a:gd name="connsiteX105" fmla="*/ 263894 w 291640"/>
                <a:gd name="connsiteY105" fmla="*/ 243275 h 401770"/>
                <a:gd name="connsiteX106" fmla="*/ 42673 w 291640"/>
                <a:gd name="connsiteY106" fmla="*/ 260731 h 401770"/>
                <a:gd name="connsiteX107" fmla="*/ 40170 w 291640"/>
                <a:gd name="connsiteY107" fmla="*/ 261269 h 401770"/>
                <a:gd name="connsiteX108" fmla="*/ 34151 w 291640"/>
                <a:gd name="connsiteY108" fmla="*/ 257214 h 401770"/>
                <a:gd name="connsiteX109" fmla="*/ 37541 w 291640"/>
                <a:gd name="connsiteY109" fmla="*/ 248724 h 401770"/>
                <a:gd name="connsiteX110" fmla="*/ 46158 w 291640"/>
                <a:gd name="connsiteY110" fmla="*/ 252209 h 401770"/>
                <a:gd name="connsiteX111" fmla="*/ 42673 w 291640"/>
                <a:gd name="connsiteY111" fmla="*/ 260731 h 401770"/>
                <a:gd name="connsiteX112" fmla="*/ 201485 w 291640"/>
                <a:gd name="connsiteY112" fmla="*/ 17682 h 401770"/>
                <a:gd name="connsiteX113" fmla="*/ 210228 w 291640"/>
                <a:gd name="connsiteY113" fmla="*/ 14640 h 401770"/>
                <a:gd name="connsiteX114" fmla="*/ 213270 w 291640"/>
                <a:gd name="connsiteY114" fmla="*/ 23384 h 401770"/>
                <a:gd name="connsiteX115" fmla="*/ 207377 w 291640"/>
                <a:gd name="connsiteY115" fmla="*/ 27091 h 401770"/>
                <a:gd name="connsiteX116" fmla="*/ 204431 w 291640"/>
                <a:gd name="connsiteY116" fmla="*/ 26425 h 401770"/>
                <a:gd name="connsiteX117" fmla="*/ 201485 w 291640"/>
                <a:gd name="connsiteY117" fmla="*/ 17682 h 401770"/>
                <a:gd name="connsiteX118" fmla="*/ 284423 w 291640"/>
                <a:gd name="connsiteY118" fmla="*/ 125394 h 401770"/>
                <a:gd name="connsiteX119" fmla="*/ 291614 w 291640"/>
                <a:gd name="connsiteY119" fmla="*/ 131286 h 401770"/>
                <a:gd name="connsiteX120" fmla="*/ 285722 w 291640"/>
                <a:gd name="connsiteY120" fmla="*/ 138382 h 401770"/>
                <a:gd name="connsiteX121" fmla="*/ 285057 w 291640"/>
                <a:gd name="connsiteY121" fmla="*/ 138478 h 401770"/>
                <a:gd name="connsiteX122" fmla="*/ 278499 w 291640"/>
                <a:gd name="connsiteY122" fmla="*/ 132585 h 401770"/>
                <a:gd name="connsiteX123" fmla="*/ 284423 w 291640"/>
                <a:gd name="connsiteY123" fmla="*/ 125394 h 401770"/>
                <a:gd name="connsiteX124" fmla="*/ 277422 w 291640"/>
                <a:gd name="connsiteY124" fmla="*/ 97895 h 401770"/>
                <a:gd name="connsiteX125" fmla="*/ 285595 w 291640"/>
                <a:gd name="connsiteY125" fmla="*/ 102267 h 401770"/>
                <a:gd name="connsiteX126" fmla="*/ 281350 w 291640"/>
                <a:gd name="connsiteY126" fmla="*/ 110441 h 401770"/>
                <a:gd name="connsiteX127" fmla="*/ 279386 w 291640"/>
                <a:gd name="connsiteY127" fmla="*/ 110662 h 401770"/>
                <a:gd name="connsiteX128" fmla="*/ 273177 w 291640"/>
                <a:gd name="connsiteY128" fmla="*/ 106069 h 401770"/>
                <a:gd name="connsiteX129" fmla="*/ 277422 w 291640"/>
                <a:gd name="connsiteY129" fmla="*/ 97895 h 401770"/>
                <a:gd name="connsiteX130" fmla="*/ 275046 w 291640"/>
                <a:gd name="connsiteY130" fmla="*/ 216981 h 401770"/>
                <a:gd name="connsiteX131" fmla="*/ 269027 w 291640"/>
                <a:gd name="connsiteY131" fmla="*/ 221131 h 401770"/>
                <a:gd name="connsiteX132" fmla="*/ 266524 w 291640"/>
                <a:gd name="connsiteY132" fmla="*/ 220687 h 401770"/>
                <a:gd name="connsiteX133" fmla="*/ 262912 w 291640"/>
                <a:gd name="connsiteY133" fmla="*/ 212070 h 401770"/>
                <a:gd name="connsiteX134" fmla="*/ 271434 w 291640"/>
                <a:gd name="connsiteY134" fmla="*/ 208459 h 401770"/>
                <a:gd name="connsiteX135" fmla="*/ 275046 w 291640"/>
                <a:gd name="connsiteY135" fmla="*/ 216981 h 401770"/>
                <a:gd name="connsiteX136" fmla="*/ 244348 w 291640"/>
                <a:gd name="connsiteY136" fmla="*/ 295452 h 401770"/>
                <a:gd name="connsiteX137" fmla="*/ 244443 w 291640"/>
                <a:gd name="connsiteY137" fmla="*/ 295452 h 401770"/>
                <a:gd name="connsiteX138" fmla="*/ 238012 w 291640"/>
                <a:gd name="connsiteY138" fmla="*/ 300362 h 401770"/>
                <a:gd name="connsiteX139" fmla="*/ 236364 w 291640"/>
                <a:gd name="connsiteY139" fmla="*/ 300141 h 401770"/>
                <a:gd name="connsiteX140" fmla="*/ 231676 w 291640"/>
                <a:gd name="connsiteY140" fmla="*/ 292157 h 401770"/>
                <a:gd name="connsiteX141" fmla="*/ 239628 w 291640"/>
                <a:gd name="connsiteY141" fmla="*/ 287469 h 401770"/>
                <a:gd name="connsiteX142" fmla="*/ 244348 w 291640"/>
                <a:gd name="connsiteY142" fmla="*/ 295452 h 401770"/>
                <a:gd name="connsiteX143" fmla="*/ 253092 w 291640"/>
                <a:gd name="connsiteY143" fmla="*/ 269253 h 401770"/>
                <a:gd name="connsiteX144" fmla="*/ 246977 w 291640"/>
                <a:gd name="connsiteY144" fmla="*/ 273403 h 401770"/>
                <a:gd name="connsiteX145" fmla="*/ 244570 w 291640"/>
                <a:gd name="connsiteY145" fmla="*/ 272959 h 401770"/>
                <a:gd name="connsiteX146" fmla="*/ 240863 w 291640"/>
                <a:gd name="connsiteY146" fmla="*/ 264564 h 401770"/>
                <a:gd name="connsiteX147" fmla="*/ 240863 w 291640"/>
                <a:gd name="connsiteY147" fmla="*/ 264469 h 401770"/>
                <a:gd name="connsiteX148" fmla="*/ 249258 w 291640"/>
                <a:gd name="connsiteY148" fmla="*/ 260762 h 401770"/>
                <a:gd name="connsiteX149" fmla="*/ 253092 w 291640"/>
                <a:gd name="connsiteY149" fmla="*/ 269253 h 401770"/>
                <a:gd name="connsiteX150" fmla="*/ 227336 w 291640"/>
                <a:gd name="connsiteY150" fmla="*/ 40618 h 401770"/>
                <a:gd name="connsiteX151" fmla="*/ 226259 w 291640"/>
                <a:gd name="connsiteY151" fmla="*/ 31462 h 401770"/>
                <a:gd name="connsiteX152" fmla="*/ 235414 w 291640"/>
                <a:gd name="connsiteY152" fmla="*/ 30354 h 401770"/>
                <a:gd name="connsiteX153" fmla="*/ 236618 w 291640"/>
                <a:gd name="connsiteY153" fmla="*/ 39509 h 401770"/>
                <a:gd name="connsiteX154" fmla="*/ 231391 w 291640"/>
                <a:gd name="connsiteY154" fmla="*/ 42012 h 401770"/>
                <a:gd name="connsiteX155" fmla="*/ 227462 w 291640"/>
                <a:gd name="connsiteY155" fmla="*/ 40586 h 401770"/>
                <a:gd name="connsiteX156" fmla="*/ 227336 w 291640"/>
                <a:gd name="connsiteY156" fmla="*/ 40618 h 401770"/>
                <a:gd name="connsiteX157" fmla="*/ 291393 w 291640"/>
                <a:gd name="connsiteY157" fmla="*/ 161097 h 401770"/>
                <a:gd name="connsiteX158" fmla="*/ 284835 w 291640"/>
                <a:gd name="connsiteY158" fmla="*/ 166768 h 401770"/>
                <a:gd name="connsiteX159" fmla="*/ 284075 w 291640"/>
                <a:gd name="connsiteY159" fmla="*/ 166768 h 401770"/>
                <a:gd name="connsiteX160" fmla="*/ 278404 w 291640"/>
                <a:gd name="connsiteY160" fmla="*/ 159450 h 401770"/>
                <a:gd name="connsiteX161" fmla="*/ 285722 w 291640"/>
                <a:gd name="connsiteY161" fmla="*/ 153779 h 401770"/>
                <a:gd name="connsiteX162" fmla="*/ 291393 w 291640"/>
                <a:gd name="connsiteY162" fmla="*/ 161097 h 401770"/>
                <a:gd name="connsiteX163" fmla="*/ 56866 w 291640"/>
                <a:gd name="connsiteY163" fmla="*/ 278757 h 401770"/>
                <a:gd name="connsiteX164" fmla="*/ 53032 w 291640"/>
                <a:gd name="connsiteY164" fmla="*/ 287152 h 401770"/>
                <a:gd name="connsiteX165" fmla="*/ 50751 w 291640"/>
                <a:gd name="connsiteY165" fmla="*/ 287595 h 401770"/>
                <a:gd name="connsiteX166" fmla="*/ 44637 w 291640"/>
                <a:gd name="connsiteY166" fmla="*/ 283350 h 401770"/>
                <a:gd name="connsiteX167" fmla="*/ 48439 w 291640"/>
                <a:gd name="connsiteY167" fmla="*/ 274955 h 401770"/>
                <a:gd name="connsiteX168" fmla="*/ 56961 w 291640"/>
                <a:gd name="connsiteY168" fmla="*/ 278788 h 401770"/>
                <a:gd name="connsiteX169" fmla="*/ 56866 w 291640"/>
                <a:gd name="connsiteY169" fmla="*/ 278757 h 401770"/>
                <a:gd name="connsiteX170" fmla="*/ 262469 w 291640"/>
                <a:gd name="connsiteY170" fmla="*/ 81422 h 401770"/>
                <a:gd name="connsiteX171" fmla="*/ 264972 w 291640"/>
                <a:gd name="connsiteY171" fmla="*/ 72456 h 401770"/>
                <a:gd name="connsiteX172" fmla="*/ 273905 w 291640"/>
                <a:gd name="connsiteY172" fmla="*/ 74959 h 401770"/>
                <a:gd name="connsiteX173" fmla="*/ 271276 w 291640"/>
                <a:gd name="connsiteY173" fmla="*/ 83925 h 401770"/>
                <a:gd name="connsiteX174" fmla="*/ 268108 w 291640"/>
                <a:gd name="connsiteY174" fmla="*/ 84685 h 401770"/>
                <a:gd name="connsiteX175" fmla="*/ 262437 w 291640"/>
                <a:gd name="connsiteY175" fmla="*/ 81295 h 401770"/>
                <a:gd name="connsiteX176" fmla="*/ 262469 w 291640"/>
                <a:gd name="connsiteY176" fmla="*/ 81422 h 401770"/>
                <a:gd name="connsiteX177" fmla="*/ 246977 w 291640"/>
                <a:gd name="connsiteY177" fmla="*/ 59278 h 401770"/>
                <a:gd name="connsiteX178" fmla="*/ 247643 w 291640"/>
                <a:gd name="connsiteY178" fmla="*/ 49995 h 401770"/>
                <a:gd name="connsiteX179" fmla="*/ 256925 w 291640"/>
                <a:gd name="connsiteY179" fmla="*/ 50661 h 401770"/>
                <a:gd name="connsiteX180" fmla="*/ 256260 w 291640"/>
                <a:gd name="connsiteY180" fmla="*/ 59943 h 401770"/>
                <a:gd name="connsiteX181" fmla="*/ 252014 w 291640"/>
                <a:gd name="connsiteY181" fmla="*/ 61590 h 401770"/>
                <a:gd name="connsiteX182" fmla="*/ 246977 w 291640"/>
                <a:gd name="connsiteY182" fmla="*/ 59278 h 401770"/>
                <a:gd name="connsiteX183" fmla="*/ 284962 w 291640"/>
                <a:gd name="connsiteY183" fmla="*/ 189799 h 401770"/>
                <a:gd name="connsiteX184" fmla="*/ 278752 w 291640"/>
                <a:gd name="connsiteY184" fmla="*/ 194393 h 401770"/>
                <a:gd name="connsiteX185" fmla="*/ 276788 w 291640"/>
                <a:gd name="connsiteY185" fmla="*/ 194171 h 401770"/>
                <a:gd name="connsiteX186" fmla="*/ 272416 w 291640"/>
                <a:gd name="connsiteY186" fmla="*/ 185998 h 401770"/>
                <a:gd name="connsiteX187" fmla="*/ 280590 w 291640"/>
                <a:gd name="connsiteY187" fmla="*/ 181626 h 401770"/>
                <a:gd name="connsiteX188" fmla="*/ 284962 w 291640"/>
                <a:gd name="connsiteY188" fmla="*/ 189799 h 401770"/>
                <a:gd name="connsiteX189" fmla="*/ 221697 w 291640"/>
                <a:gd name="connsiteY189" fmla="*/ 320701 h 401770"/>
                <a:gd name="connsiteX190" fmla="*/ 217071 w 291640"/>
                <a:gd name="connsiteY190" fmla="*/ 325326 h 401770"/>
                <a:gd name="connsiteX191" fmla="*/ 75303 w 291640"/>
                <a:gd name="connsiteY191" fmla="*/ 325326 h 401770"/>
                <a:gd name="connsiteX192" fmla="*/ 70678 w 291640"/>
                <a:gd name="connsiteY192" fmla="*/ 320701 h 401770"/>
                <a:gd name="connsiteX193" fmla="*/ 75303 w 291640"/>
                <a:gd name="connsiteY193" fmla="*/ 316076 h 401770"/>
                <a:gd name="connsiteX194" fmla="*/ 217071 w 291640"/>
                <a:gd name="connsiteY194" fmla="*/ 316076 h 401770"/>
                <a:gd name="connsiteX195" fmla="*/ 221697 w 291640"/>
                <a:gd name="connsiteY195" fmla="*/ 320701 h 401770"/>
                <a:gd name="connsiteX196" fmla="*/ 221697 w 291640"/>
                <a:gd name="connsiteY196" fmla="*/ 340216 h 401770"/>
                <a:gd name="connsiteX197" fmla="*/ 217071 w 291640"/>
                <a:gd name="connsiteY197" fmla="*/ 344841 h 401770"/>
                <a:gd name="connsiteX198" fmla="*/ 75303 w 291640"/>
                <a:gd name="connsiteY198" fmla="*/ 344841 h 401770"/>
                <a:gd name="connsiteX199" fmla="*/ 70678 w 291640"/>
                <a:gd name="connsiteY199" fmla="*/ 340216 h 401770"/>
                <a:gd name="connsiteX200" fmla="*/ 75303 w 291640"/>
                <a:gd name="connsiteY200" fmla="*/ 335591 h 401770"/>
                <a:gd name="connsiteX201" fmla="*/ 217071 w 291640"/>
                <a:gd name="connsiteY201" fmla="*/ 335591 h 401770"/>
                <a:gd name="connsiteX202" fmla="*/ 221697 w 291640"/>
                <a:gd name="connsiteY202" fmla="*/ 340216 h 401770"/>
                <a:gd name="connsiteX203" fmla="*/ 191284 w 291640"/>
                <a:gd name="connsiteY203" fmla="*/ 355105 h 401770"/>
                <a:gd name="connsiteX204" fmla="*/ 100774 w 291640"/>
                <a:gd name="connsiteY204" fmla="*/ 355105 h 401770"/>
                <a:gd name="connsiteX205" fmla="*/ 96149 w 291640"/>
                <a:gd name="connsiteY205" fmla="*/ 359731 h 401770"/>
                <a:gd name="connsiteX206" fmla="*/ 146045 w 291640"/>
                <a:gd name="connsiteY206" fmla="*/ 401770 h 401770"/>
                <a:gd name="connsiteX207" fmla="*/ 195941 w 291640"/>
                <a:gd name="connsiteY207" fmla="*/ 359731 h 401770"/>
                <a:gd name="connsiteX208" fmla="*/ 191284 w 291640"/>
                <a:gd name="connsiteY208" fmla="*/ 355105 h 401770"/>
                <a:gd name="connsiteX209" fmla="*/ 146013 w 291640"/>
                <a:gd name="connsiteY209" fmla="*/ 392488 h 401770"/>
                <a:gd name="connsiteX210" fmla="*/ 105780 w 291640"/>
                <a:gd name="connsiteY210" fmla="*/ 364356 h 401770"/>
                <a:gd name="connsiteX211" fmla="*/ 186215 w 291640"/>
                <a:gd name="connsiteY211" fmla="*/ 364356 h 401770"/>
                <a:gd name="connsiteX212" fmla="*/ 146013 w 291640"/>
                <a:gd name="connsiteY212" fmla="*/ 392488 h 401770"/>
                <a:gd name="connsiteX213" fmla="*/ 146172 w 291640"/>
                <a:gd name="connsiteY213" fmla="*/ 116872 h 401770"/>
                <a:gd name="connsiteX214" fmla="*/ 112781 w 291640"/>
                <a:gd name="connsiteY214" fmla="*/ 130684 h 401770"/>
                <a:gd name="connsiteX215" fmla="*/ 98968 w 291640"/>
                <a:gd name="connsiteY215" fmla="*/ 164075 h 401770"/>
                <a:gd name="connsiteX216" fmla="*/ 112781 w 291640"/>
                <a:gd name="connsiteY216" fmla="*/ 197434 h 401770"/>
                <a:gd name="connsiteX217" fmla="*/ 146203 w 291640"/>
                <a:gd name="connsiteY217" fmla="*/ 211278 h 401770"/>
                <a:gd name="connsiteX218" fmla="*/ 179594 w 291640"/>
                <a:gd name="connsiteY218" fmla="*/ 197434 h 401770"/>
                <a:gd name="connsiteX219" fmla="*/ 193438 w 291640"/>
                <a:gd name="connsiteY219" fmla="*/ 164043 h 401770"/>
                <a:gd name="connsiteX220" fmla="*/ 179594 w 291640"/>
                <a:gd name="connsiteY220" fmla="*/ 130653 h 401770"/>
                <a:gd name="connsiteX221" fmla="*/ 146172 w 291640"/>
                <a:gd name="connsiteY221" fmla="*/ 116872 h 401770"/>
                <a:gd name="connsiteX222" fmla="*/ 173004 w 291640"/>
                <a:gd name="connsiteY222" fmla="*/ 190940 h 401770"/>
                <a:gd name="connsiteX223" fmla="*/ 119339 w 291640"/>
                <a:gd name="connsiteY223" fmla="*/ 190940 h 401770"/>
                <a:gd name="connsiteX224" fmla="*/ 108219 w 291640"/>
                <a:gd name="connsiteY224" fmla="*/ 164138 h 401770"/>
                <a:gd name="connsiteX225" fmla="*/ 119339 w 291640"/>
                <a:gd name="connsiteY225" fmla="*/ 137305 h 401770"/>
                <a:gd name="connsiteX226" fmla="*/ 146172 w 291640"/>
                <a:gd name="connsiteY226" fmla="*/ 126186 h 401770"/>
                <a:gd name="connsiteX227" fmla="*/ 173004 w 291640"/>
                <a:gd name="connsiteY227" fmla="*/ 137305 h 401770"/>
                <a:gd name="connsiteX228" fmla="*/ 184124 w 291640"/>
                <a:gd name="connsiteY228" fmla="*/ 164138 h 401770"/>
                <a:gd name="connsiteX229" fmla="*/ 173004 w 291640"/>
                <a:gd name="connsiteY229" fmla="*/ 190940 h 401770"/>
                <a:gd name="connsiteX230" fmla="*/ 230345 w 291640"/>
                <a:gd name="connsiteY230" fmla="*/ 145859 h 401770"/>
                <a:gd name="connsiteX231" fmla="*/ 213840 w 291640"/>
                <a:gd name="connsiteY231" fmla="*/ 145859 h 401770"/>
                <a:gd name="connsiteX232" fmla="*/ 210925 w 291640"/>
                <a:gd name="connsiteY232" fmla="*/ 137305 h 401770"/>
                <a:gd name="connsiteX233" fmla="*/ 206902 w 291640"/>
                <a:gd name="connsiteY233" fmla="*/ 129164 h 401770"/>
                <a:gd name="connsiteX234" fmla="*/ 218592 w 291640"/>
                <a:gd name="connsiteY234" fmla="*/ 117474 h 401770"/>
                <a:gd name="connsiteX235" fmla="*/ 218592 w 291640"/>
                <a:gd name="connsiteY235" fmla="*/ 108318 h 401770"/>
                <a:gd name="connsiteX236" fmla="*/ 201928 w 291640"/>
                <a:gd name="connsiteY236" fmla="*/ 91654 h 401770"/>
                <a:gd name="connsiteX237" fmla="*/ 192773 w 291640"/>
                <a:gd name="connsiteY237" fmla="*/ 91686 h 401770"/>
                <a:gd name="connsiteX238" fmla="*/ 181115 w 291640"/>
                <a:gd name="connsiteY238" fmla="*/ 103376 h 401770"/>
                <a:gd name="connsiteX239" fmla="*/ 173004 w 291640"/>
                <a:gd name="connsiteY239" fmla="*/ 99353 h 401770"/>
                <a:gd name="connsiteX240" fmla="*/ 164419 w 291640"/>
                <a:gd name="connsiteY240" fmla="*/ 96438 h 401770"/>
                <a:gd name="connsiteX241" fmla="*/ 164419 w 291640"/>
                <a:gd name="connsiteY241" fmla="*/ 79965 h 401770"/>
                <a:gd name="connsiteX242" fmla="*/ 157925 w 291640"/>
                <a:gd name="connsiteY242" fmla="*/ 73470 h 401770"/>
                <a:gd name="connsiteX243" fmla="*/ 134418 w 291640"/>
                <a:gd name="connsiteY243" fmla="*/ 73470 h 401770"/>
                <a:gd name="connsiteX244" fmla="*/ 127924 w 291640"/>
                <a:gd name="connsiteY244" fmla="*/ 79965 h 401770"/>
                <a:gd name="connsiteX245" fmla="*/ 127924 w 291640"/>
                <a:gd name="connsiteY245" fmla="*/ 96438 h 401770"/>
                <a:gd name="connsiteX246" fmla="*/ 119402 w 291640"/>
                <a:gd name="connsiteY246" fmla="*/ 99353 h 401770"/>
                <a:gd name="connsiteX247" fmla="*/ 111228 w 291640"/>
                <a:gd name="connsiteY247" fmla="*/ 103376 h 401770"/>
                <a:gd name="connsiteX248" fmla="*/ 99570 w 291640"/>
                <a:gd name="connsiteY248" fmla="*/ 91686 h 401770"/>
                <a:gd name="connsiteX249" fmla="*/ 90383 w 291640"/>
                <a:gd name="connsiteY249" fmla="*/ 91686 h 401770"/>
                <a:gd name="connsiteX250" fmla="*/ 73719 w 291640"/>
                <a:gd name="connsiteY250" fmla="*/ 108350 h 401770"/>
                <a:gd name="connsiteX251" fmla="*/ 71850 w 291640"/>
                <a:gd name="connsiteY251" fmla="*/ 112912 h 401770"/>
                <a:gd name="connsiteX252" fmla="*/ 73751 w 291640"/>
                <a:gd name="connsiteY252" fmla="*/ 117474 h 401770"/>
                <a:gd name="connsiteX253" fmla="*/ 85441 w 291640"/>
                <a:gd name="connsiteY253" fmla="*/ 129132 h 401770"/>
                <a:gd name="connsiteX254" fmla="*/ 81449 w 291640"/>
                <a:gd name="connsiteY254" fmla="*/ 137274 h 401770"/>
                <a:gd name="connsiteX255" fmla="*/ 78535 w 291640"/>
                <a:gd name="connsiteY255" fmla="*/ 145827 h 401770"/>
                <a:gd name="connsiteX256" fmla="*/ 62029 w 291640"/>
                <a:gd name="connsiteY256" fmla="*/ 145827 h 401770"/>
                <a:gd name="connsiteX257" fmla="*/ 55535 w 291640"/>
                <a:gd name="connsiteY257" fmla="*/ 152322 h 401770"/>
                <a:gd name="connsiteX258" fmla="*/ 55535 w 291640"/>
                <a:gd name="connsiteY258" fmla="*/ 175828 h 401770"/>
                <a:gd name="connsiteX259" fmla="*/ 62029 w 291640"/>
                <a:gd name="connsiteY259" fmla="*/ 182323 h 401770"/>
                <a:gd name="connsiteX260" fmla="*/ 78535 w 291640"/>
                <a:gd name="connsiteY260" fmla="*/ 182323 h 401770"/>
                <a:gd name="connsiteX261" fmla="*/ 81449 w 291640"/>
                <a:gd name="connsiteY261" fmla="*/ 190876 h 401770"/>
                <a:gd name="connsiteX262" fmla="*/ 85441 w 291640"/>
                <a:gd name="connsiteY262" fmla="*/ 199018 h 401770"/>
                <a:gd name="connsiteX263" fmla="*/ 73751 w 291640"/>
                <a:gd name="connsiteY263" fmla="*/ 210740 h 401770"/>
                <a:gd name="connsiteX264" fmla="*/ 73783 w 291640"/>
                <a:gd name="connsiteY264" fmla="*/ 219895 h 401770"/>
                <a:gd name="connsiteX265" fmla="*/ 90415 w 291640"/>
                <a:gd name="connsiteY265" fmla="*/ 236559 h 401770"/>
                <a:gd name="connsiteX266" fmla="*/ 99602 w 291640"/>
                <a:gd name="connsiteY266" fmla="*/ 236559 h 401770"/>
                <a:gd name="connsiteX267" fmla="*/ 111260 w 291640"/>
                <a:gd name="connsiteY267" fmla="*/ 224869 h 401770"/>
                <a:gd name="connsiteX268" fmla="*/ 119434 w 291640"/>
                <a:gd name="connsiteY268" fmla="*/ 228892 h 401770"/>
                <a:gd name="connsiteX269" fmla="*/ 127956 w 291640"/>
                <a:gd name="connsiteY269" fmla="*/ 231775 h 401770"/>
                <a:gd name="connsiteX270" fmla="*/ 127956 w 291640"/>
                <a:gd name="connsiteY270" fmla="*/ 248280 h 401770"/>
                <a:gd name="connsiteX271" fmla="*/ 134450 w 291640"/>
                <a:gd name="connsiteY271" fmla="*/ 254775 h 401770"/>
                <a:gd name="connsiteX272" fmla="*/ 157956 w 291640"/>
                <a:gd name="connsiteY272" fmla="*/ 254775 h 401770"/>
                <a:gd name="connsiteX273" fmla="*/ 164451 w 291640"/>
                <a:gd name="connsiteY273" fmla="*/ 248280 h 401770"/>
                <a:gd name="connsiteX274" fmla="*/ 164451 w 291640"/>
                <a:gd name="connsiteY274" fmla="*/ 231775 h 401770"/>
                <a:gd name="connsiteX275" fmla="*/ 173004 w 291640"/>
                <a:gd name="connsiteY275" fmla="*/ 228861 h 401770"/>
                <a:gd name="connsiteX276" fmla="*/ 181146 w 291640"/>
                <a:gd name="connsiteY276" fmla="*/ 224837 h 401770"/>
                <a:gd name="connsiteX277" fmla="*/ 192868 w 291640"/>
                <a:gd name="connsiteY277" fmla="*/ 236559 h 401770"/>
                <a:gd name="connsiteX278" fmla="*/ 202023 w 291640"/>
                <a:gd name="connsiteY278" fmla="*/ 236527 h 401770"/>
                <a:gd name="connsiteX279" fmla="*/ 218687 w 291640"/>
                <a:gd name="connsiteY279" fmla="*/ 219832 h 401770"/>
                <a:gd name="connsiteX280" fmla="*/ 218624 w 291640"/>
                <a:gd name="connsiteY280" fmla="*/ 210708 h 401770"/>
                <a:gd name="connsiteX281" fmla="*/ 206934 w 291640"/>
                <a:gd name="connsiteY281" fmla="*/ 199018 h 401770"/>
                <a:gd name="connsiteX282" fmla="*/ 210957 w 291640"/>
                <a:gd name="connsiteY282" fmla="*/ 190876 h 401770"/>
                <a:gd name="connsiteX283" fmla="*/ 213872 w 291640"/>
                <a:gd name="connsiteY283" fmla="*/ 182323 h 401770"/>
                <a:gd name="connsiteX284" fmla="*/ 230377 w 291640"/>
                <a:gd name="connsiteY284" fmla="*/ 182323 h 401770"/>
                <a:gd name="connsiteX285" fmla="*/ 236903 w 291640"/>
                <a:gd name="connsiteY285" fmla="*/ 175828 h 401770"/>
                <a:gd name="connsiteX286" fmla="*/ 236903 w 291640"/>
                <a:gd name="connsiteY286" fmla="*/ 152322 h 401770"/>
                <a:gd name="connsiteX287" fmla="*/ 230345 w 291640"/>
                <a:gd name="connsiteY287" fmla="*/ 145859 h 401770"/>
                <a:gd name="connsiteX288" fmla="*/ 227589 w 291640"/>
                <a:gd name="connsiteY288" fmla="*/ 173072 h 401770"/>
                <a:gd name="connsiteX289" fmla="*/ 210197 w 291640"/>
                <a:gd name="connsiteY289" fmla="*/ 173072 h 401770"/>
                <a:gd name="connsiteX290" fmla="*/ 205667 w 291640"/>
                <a:gd name="connsiteY290" fmla="*/ 176747 h 401770"/>
                <a:gd name="connsiteX291" fmla="*/ 202372 w 291640"/>
                <a:gd name="connsiteY291" fmla="*/ 187360 h 401770"/>
                <a:gd name="connsiteX292" fmla="*/ 197176 w 291640"/>
                <a:gd name="connsiteY292" fmla="*/ 197244 h 401770"/>
                <a:gd name="connsiteX293" fmla="*/ 197810 w 291640"/>
                <a:gd name="connsiteY293" fmla="*/ 203041 h 401770"/>
                <a:gd name="connsiteX294" fmla="*/ 210102 w 291640"/>
                <a:gd name="connsiteY294" fmla="*/ 215333 h 401770"/>
                <a:gd name="connsiteX295" fmla="*/ 197430 w 291640"/>
                <a:gd name="connsiteY295" fmla="*/ 228037 h 401770"/>
                <a:gd name="connsiteX296" fmla="*/ 185138 w 291640"/>
                <a:gd name="connsiteY296" fmla="*/ 215745 h 401770"/>
                <a:gd name="connsiteX297" fmla="*/ 179340 w 291640"/>
                <a:gd name="connsiteY297" fmla="*/ 215143 h 401770"/>
                <a:gd name="connsiteX298" fmla="*/ 169488 w 291640"/>
                <a:gd name="connsiteY298" fmla="*/ 220339 h 401770"/>
                <a:gd name="connsiteX299" fmla="*/ 158875 w 291640"/>
                <a:gd name="connsiteY299" fmla="*/ 223633 h 401770"/>
                <a:gd name="connsiteX300" fmla="*/ 155200 w 291640"/>
                <a:gd name="connsiteY300" fmla="*/ 228164 h 401770"/>
                <a:gd name="connsiteX301" fmla="*/ 155200 w 291640"/>
                <a:gd name="connsiteY301" fmla="*/ 245524 h 401770"/>
                <a:gd name="connsiteX302" fmla="*/ 137238 w 291640"/>
                <a:gd name="connsiteY302" fmla="*/ 245524 h 401770"/>
                <a:gd name="connsiteX303" fmla="*/ 137238 w 291640"/>
                <a:gd name="connsiteY303" fmla="*/ 228164 h 401770"/>
                <a:gd name="connsiteX304" fmla="*/ 133563 w 291640"/>
                <a:gd name="connsiteY304" fmla="*/ 223633 h 401770"/>
                <a:gd name="connsiteX305" fmla="*/ 122950 w 291640"/>
                <a:gd name="connsiteY305" fmla="*/ 220339 h 401770"/>
                <a:gd name="connsiteX306" fmla="*/ 113066 w 291640"/>
                <a:gd name="connsiteY306" fmla="*/ 215143 h 401770"/>
                <a:gd name="connsiteX307" fmla="*/ 107268 w 291640"/>
                <a:gd name="connsiteY307" fmla="*/ 215745 h 401770"/>
                <a:gd name="connsiteX308" fmla="*/ 95008 w 291640"/>
                <a:gd name="connsiteY308" fmla="*/ 228037 h 401770"/>
                <a:gd name="connsiteX309" fmla="*/ 82305 w 291640"/>
                <a:gd name="connsiteY309" fmla="*/ 215333 h 401770"/>
                <a:gd name="connsiteX310" fmla="*/ 94596 w 291640"/>
                <a:gd name="connsiteY310" fmla="*/ 203041 h 401770"/>
                <a:gd name="connsiteX311" fmla="*/ 95198 w 291640"/>
                <a:gd name="connsiteY311" fmla="*/ 197212 h 401770"/>
                <a:gd name="connsiteX312" fmla="*/ 90003 w 291640"/>
                <a:gd name="connsiteY312" fmla="*/ 187360 h 401770"/>
                <a:gd name="connsiteX313" fmla="*/ 86740 w 291640"/>
                <a:gd name="connsiteY313" fmla="*/ 176779 h 401770"/>
                <a:gd name="connsiteX314" fmla="*/ 82210 w 291640"/>
                <a:gd name="connsiteY314" fmla="*/ 173072 h 401770"/>
                <a:gd name="connsiteX315" fmla="*/ 64817 w 291640"/>
                <a:gd name="connsiteY315" fmla="*/ 173072 h 401770"/>
                <a:gd name="connsiteX316" fmla="*/ 64817 w 291640"/>
                <a:gd name="connsiteY316" fmla="*/ 155110 h 401770"/>
                <a:gd name="connsiteX317" fmla="*/ 82178 w 291640"/>
                <a:gd name="connsiteY317" fmla="*/ 155110 h 401770"/>
                <a:gd name="connsiteX318" fmla="*/ 86708 w 291640"/>
                <a:gd name="connsiteY318" fmla="*/ 151435 h 401770"/>
                <a:gd name="connsiteX319" fmla="*/ 90003 w 291640"/>
                <a:gd name="connsiteY319" fmla="*/ 140822 h 401770"/>
                <a:gd name="connsiteX320" fmla="*/ 95198 w 291640"/>
                <a:gd name="connsiteY320" fmla="*/ 130969 h 401770"/>
                <a:gd name="connsiteX321" fmla="*/ 94596 w 291640"/>
                <a:gd name="connsiteY321" fmla="*/ 125140 h 401770"/>
                <a:gd name="connsiteX322" fmla="*/ 82305 w 291640"/>
                <a:gd name="connsiteY322" fmla="*/ 112848 h 401770"/>
                <a:gd name="connsiteX323" fmla="*/ 95008 w 291640"/>
                <a:gd name="connsiteY323" fmla="*/ 100176 h 401770"/>
                <a:gd name="connsiteX324" fmla="*/ 107300 w 291640"/>
                <a:gd name="connsiteY324" fmla="*/ 112468 h 401770"/>
                <a:gd name="connsiteX325" fmla="*/ 113098 w 291640"/>
                <a:gd name="connsiteY325" fmla="*/ 113070 h 401770"/>
                <a:gd name="connsiteX326" fmla="*/ 122982 w 291640"/>
                <a:gd name="connsiteY326" fmla="*/ 107875 h 401770"/>
                <a:gd name="connsiteX327" fmla="*/ 133563 w 291640"/>
                <a:gd name="connsiteY327" fmla="*/ 104580 h 401770"/>
                <a:gd name="connsiteX328" fmla="*/ 137238 w 291640"/>
                <a:gd name="connsiteY328" fmla="*/ 100050 h 401770"/>
                <a:gd name="connsiteX329" fmla="*/ 137238 w 291640"/>
                <a:gd name="connsiteY329" fmla="*/ 82689 h 401770"/>
                <a:gd name="connsiteX330" fmla="*/ 155200 w 291640"/>
                <a:gd name="connsiteY330" fmla="*/ 82689 h 401770"/>
                <a:gd name="connsiteX331" fmla="*/ 155200 w 291640"/>
                <a:gd name="connsiteY331" fmla="*/ 100050 h 401770"/>
                <a:gd name="connsiteX332" fmla="*/ 158875 w 291640"/>
                <a:gd name="connsiteY332" fmla="*/ 104580 h 401770"/>
                <a:gd name="connsiteX333" fmla="*/ 169488 w 291640"/>
                <a:gd name="connsiteY333" fmla="*/ 107875 h 401770"/>
                <a:gd name="connsiteX334" fmla="*/ 179340 w 291640"/>
                <a:gd name="connsiteY334" fmla="*/ 113070 h 401770"/>
                <a:gd name="connsiteX335" fmla="*/ 185138 w 291640"/>
                <a:gd name="connsiteY335" fmla="*/ 112468 h 401770"/>
                <a:gd name="connsiteX336" fmla="*/ 197430 w 291640"/>
                <a:gd name="connsiteY336" fmla="*/ 100176 h 401770"/>
                <a:gd name="connsiteX337" fmla="*/ 210133 w 291640"/>
                <a:gd name="connsiteY337" fmla="*/ 112880 h 401770"/>
                <a:gd name="connsiteX338" fmla="*/ 197842 w 291640"/>
                <a:gd name="connsiteY338" fmla="*/ 125140 h 401770"/>
                <a:gd name="connsiteX339" fmla="*/ 197208 w 291640"/>
                <a:gd name="connsiteY339" fmla="*/ 130938 h 401770"/>
                <a:gd name="connsiteX340" fmla="*/ 202404 w 291640"/>
                <a:gd name="connsiteY340" fmla="*/ 140822 h 401770"/>
                <a:gd name="connsiteX341" fmla="*/ 205698 w 291640"/>
                <a:gd name="connsiteY341" fmla="*/ 151435 h 401770"/>
                <a:gd name="connsiteX342" fmla="*/ 210228 w 291640"/>
                <a:gd name="connsiteY342" fmla="*/ 155110 h 401770"/>
                <a:gd name="connsiteX343" fmla="*/ 227621 w 291640"/>
                <a:gd name="connsiteY343" fmla="*/ 155110 h 401770"/>
                <a:gd name="connsiteX344" fmla="*/ 227621 w 291640"/>
                <a:gd name="connsiteY344" fmla="*/ 173072 h 401770"/>
                <a:gd name="connsiteX345" fmla="*/ 142148 w 291640"/>
                <a:gd name="connsiteY345" fmla="*/ 184667 h 401770"/>
                <a:gd name="connsiteX346" fmla="*/ 150227 w 291640"/>
                <a:gd name="connsiteY346" fmla="*/ 184667 h 401770"/>
                <a:gd name="connsiteX347" fmla="*/ 150227 w 291640"/>
                <a:gd name="connsiteY347" fmla="*/ 192650 h 401770"/>
                <a:gd name="connsiteX348" fmla="*/ 142148 w 291640"/>
                <a:gd name="connsiteY348" fmla="*/ 192650 h 401770"/>
                <a:gd name="connsiteX349" fmla="*/ 142148 w 291640"/>
                <a:gd name="connsiteY349" fmla="*/ 184667 h 401770"/>
                <a:gd name="connsiteX350" fmla="*/ 141831 w 291640"/>
                <a:gd name="connsiteY350" fmla="*/ 135563 h 401770"/>
                <a:gd name="connsiteX351" fmla="*/ 150512 w 291640"/>
                <a:gd name="connsiteY351" fmla="*/ 135563 h 401770"/>
                <a:gd name="connsiteX352" fmla="*/ 150512 w 291640"/>
                <a:gd name="connsiteY352" fmla="*/ 148235 h 401770"/>
                <a:gd name="connsiteX353" fmla="*/ 148484 w 291640"/>
                <a:gd name="connsiteY353" fmla="*/ 178521 h 401770"/>
                <a:gd name="connsiteX354" fmla="*/ 143954 w 291640"/>
                <a:gd name="connsiteY354" fmla="*/ 178521 h 401770"/>
                <a:gd name="connsiteX355" fmla="*/ 141800 w 291640"/>
                <a:gd name="connsiteY355" fmla="*/ 148235 h 401770"/>
                <a:gd name="connsiteX356" fmla="*/ 141800 w 291640"/>
                <a:gd name="connsiteY356" fmla="*/ 135563 h 40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Lst>
              <a:rect l="l" t="t" r="r" b="b"/>
              <a:pathLst>
                <a:path w="291640" h="401770">
                  <a:moveTo>
                    <a:pt x="263736" y="150611"/>
                  </a:moveTo>
                  <a:cubicBezTo>
                    <a:pt x="263736" y="85794"/>
                    <a:pt x="211020" y="33078"/>
                    <a:pt x="146203" y="33078"/>
                  </a:cubicBezTo>
                  <a:cubicBezTo>
                    <a:pt x="81386" y="33078"/>
                    <a:pt x="28639" y="85794"/>
                    <a:pt x="28639" y="150611"/>
                  </a:cubicBezTo>
                  <a:cubicBezTo>
                    <a:pt x="28639" y="176335"/>
                    <a:pt x="39885" y="202471"/>
                    <a:pt x="50815" y="227942"/>
                  </a:cubicBezTo>
                  <a:cubicBezTo>
                    <a:pt x="60572" y="250656"/>
                    <a:pt x="70678" y="274163"/>
                    <a:pt x="70678" y="294375"/>
                  </a:cubicBezTo>
                  <a:cubicBezTo>
                    <a:pt x="70678" y="301313"/>
                    <a:pt x="76317" y="306952"/>
                    <a:pt x="83255" y="306952"/>
                  </a:cubicBezTo>
                  <a:lnTo>
                    <a:pt x="209151" y="306952"/>
                  </a:lnTo>
                  <a:cubicBezTo>
                    <a:pt x="216089" y="306952"/>
                    <a:pt x="221728" y="301313"/>
                    <a:pt x="221728" y="294375"/>
                  </a:cubicBezTo>
                  <a:cubicBezTo>
                    <a:pt x="221728" y="272769"/>
                    <a:pt x="232024" y="249136"/>
                    <a:pt x="241972" y="226263"/>
                  </a:cubicBezTo>
                  <a:cubicBezTo>
                    <a:pt x="252648" y="201647"/>
                    <a:pt x="263736" y="176208"/>
                    <a:pt x="263736" y="150611"/>
                  </a:cubicBezTo>
                  <a:close/>
                  <a:moveTo>
                    <a:pt x="212446" y="294375"/>
                  </a:moveTo>
                  <a:cubicBezTo>
                    <a:pt x="212446" y="296212"/>
                    <a:pt x="210957" y="297670"/>
                    <a:pt x="209151" y="297670"/>
                  </a:cubicBezTo>
                  <a:lnTo>
                    <a:pt x="83255" y="297670"/>
                  </a:lnTo>
                  <a:cubicBezTo>
                    <a:pt x="81386" y="297670"/>
                    <a:pt x="79960" y="296212"/>
                    <a:pt x="79960" y="294375"/>
                  </a:cubicBezTo>
                  <a:cubicBezTo>
                    <a:pt x="79960" y="272262"/>
                    <a:pt x="69474" y="247869"/>
                    <a:pt x="59242" y="224045"/>
                  </a:cubicBezTo>
                  <a:cubicBezTo>
                    <a:pt x="48756" y="199652"/>
                    <a:pt x="37889" y="174434"/>
                    <a:pt x="37889" y="150611"/>
                  </a:cubicBezTo>
                  <a:cubicBezTo>
                    <a:pt x="37889" y="90926"/>
                    <a:pt x="86486" y="42360"/>
                    <a:pt x="146172" y="42360"/>
                  </a:cubicBezTo>
                  <a:cubicBezTo>
                    <a:pt x="205857" y="42360"/>
                    <a:pt x="254422" y="90926"/>
                    <a:pt x="254422" y="150611"/>
                  </a:cubicBezTo>
                  <a:cubicBezTo>
                    <a:pt x="254422" y="174308"/>
                    <a:pt x="243746" y="198828"/>
                    <a:pt x="233418" y="222556"/>
                  </a:cubicBezTo>
                  <a:cubicBezTo>
                    <a:pt x="223122" y="246285"/>
                    <a:pt x="212446" y="270837"/>
                    <a:pt x="212446" y="294375"/>
                  </a:cubicBezTo>
                  <a:close/>
                  <a:moveTo>
                    <a:pt x="6558" y="153652"/>
                  </a:moveTo>
                  <a:cubicBezTo>
                    <a:pt x="2946" y="153652"/>
                    <a:pt x="0" y="150738"/>
                    <a:pt x="0" y="147126"/>
                  </a:cubicBezTo>
                  <a:cubicBezTo>
                    <a:pt x="0" y="143515"/>
                    <a:pt x="2851" y="140568"/>
                    <a:pt x="6431" y="140568"/>
                  </a:cubicBezTo>
                  <a:cubicBezTo>
                    <a:pt x="10138" y="140442"/>
                    <a:pt x="13084" y="143388"/>
                    <a:pt x="13084" y="146999"/>
                  </a:cubicBezTo>
                  <a:cubicBezTo>
                    <a:pt x="13084" y="150611"/>
                    <a:pt x="10233" y="153557"/>
                    <a:pt x="6653" y="153652"/>
                  </a:cubicBezTo>
                  <a:cubicBezTo>
                    <a:pt x="6558" y="153652"/>
                    <a:pt x="6558" y="153652"/>
                    <a:pt x="6558" y="153652"/>
                  </a:cubicBezTo>
                  <a:close/>
                  <a:moveTo>
                    <a:pt x="2724" y="117664"/>
                  </a:moveTo>
                  <a:cubicBezTo>
                    <a:pt x="3485" y="114052"/>
                    <a:pt x="6875" y="111771"/>
                    <a:pt x="10486" y="112532"/>
                  </a:cubicBezTo>
                  <a:cubicBezTo>
                    <a:pt x="13971" y="113197"/>
                    <a:pt x="16284" y="116587"/>
                    <a:pt x="15618" y="120166"/>
                  </a:cubicBezTo>
                  <a:cubicBezTo>
                    <a:pt x="14953" y="123334"/>
                    <a:pt x="12228" y="125394"/>
                    <a:pt x="9187" y="125394"/>
                  </a:cubicBezTo>
                  <a:cubicBezTo>
                    <a:pt x="8870" y="125394"/>
                    <a:pt x="8427" y="125394"/>
                    <a:pt x="7983" y="125299"/>
                  </a:cubicBezTo>
                  <a:cubicBezTo>
                    <a:pt x="4372" y="124633"/>
                    <a:pt x="2059" y="121149"/>
                    <a:pt x="2724" y="117664"/>
                  </a:cubicBezTo>
                  <a:close/>
                  <a:moveTo>
                    <a:pt x="11690" y="181499"/>
                  </a:moveTo>
                  <a:cubicBezTo>
                    <a:pt x="11151" y="181594"/>
                    <a:pt x="10708" y="181721"/>
                    <a:pt x="10169" y="181721"/>
                  </a:cubicBezTo>
                  <a:cubicBezTo>
                    <a:pt x="7223" y="181721"/>
                    <a:pt x="4499" y="179662"/>
                    <a:pt x="3833" y="176715"/>
                  </a:cubicBezTo>
                  <a:cubicBezTo>
                    <a:pt x="2946" y="173104"/>
                    <a:pt x="5132" y="169619"/>
                    <a:pt x="8744" y="168764"/>
                  </a:cubicBezTo>
                  <a:cubicBezTo>
                    <a:pt x="12228" y="168003"/>
                    <a:pt x="15713" y="170189"/>
                    <a:pt x="16600" y="173674"/>
                  </a:cubicBezTo>
                  <a:cubicBezTo>
                    <a:pt x="17361" y="177254"/>
                    <a:pt x="15175" y="180739"/>
                    <a:pt x="11690" y="181499"/>
                  </a:cubicBezTo>
                  <a:close/>
                  <a:moveTo>
                    <a:pt x="11468" y="89278"/>
                  </a:moveTo>
                  <a:cubicBezTo>
                    <a:pt x="12894" y="86015"/>
                    <a:pt x="16695" y="84368"/>
                    <a:pt x="20085" y="85794"/>
                  </a:cubicBezTo>
                  <a:cubicBezTo>
                    <a:pt x="23348" y="87219"/>
                    <a:pt x="24900" y="91053"/>
                    <a:pt x="23570" y="94411"/>
                  </a:cubicBezTo>
                  <a:cubicBezTo>
                    <a:pt x="22493" y="96913"/>
                    <a:pt x="20085" y="98339"/>
                    <a:pt x="17456" y="98339"/>
                  </a:cubicBezTo>
                  <a:cubicBezTo>
                    <a:pt x="16569" y="98339"/>
                    <a:pt x="15808" y="98244"/>
                    <a:pt x="14953" y="97800"/>
                  </a:cubicBezTo>
                  <a:cubicBezTo>
                    <a:pt x="11563" y="96470"/>
                    <a:pt x="10043" y="92542"/>
                    <a:pt x="11468" y="89278"/>
                  </a:cubicBezTo>
                  <a:close/>
                  <a:moveTo>
                    <a:pt x="20624" y="208459"/>
                  </a:moveTo>
                  <a:cubicBezTo>
                    <a:pt x="19863" y="208680"/>
                    <a:pt x="19103" y="208902"/>
                    <a:pt x="18438" y="208902"/>
                  </a:cubicBezTo>
                  <a:cubicBezTo>
                    <a:pt x="15713" y="208902"/>
                    <a:pt x="13211" y="207160"/>
                    <a:pt x="12228" y="204530"/>
                  </a:cubicBezTo>
                  <a:cubicBezTo>
                    <a:pt x="11025" y="201141"/>
                    <a:pt x="12767" y="197339"/>
                    <a:pt x="16157" y="196135"/>
                  </a:cubicBezTo>
                  <a:cubicBezTo>
                    <a:pt x="19547" y="194931"/>
                    <a:pt x="23348" y="196674"/>
                    <a:pt x="24552" y="200063"/>
                  </a:cubicBezTo>
                  <a:cubicBezTo>
                    <a:pt x="25756" y="203453"/>
                    <a:pt x="24013" y="207255"/>
                    <a:pt x="20624" y="208459"/>
                  </a:cubicBezTo>
                  <a:close/>
                  <a:moveTo>
                    <a:pt x="31553" y="234658"/>
                  </a:moveTo>
                  <a:cubicBezTo>
                    <a:pt x="30666" y="235102"/>
                    <a:pt x="29811" y="235197"/>
                    <a:pt x="28924" y="235197"/>
                  </a:cubicBezTo>
                  <a:cubicBezTo>
                    <a:pt x="26421" y="235197"/>
                    <a:pt x="24013" y="233676"/>
                    <a:pt x="22936" y="231268"/>
                  </a:cubicBezTo>
                  <a:cubicBezTo>
                    <a:pt x="21511" y="227878"/>
                    <a:pt x="23031" y="224077"/>
                    <a:pt x="26421" y="222651"/>
                  </a:cubicBezTo>
                  <a:cubicBezTo>
                    <a:pt x="29684" y="221226"/>
                    <a:pt x="33517" y="222746"/>
                    <a:pt x="34943" y="226136"/>
                  </a:cubicBezTo>
                  <a:cubicBezTo>
                    <a:pt x="36337" y="229399"/>
                    <a:pt x="34816" y="233232"/>
                    <a:pt x="31553" y="234658"/>
                  </a:cubicBezTo>
                  <a:close/>
                  <a:moveTo>
                    <a:pt x="66243" y="31431"/>
                  </a:moveTo>
                  <a:cubicBezTo>
                    <a:pt x="64279" y="28358"/>
                    <a:pt x="65166" y="24334"/>
                    <a:pt x="68207" y="22370"/>
                  </a:cubicBezTo>
                  <a:cubicBezTo>
                    <a:pt x="71280" y="20501"/>
                    <a:pt x="75303" y="21388"/>
                    <a:pt x="77268" y="24430"/>
                  </a:cubicBezTo>
                  <a:cubicBezTo>
                    <a:pt x="79232" y="27502"/>
                    <a:pt x="78250" y="31526"/>
                    <a:pt x="75208" y="33490"/>
                  </a:cubicBezTo>
                  <a:cubicBezTo>
                    <a:pt x="75208" y="33490"/>
                    <a:pt x="75208" y="33490"/>
                    <a:pt x="75303" y="33490"/>
                  </a:cubicBezTo>
                  <a:cubicBezTo>
                    <a:pt x="74226" y="34155"/>
                    <a:pt x="72896" y="34472"/>
                    <a:pt x="71692" y="34472"/>
                  </a:cubicBezTo>
                  <a:cubicBezTo>
                    <a:pt x="69633" y="34472"/>
                    <a:pt x="67447" y="33395"/>
                    <a:pt x="66243" y="31431"/>
                  </a:cubicBezTo>
                  <a:close/>
                  <a:moveTo>
                    <a:pt x="146235" y="6214"/>
                  </a:moveTo>
                  <a:cubicBezTo>
                    <a:pt x="146362" y="2602"/>
                    <a:pt x="149403" y="-122"/>
                    <a:pt x="153014" y="4"/>
                  </a:cubicBezTo>
                  <a:cubicBezTo>
                    <a:pt x="156721" y="226"/>
                    <a:pt x="159445" y="3267"/>
                    <a:pt x="159350" y="6879"/>
                  </a:cubicBezTo>
                  <a:cubicBezTo>
                    <a:pt x="159129" y="10364"/>
                    <a:pt x="156182" y="13088"/>
                    <a:pt x="152793" y="13088"/>
                  </a:cubicBezTo>
                  <a:cubicBezTo>
                    <a:pt x="152698" y="13088"/>
                    <a:pt x="152571" y="13088"/>
                    <a:pt x="152476" y="13088"/>
                  </a:cubicBezTo>
                  <a:cubicBezTo>
                    <a:pt x="148864" y="12993"/>
                    <a:pt x="146013" y="9825"/>
                    <a:pt x="146235" y="6214"/>
                  </a:cubicBezTo>
                  <a:close/>
                  <a:moveTo>
                    <a:pt x="27403" y="72361"/>
                  </a:moveTo>
                  <a:cubicBezTo>
                    <a:pt x="24457" y="70270"/>
                    <a:pt x="23697" y="66247"/>
                    <a:pt x="25756" y="63301"/>
                  </a:cubicBezTo>
                  <a:cubicBezTo>
                    <a:pt x="27847" y="60355"/>
                    <a:pt x="31870" y="59594"/>
                    <a:pt x="34816" y="61558"/>
                  </a:cubicBezTo>
                  <a:cubicBezTo>
                    <a:pt x="37763" y="63618"/>
                    <a:pt x="38523" y="67673"/>
                    <a:pt x="36559" y="70714"/>
                  </a:cubicBezTo>
                  <a:cubicBezTo>
                    <a:pt x="35260" y="72583"/>
                    <a:pt x="33169" y="73534"/>
                    <a:pt x="31110" y="73534"/>
                  </a:cubicBezTo>
                  <a:cubicBezTo>
                    <a:pt x="29779" y="73565"/>
                    <a:pt x="28480" y="73122"/>
                    <a:pt x="27403" y="72361"/>
                  </a:cubicBezTo>
                  <a:close/>
                  <a:moveTo>
                    <a:pt x="117976" y="9065"/>
                  </a:moveTo>
                  <a:cubicBezTo>
                    <a:pt x="117438" y="5580"/>
                    <a:pt x="119940" y="2190"/>
                    <a:pt x="123425" y="1652"/>
                  </a:cubicBezTo>
                  <a:cubicBezTo>
                    <a:pt x="127037" y="1113"/>
                    <a:pt x="130427" y="3521"/>
                    <a:pt x="130965" y="7101"/>
                  </a:cubicBezTo>
                  <a:cubicBezTo>
                    <a:pt x="131504" y="10712"/>
                    <a:pt x="129096" y="13975"/>
                    <a:pt x="125516" y="14514"/>
                  </a:cubicBezTo>
                  <a:cubicBezTo>
                    <a:pt x="125199" y="14640"/>
                    <a:pt x="124851" y="14640"/>
                    <a:pt x="124534" y="14640"/>
                  </a:cubicBezTo>
                  <a:cubicBezTo>
                    <a:pt x="121366" y="14640"/>
                    <a:pt x="118515" y="12328"/>
                    <a:pt x="117976" y="9065"/>
                  </a:cubicBezTo>
                  <a:close/>
                  <a:moveTo>
                    <a:pt x="174398" y="9065"/>
                  </a:moveTo>
                  <a:cubicBezTo>
                    <a:pt x="175285" y="5580"/>
                    <a:pt x="178865" y="3489"/>
                    <a:pt x="182350" y="4376"/>
                  </a:cubicBezTo>
                  <a:cubicBezTo>
                    <a:pt x="185835" y="5263"/>
                    <a:pt x="187926" y="8843"/>
                    <a:pt x="187039" y="12359"/>
                  </a:cubicBezTo>
                  <a:cubicBezTo>
                    <a:pt x="186278" y="15306"/>
                    <a:pt x="183649" y="17270"/>
                    <a:pt x="180703" y="17270"/>
                  </a:cubicBezTo>
                  <a:cubicBezTo>
                    <a:pt x="180164" y="17270"/>
                    <a:pt x="179721" y="17270"/>
                    <a:pt x="179182" y="17048"/>
                  </a:cubicBezTo>
                  <a:cubicBezTo>
                    <a:pt x="179182" y="17048"/>
                    <a:pt x="179182" y="17048"/>
                    <a:pt x="179087" y="17048"/>
                  </a:cubicBezTo>
                  <a:cubicBezTo>
                    <a:pt x="175602" y="16161"/>
                    <a:pt x="173543" y="12645"/>
                    <a:pt x="174398" y="9065"/>
                  </a:cubicBezTo>
                  <a:close/>
                  <a:moveTo>
                    <a:pt x="91017" y="17587"/>
                  </a:moveTo>
                  <a:cubicBezTo>
                    <a:pt x="89718" y="14197"/>
                    <a:pt x="91460" y="10490"/>
                    <a:pt x="94723" y="9191"/>
                  </a:cubicBezTo>
                  <a:cubicBezTo>
                    <a:pt x="98208" y="7893"/>
                    <a:pt x="101915" y="9635"/>
                    <a:pt x="103245" y="12993"/>
                  </a:cubicBezTo>
                  <a:cubicBezTo>
                    <a:pt x="104544" y="16383"/>
                    <a:pt x="102802" y="20184"/>
                    <a:pt x="99412" y="21388"/>
                  </a:cubicBezTo>
                  <a:cubicBezTo>
                    <a:pt x="98652" y="21705"/>
                    <a:pt x="97891" y="21832"/>
                    <a:pt x="97131" y="21832"/>
                  </a:cubicBezTo>
                  <a:cubicBezTo>
                    <a:pt x="94406" y="21832"/>
                    <a:pt x="91999" y="20184"/>
                    <a:pt x="91017" y="17587"/>
                  </a:cubicBezTo>
                  <a:close/>
                  <a:moveTo>
                    <a:pt x="44732" y="49995"/>
                  </a:moveTo>
                  <a:cubicBezTo>
                    <a:pt x="42229" y="47398"/>
                    <a:pt x="42324" y="43247"/>
                    <a:pt x="44954" y="40713"/>
                  </a:cubicBezTo>
                  <a:cubicBezTo>
                    <a:pt x="47457" y="38210"/>
                    <a:pt x="51607" y="38305"/>
                    <a:pt x="54109" y="40808"/>
                  </a:cubicBezTo>
                  <a:cubicBezTo>
                    <a:pt x="56612" y="43533"/>
                    <a:pt x="56612" y="47588"/>
                    <a:pt x="54014" y="50090"/>
                  </a:cubicBezTo>
                  <a:cubicBezTo>
                    <a:pt x="52716" y="51294"/>
                    <a:pt x="51068" y="51959"/>
                    <a:pt x="49421" y="51959"/>
                  </a:cubicBezTo>
                  <a:cubicBezTo>
                    <a:pt x="47710" y="51959"/>
                    <a:pt x="46063" y="51294"/>
                    <a:pt x="44732" y="49995"/>
                  </a:cubicBezTo>
                  <a:close/>
                  <a:moveTo>
                    <a:pt x="263894" y="243275"/>
                  </a:moveTo>
                  <a:cubicBezTo>
                    <a:pt x="262817" y="245778"/>
                    <a:pt x="260410" y="247203"/>
                    <a:pt x="257875" y="247203"/>
                  </a:cubicBezTo>
                  <a:cubicBezTo>
                    <a:pt x="257020" y="247203"/>
                    <a:pt x="256133" y="246982"/>
                    <a:pt x="255246" y="246665"/>
                  </a:cubicBezTo>
                  <a:cubicBezTo>
                    <a:pt x="251856" y="245239"/>
                    <a:pt x="250335" y="241406"/>
                    <a:pt x="251856" y="238048"/>
                  </a:cubicBezTo>
                  <a:cubicBezTo>
                    <a:pt x="253282" y="234785"/>
                    <a:pt x="257083" y="233232"/>
                    <a:pt x="260473" y="234658"/>
                  </a:cubicBezTo>
                  <a:cubicBezTo>
                    <a:pt x="263799" y="236084"/>
                    <a:pt x="265320" y="239885"/>
                    <a:pt x="263894" y="243275"/>
                  </a:cubicBezTo>
                  <a:close/>
                  <a:moveTo>
                    <a:pt x="42673" y="260731"/>
                  </a:moveTo>
                  <a:cubicBezTo>
                    <a:pt x="41913" y="261174"/>
                    <a:pt x="41026" y="261269"/>
                    <a:pt x="40170" y="261269"/>
                  </a:cubicBezTo>
                  <a:cubicBezTo>
                    <a:pt x="37541" y="261269"/>
                    <a:pt x="35165" y="259749"/>
                    <a:pt x="34151" y="257214"/>
                  </a:cubicBezTo>
                  <a:cubicBezTo>
                    <a:pt x="32725" y="253951"/>
                    <a:pt x="34278" y="250118"/>
                    <a:pt x="37541" y="248724"/>
                  </a:cubicBezTo>
                  <a:cubicBezTo>
                    <a:pt x="40931" y="247298"/>
                    <a:pt x="44732" y="248819"/>
                    <a:pt x="46158" y="252209"/>
                  </a:cubicBezTo>
                  <a:cubicBezTo>
                    <a:pt x="47583" y="255503"/>
                    <a:pt x="46063" y="259305"/>
                    <a:pt x="42673" y="260731"/>
                  </a:cubicBezTo>
                  <a:close/>
                  <a:moveTo>
                    <a:pt x="201485" y="17682"/>
                  </a:moveTo>
                  <a:cubicBezTo>
                    <a:pt x="203005" y="14419"/>
                    <a:pt x="206934" y="13088"/>
                    <a:pt x="210228" y="14640"/>
                  </a:cubicBezTo>
                  <a:cubicBezTo>
                    <a:pt x="213492" y="16256"/>
                    <a:pt x="214822" y="20216"/>
                    <a:pt x="213270" y="23384"/>
                  </a:cubicBezTo>
                  <a:cubicBezTo>
                    <a:pt x="212066" y="25792"/>
                    <a:pt x="209785" y="27091"/>
                    <a:pt x="207377" y="27091"/>
                  </a:cubicBezTo>
                  <a:cubicBezTo>
                    <a:pt x="206395" y="27091"/>
                    <a:pt x="205413" y="26869"/>
                    <a:pt x="204431" y="26425"/>
                  </a:cubicBezTo>
                  <a:cubicBezTo>
                    <a:pt x="201263" y="24778"/>
                    <a:pt x="199837" y="20850"/>
                    <a:pt x="201485" y="17682"/>
                  </a:cubicBezTo>
                  <a:close/>
                  <a:moveTo>
                    <a:pt x="284423" y="125394"/>
                  </a:moveTo>
                  <a:cubicBezTo>
                    <a:pt x="288035" y="125077"/>
                    <a:pt x="291203" y="127675"/>
                    <a:pt x="291614" y="131286"/>
                  </a:cubicBezTo>
                  <a:cubicBezTo>
                    <a:pt x="291931" y="134898"/>
                    <a:pt x="289333" y="138066"/>
                    <a:pt x="285722" y="138382"/>
                  </a:cubicBezTo>
                  <a:cubicBezTo>
                    <a:pt x="285500" y="138478"/>
                    <a:pt x="285278" y="138478"/>
                    <a:pt x="285057" y="138478"/>
                  </a:cubicBezTo>
                  <a:cubicBezTo>
                    <a:pt x="281794" y="138478"/>
                    <a:pt x="278847" y="135848"/>
                    <a:pt x="278499" y="132585"/>
                  </a:cubicBezTo>
                  <a:cubicBezTo>
                    <a:pt x="278182" y="129005"/>
                    <a:pt x="280812" y="125742"/>
                    <a:pt x="284423" y="125394"/>
                  </a:cubicBezTo>
                  <a:close/>
                  <a:moveTo>
                    <a:pt x="277422" y="97895"/>
                  </a:moveTo>
                  <a:cubicBezTo>
                    <a:pt x="280907" y="96787"/>
                    <a:pt x="284518" y="98782"/>
                    <a:pt x="285595" y="102267"/>
                  </a:cubicBezTo>
                  <a:cubicBezTo>
                    <a:pt x="286672" y="105657"/>
                    <a:pt x="284835" y="109364"/>
                    <a:pt x="281350" y="110441"/>
                  </a:cubicBezTo>
                  <a:cubicBezTo>
                    <a:pt x="280685" y="110662"/>
                    <a:pt x="280051" y="110662"/>
                    <a:pt x="279386" y="110662"/>
                  </a:cubicBezTo>
                  <a:cubicBezTo>
                    <a:pt x="276566" y="110662"/>
                    <a:pt x="274032" y="108920"/>
                    <a:pt x="273177" y="106069"/>
                  </a:cubicBezTo>
                  <a:cubicBezTo>
                    <a:pt x="272100" y="102711"/>
                    <a:pt x="273937" y="99004"/>
                    <a:pt x="277422" y="97895"/>
                  </a:cubicBezTo>
                  <a:close/>
                  <a:moveTo>
                    <a:pt x="275046" y="216981"/>
                  </a:moveTo>
                  <a:cubicBezTo>
                    <a:pt x="274064" y="219578"/>
                    <a:pt x="271561" y="221131"/>
                    <a:pt x="269027" y="221131"/>
                  </a:cubicBezTo>
                  <a:cubicBezTo>
                    <a:pt x="268171" y="221131"/>
                    <a:pt x="267379" y="220909"/>
                    <a:pt x="266524" y="220687"/>
                  </a:cubicBezTo>
                  <a:cubicBezTo>
                    <a:pt x="263261" y="219262"/>
                    <a:pt x="261613" y="215428"/>
                    <a:pt x="262912" y="212070"/>
                  </a:cubicBezTo>
                  <a:cubicBezTo>
                    <a:pt x="264338" y="208807"/>
                    <a:pt x="268140" y="207160"/>
                    <a:pt x="271434" y="208459"/>
                  </a:cubicBezTo>
                  <a:cubicBezTo>
                    <a:pt x="274824" y="209884"/>
                    <a:pt x="276440" y="213686"/>
                    <a:pt x="275046" y="216981"/>
                  </a:cubicBezTo>
                  <a:close/>
                  <a:moveTo>
                    <a:pt x="244348" y="295452"/>
                  </a:moveTo>
                  <a:lnTo>
                    <a:pt x="244443" y="295452"/>
                  </a:lnTo>
                  <a:cubicBezTo>
                    <a:pt x="243683" y="298398"/>
                    <a:pt x="240958" y="300362"/>
                    <a:pt x="238012" y="300362"/>
                  </a:cubicBezTo>
                  <a:cubicBezTo>
                    <a:pt x="237473" y="300362"/>
                    <a:pt x="236935" y="300267"/>
                    <a:pt x="236364" y="300141"/>
                  </a:cubicBezTo>
                  <a:cubicBezTo>
                    <a:pt x="232880" y="299254"/>
                    <a:pt x="230789" y="295674"/>
                    <a:pt x="231676" y="292157"/>
                  </a:cubicBezTo>
                  <a:cubicBezTo>
                    <a:pt x="232658" y="288672"/>
                    <a:pt x="236143" y="286582"/>
                    <a:pt x="239628" y="287469"/>
                  </a:cubicBezTo>
                  <a:cubicBezTo>
                    <a:pt x="243176" y="288356"/>
                    <a:pt x="245330" y="291967"/>
                    <a:pt x="244348" y="295452"/>
                  </a:cubicBezTo>
                  <a:close/>
                  <a:moveTo>
                    <a:pt x="253092" y="269253"/>
                  </a:moveTo>
                  <a:cubicBezTo>
                    <a:pt x="252014" y="271850"/>
                    <a:pt x="249607" y="273403"/>
                    <a:pt x="246977" y="273403"/>
                  </a:cubicBezTo>
                  <a:cubicBezTo>
                    <a:pt x="246122" y="273403"/>
                    <a:pt x="245330" y="273308"/>
                    <a:pt x="244570" y="272959"/>
                  </a:cubicBezTo>
                  <a:cubicBezTo>
                    <a:pt x="241180" y="271660"/>
                    <a:pt x="239564" y="267827"/>
                    <a:pt x="240863" y="264564"/>
                  </a:cubicBezTo>
                  <a:cubicBezTo>
                    <a:pt x="240863" y="264564"/>
                    <a:pt x="240863" y="264564"/>
                    <a:pt x="240863" y="264469"/>
                  </a:cubicBezTo>
                  <a:cubicBezTo>
                    <a:pt x="242162" y="261079"/>
                    <a:pt x="245995" y="259463"/>
                    <a:pt x="249258" y="260762"/>
                  </a:cubicBezTo>
                  <a:cubicBezTo>
                    <a:pt x="252648" y="262061"/>
                    <a:pt x="254390" y="265863"/>
                    <a:pt x="253092" y="269253"/>
                  </a:cubicBezTo>
                  <a:close/>
                  <a:moveTo>
                    <a:pt x="227336" y="40618"/>
                  </a:moveTo>
                  <a:cubicBezTo>
                    <a:pt x="224516" y="38432"/>
                    <a:pt x="223946" y="34282"/>
                    <a:pt x="226259" y="31462"/>
                  </a:cubicBezTo>
                  <a:cubicBezTo>
                    <a:pt x="228444" y="28611"/>
                    <a:pt x="232595" y="28073"/>
                    <a:pt x="235414" y="30354"/>
                  </a:cubicBezTo>
                  <a:cubicBezTo>
                    <a:pt x="238234" y="32540"/>
                    <a:pt x="238804" y="36690"/>
                    <a:pt x="236618" y="39509"/>
                  </a:cubicBezTo>
                  <a:cubicBezTo>
                    <a:pt x="235319" y="41157"/>
                    <a:pt x="233355" y="42012"/>
                    <a:pt x="231391" y="42012"/>
                  </a:cubicBezTo>
                  <a:cubicBezTo>
                    <a:pt x="229965" y="42012"/>
                    <a:pt x="228540" y="41568"/>
                    <a:pt x="227462" y="40586"/>
                  </a:cubicBezTo>
                  <a:cubicBezTo>
                    <a:pt x="227462" y="40618"/>
                    <a:pt x="227462" y="40618"/>
                    <a:pt x="227336" y="40618"/>
                  </a:cubicBezTo>
                  <a:close/>
                  <a:moveTo>
                    <a:pt x="291393" y="161097"/>
                  </a:moveTo>
                  <a:cubicBezTo>
                    <a:pt x="290949" y="164360"/>
                    <a:pt x="288130" y="166768"/>
                    <a:pt x="284835" y="166768"/>
                  </a:cubicBezTo>
                  <a:cubicBezTo>
                    <a:pt x="284613" y="166768"/>
                    <a:pt x="284296" y="166768"/>
                    <a:pt x="284075" y="166768"/>
                  </a:cubicBezTo>
                  <a:cubicBezTo>
                    <a:pt x="280463" y="166229"/>
                    <a:pt x="277865" y="162966"/>
                    <a:pt x="278404" y="159450"/>
                  </a:cubicBezTo>
                  <a:cubicBezTo>
                    <a:pt x="278847" y="155838"/>
                    <a:pt x="282110" y="153240"/>
                    <a:pt x="285722" y="153779"/>
                  </a:cubicBezTo>
                  <a:cubicBezTo>
                    <a:pt x="289333" y="154222"/>
                    <a:pt x="291836" y="157486"/>
                    <a:pt x="291393" y="161097"/>
                  </a:cubicBezTo>
                  <a:close/>
                  <a:moveTo>
                    <a:pt x="56866" y="278757"/>
                  </a:moveTo>
                  <a:cubicBezTo>
                    <a:pt x="58164" y="282146"/>
                    <a:pt x="56422" y="285948"/>
                    <a:pt x="53032" y="287152"/>
                  </a:cubicBezTo>
                  <a:cubicBezTo>
                    <a:pt x="52272" y="287469"/>
                    <a:pt x="51512" y="287595"/>
                    <a:pt x="50751" y="287595"/>
                  </a:cubicBezTo>
                  <a:cubicBezTo>
                    <a:pt x="48122" y="287595"/>
                    <a:pt x="45619" y="285948"/>
                    <a:pt x="44637" y="283350"/>
                  </a:cubicBezTo>
                  <a:cubicBezTo>
                    <a:pt x="43338" y="279960"/>
                    <a:pt x="45081" y="276159"/>
                    <a:pt x="48439" y="274955"/>
                  </a:cubicBezTo>
                  <a:cubicBezTo>
                    <a:pt x="51828" y="273656"/>
                    <a:pt x="55630" y="275399"/>
                    <a:pt x="56961" y="278788"/>
                  </a:cubicBezTo>
                  <a:cubicBezTo>
                    <a:pt x="56961" y="278757"/>
                    <a:pt x="56961" y="278757"/>
                    <a:pt x="56866" y="278757"/>
                  </a:cubicBezTo>
                  <a:close/>
                  <a:moveTo>
                    <a:pt x="262469" y="81422"/>
                  </a:moveTo>
                  <a:cubicBezTo>
                    <a:pt x="260726" y="78127"/>
                    <a:pt x="261804" y="74230"/>
                    <a:pt x="264972" y="72456"/>
                  </a:cubicBezTo>
                  <a:cubicBezTo>
                    <a:pt x="268140" y="70587"/>
                    <a:pt x="272068" y="71791"/>
                    <a:pt x="273905" y="74959"/>
                  </a:cubicBezTo>
                  <a:cubicBezTo>
                    <a:pt x="275648" y="78127"/>
                    <a:pt x="274444" y="82150"/>
                    <a:pt x="271276" y="83925"/>
                  </a:cubicBezTo>
                  <a:cubicBezTo>
                    <a:pt x="270294" y="84463"/>
                    <a:pt x="269217" y="84685"/>
                    <a:pt x="268108" y="84685"/>
                  </a:cubicBezTo>
                  <a:cubicBezTo>
                    <a:pt x="265795" y="84685"/>
                    <a:pt x="263641" y="83481"/>
                    <a:pt x="262437" y="81295"/>
                  </a:cubicBezTo>
                  <a:cubicBezTo>
                    <a:pt x="262469" y="81295"/>
                    <a:pt x="262469" y="81295"/>
                    <a:pt x="262469" y="81422"/>
                  </a:cubicBezTo>
                  <a:close/>
                  <a:moveTo>
                    <a:pt x="246977" y="59278"/>
                  </a:moveTo>
                  <a:cubicBezTo>
                    <a:pt x="244570" y="56458"/>
                    <a:pt x="244918" y="52403"/>
                    <a:pt x="247643" y="49995"/>
                  </a:cubicBezTo>
                  <a:cubicBezTo>
                    <a:pt x="250367" y="47714"/>
                    <a:pt x="254517" y="47936"/>
                    <a:pt x="256925" y="50661"/>
                  </a:cubicBezTo>
                  <a:cubicBezTo>
                    <a:pt x="259332" y="53385"/>
                    <a:pt x="258984" y="57535"/>
                    <a:pt x="256260" y="59943"/>
                  </a:cubicBezTo>
                  <a:cubicBezTo>
                    <a:pt x="254961" y="61052"/>
                    <a:pt x="253440" y="61590"/>
                    <a:pt x="252014" y="61590"/>
                  </a:cubicBezTo>
                  <a:cubicBezTo>
                    <a:pt x="250145" y="61558"/>
                    <a:pt x="248276" y="60671"/>
                    <a:pt x="246977" y="59278"/>
                  </a:cubicBezTo>
                  <a:close/>
                  <a:moveTo>
                    <a:pt x="284962" y="189799"/>
                  </a:moveTo>
                  <a:cubicBezTo>
                    <a:pt x="284106" y="192619"/>
                    <a:pt x="281477" y="194393"/>
                    <a:pt x="278752" y="194393"/>
                  </a:cubicBezTo>
                  <a:cubicBezTo>
                    <a:pt x="278087" y="194393"/>
                    <a:pt x="277453" y="194393"/>
                    <a:pt x="276788" y="194171"/>
                  </a:cubicBezTo>
                  <a:cubicBezTo>
                    <a:pt x="273303" y="193062"/>
                    <a:pt x="271339" y="189482"/>
                    <a:pt x="272416" y="185998"/>
                  </a:cubicBezTo>
                  <a:cubicBezTo>
                    <a:pt x="273493" y="182513"/>
                    <a:pt x="277105" y="180549"/>
                    <a:pt x="280590" y="181626"/>
                  </a:cubicBezTo>
                  <a:cubicBezTo>
                    <a:pt x="284106" y="182703"/>
                    <a:pt x="286039" y="186314"/>
                    <a:pt x="284962" y="189799"/>
                  </a:cubicBezTo>
                  <a:close/>
                  <a:moveTo>
                    <a:pt x="221697" y="320701"/>
                  </a:moveTo>
                  <a:cubicBezTo>
                    <a:pt x="221697" y="323267"/>
                    <a:pt x="219637" y="325326"/>
                    <a:pt x="217071" y="325326"/>
                  </a:cubicBezTo>
                  <a:lnTo>
                    <a:pt x="75303" y="325326"/>
                  </a:lnTo>
                  <a:cubicBezTo>
                    <a:pt x="72737" y="325326"/>
                    <a:pt x="70678" y="323235"/>
                    <a:pt x="70678" y="320701"/>
                  </a:cubicBezTo>
                  <a:cubicBezTo>
                    <a:pt x="70678" y="318135"/>
                    <a:pt x="72737" y="316076"/>
                    <a:pt x="75303" y="316076"/>
                  </a:cubicBezTo>
                  <a:lnTo>
                    <a:pt x="217071" y="316076"/>
                  </a:lnTo>
                  <a:cubicBezTo>
                    <a:pt x="219637" y="316044"/>
                    <a:pt x="221697" y="318135"/>
                    <a:pt x="221697" y="320701"/>
                  </a:cubicBezTo>
                  <a:close/>
                  <a:moveTo>
                    <a:pt x="221697" y="340216"/>
                  </a:moveTo>
                  <a:cubicBezTo>
                    <a:pt x="221697" y="342782"/>
                    <a:pt x="219637" y="344841"/>
                    <a:pt x="217071" y="344841"/>
                  </a:cubicBezTo>
                  <a:lnTo>
                    <a:pt x="75303" y="344841"/>
                  </a:lnTo>
                  <a:cubicBezTo>
                    <a:pt x="72737" y="344841"/>
                    <a:pt x="70678" y="342750"/>
                    <a:pt x="70678" y="340216"/>
                  </a:cubicBezTo>
                  <a:cubicBezTo>
                    <a:pt x="70678" y="337650"/>
                    <a:pt x="72737" y="335591"/>
                    <a:pt x="75303" y="335591"/>
                  </a:cubicBezTo>
                  <a:lnTo>
                    <a:pt x="217071" y="335591"/>
                  </a:lnTo>
                  <a:cubicBezTo>
                    <a:pt x="219637" y="335559"/>
                    <a:pt x="221697" y="337650"/>
                    <a:pt x="221697" y="340216"/>
                  </a:cubicBezTo>
                  <a:close/>
                  <a:moveTo>
                    <a:pt x="191284" y="355105"/>
                  </a:moveTo>
                  <a:lnTo>
                    <a:pt x="100774" y="355105"/>
                  </a:lnTo>
                  <a:cubicBezTo>
                    <a:pt x="98208" y="355105"/>
                    <a:pt x="96149" y="357196"/>
                    <a:pt x="96149" y="359731"/>
                  </a:cubicBezTo>
                  <a:cubicBezTo>
                    <a:pt x="96149" y="382920"/>
                    <a:pt x="118547" y="401770"/>
                    <a:pt x="146045" y="401770"/>
                  </a:cubicBezTo>
                  <a:cubicBezTo>
                    <a:pt x="173543" y="401770"/>
                    <a:pt x="195941" y="382920"/>
                    <a:pt x="195941" y="359731"/>
                  </a:cubicBezTo>
                  <a:cubicBezTo>
                    <a:pt x="195941" y="357165"/>
                    <a:pt x="193850" y="355105"/>
                    <a:pt x="191284" y="355105"/>
                  </a:cubicBezTo>
                  <a:close/>
                  <a:moveTo>
                    <a:pt x="146013" y="392488"/>
                  </a:moveTo>
                  <a:cubicBezTo>
                    <a:pt x="125548" y="392488"/>
                    <a:pt x="108599" y="380228"/>
                    <a:pt x="105780" y="364356"/>
                  </a:cubicBezTo>
                  <a:lnTo>
                    <a:pt x="186215" y="364356"/>
                  </a:lnTo>
                  <a:cubicBezTo>
                    <a:pt x="183459" y="380259"/>
                    <a:pt x="166478" y="392488"/>
                    <a:pt x="146013" y="392488"/>
                  </a:cubicBezTo>
                  <a:close/>
                  <a:moveTo>
                    <a:pt x="146172" y="116872"/>
                  </a:moveTo>
                  <a:cubicBezTo>
                    <a:pt x="133563" y="116872"/>
                    <a:pt x="121683" y="121782"/>
                    <a:pt x="112781" y="130684"/>
                  </a:cubicBezTo>
                  <a:cubicBezTo>
                    <a:pt x="103879" y="139586"/>
                    <a:pt x="98968" y="151435"/>
                    <a:pt x="98968" y="164075"/>
                  </a:cubicBezTo>
                  <a:cubicBezTo>
                    <a:pt x="98968" y="176715"/>
                    <a:pt x="103879" y="188564"/>
                    <a:pt x="112781" y="197434"/>
                  </a:cubicBezTo>
                  <a:cubicBezTo>
                    <a:pt x="121683" y="206368"/>
                    <a:pt x="133563" y="211278"/>
                    <a:pt x="146203" y="211278"/>
                  </a:cubicBezTo>
                  <a:cubicBezTo>
                    <a:pt x="158844" y="211278"/>
                    <a:pt x="170692" y="206368"/>
                    <a:pt x="179594" y="197434"/>
                  </a:cubicBezTo>
                  <a:cubicBezTo>
                    <a:pt x="188528" y="188532"/>
                    <a:pt x="193438" y="176684"/>
                    <a:pt x="193438" y="164043"/>
                  </a:cubicBezTo>
                  <a:cubicBezTo>
                    <a:pt x="193438" y="151403"/>
                    <a:pt x="188528" y="139555"/>
                    <a:pt x="179594" y="130653"/>
                  </a:cubicBezTo>
                  <a:cubicBezTo>
                    <a:pt x="170660" y="121782"/>
                    <a:pt x="158812" y="116872"/>
                    <a:pt x="146172" y="116872"/>
                  </a:cubicBezTo>
                  <a:close/>
                  <a:moveTo>
                    <a:pt x="173004" y="190940"/>
                  </a:moveTo>
                  <a:cubicBezTo>
                    <a:pt x="158717" y="205291"/>
                    <a:pt x="133690" y="205322"/>
                    <a:pt x="119339" y="190940"/>
                  </a:cubicBezTo>
                  <a:cubicBezTo>
                    <a:pt x="112179" y="183812"/>
                    <a:pt x="108219" y="174276"/>
                    <a:pt x="108219" y="164138"/>
                  </a:cubicBezTo>
                  <a:cubicBezTo>
                    <a:pt x="108219" y="153969"/>
                    <a:pt x="112147" y="144465"/>
                    <a:pt x="119339" y="137305"/>
                  </a:cubicBezTo>
                  <a:cubicBezTo>
                    <a:pt x="126498" y="130146"/>
                    <a:pt x="136034" y="126186"/>
                    <a:pt x="146172" y="126186"/>
                  </a:cubicBezTo>
                  <a:cubicBezTo>
                    <a:pt x="156309" y="126186"/>
                    <a:pt x="165845" y="130114"/>
                    <a:pt x="173004" y="137305"/>
                  </a:cubicBezTo>
                  <a:cubicBezTo>
                    <a:pt x="180164" y="144465"/>
                    <a:pt x="184124" y="154001"/>
                    <a:pt x="184124" y="164138"/>
                  </a:cubicBezTo>
                  <a:cubicBezTo>
                    <a:pt x="184124" y="174276"/>
                    <a:pt x="180196" y="183780"/>
                    <a:pt x="173004" y="190940"/>
                  </a:cubicBezTo>
                  <a:close/>
                  <a:moveTo>
                    <a:pt x="230345" y="145859"/>
                  </a:moveTo>
                  <a:lnTo>
                    <a:pt x="213840" y="145859"/>
                  </a:lnTo>
                  <a:cubicBezTo>
                    <a:pt x="213048" y="142944"/>
                    <a:pt x="212066" y="140062"/>
                    <a:pt x="210925" y="137305"/>
                  </a:cubicBezTo>
                  <a:cubicBezTo>
                    <a:pt x="209785" y="134549"/>
                    <a:pt x="208423" y="131825"/>
                    <a:pt x="206902" y="129164"/>
                  </a:cubicBezTo>
                  <a:lnTo>
                    <a:pt x="218592" y="117474"/>
                  </a:lnTo>
                  <a:cubicBezTo>
                    <a:pt x="221095" y="114971"/>
                    <a:pt x="221095" y="110884"/>
                    <a:pt x="218592" y="108318"/>
                  </a:cubicBezTo>
                  <a:lnTo>
                    <a:pt x="201928" y="91654"/>
                  </a:lnTo>
                  <a:cubicBezTo>
                    <a:pt x="199394" y="89183"/>
                    <a:pt x="195402" y="89183"/>
                    <a:pt x="192773" y="91686"/>
                  </a:cubicBezTo>
                  <a:lnTo>
                    <a:pt x="181115" y="103376"/>
                  </a:lnTo>
                  <a:cubicBezTo>
                    <a:pt x="178453" y="101824"/>
                    <a:pt x="175729" y="100493"/>
                    <a:pt x="173004" y="99353"/>
                  </a:cubicBezTo>
                  <a:cubicBezTo>
                    <a:pt x="170248" y="98212"/>
                    <a:pt x="167397" y="97230"/>
                    <a:pt x="164419" y="96438"/>
                  </a:cubicBezTo>
                  <a:lnTo>
                    <a:pt x="164419" y="79965"/>
                  </a:lnTo>
                  <a:cubicBezTo>
                    <a:pt x="164419" y="76385"/>
                    <a:pt x="161505" y="73470"/>
                    <a:pt x="157925" y="73470"/>
                  </a:cubicBezTo>
                  <a:lnTo>
                    <a:pt x="134418" y="73470"/>
                  </a:lnTo>
                  <a:cubicBezTo>
                    <a:pt x="130838" y="73470"/>
                    <a:pt x="127924" y="76385"/>
                    <a:pt x="127924" y="79965"/>
                  </a:cubicBezTo>
                  <a:lnTo>
                    <a:pt x="127924" y="96438"/>
                  </a:lnTo>
                  <a:cubicBezTo>
                    <a:pt x="124978" y="97230"/>
                    <a:pt x="122126" y="98212"/>
                    <a:pt x="119402" y="99353"/>
                  </a:cubicBezTo>
                  <a:cubicBezTo>
                    <a:pt x="116646" y="100493"/>
                    <a:pt x="113921" y="101824"/>
                    <a:pt x="111228" y="103376"/>
                  </a:cubicBezTo>
                  <a:lnTo>
                    <a:pt x="99570" y="91686"/>
                  </a:lnTo>
                  <a:cubicBezTo>
                    <a:pt x="97036" y="89183"/>
                    <a:pt x="92917" y="89152"/>
                    <a:pt x="90383" y="91686"/>
                  </a:cubicBezTo>
                  <a:lnTo>
                    <a:pt x="73719" y="108350"/>
                  </a:lnTo>
                  <a:cubicBezTo>
                    <a:pt x="72516" y="109554"/>
                    <a:pt x="71850" y="111169"/>
                    <a:pt x="71850" y="112912"/>
                  </a:cubicBezTo>
                  <a:cubicBezTo>
                    <a:pt x="71850" y="114654"/>
                    <a:pt x="72547" y="116302"/>
                    <a:pt x="73751" y="117474"/>
                  </a:cubicBezTo>
                  <a:lnTo>
                    <a:pt x="85441" y="129132"/>
                  </a:lnTo>
                  <a:cubicBezTo>
                    <a:pt x="83952" y="131730"/>
                    <a:pt x="82621" y="134454"/>
                    <a:pt x="81449" y="137274"/>
                  </a:cubicBezTo>
                  <a:cubicBezTo>
                    <a:pt x="80309" y="140030"/>
                    <a:pt x="79327" y="142913"/>
                    <a:pt x="78535" y="145827"/>
                  </a:cubicBezTo>
                  <a:lnTo>
                    <a:pt x="62029" y="145827"/>
                  </a:lnTo>
                  <a:cubicBezTo>
                    <a:pt x="58450" y="145827"/>
                    <a:pt x="55535" y="148742"/>
                    <a:pt x="55535" y="152322"/>
                  </a:cubicBezTo>
                  <a:lnTo>
                    <a:pt x="55535" y="175828"/>
                  </a:lnTo>
                  <a:cubicBezTo>
                    <a:pt x="55535" y="179408"/>
                    <a:pt x="58450" y="182323"/>
                    <a:pt x="62029" y="182323"/>
                  </a:cubicBezTo>
                  <a:lnTo>
                    <a:pt x="78535" y="182323"/>
                  </a:lnTo>
                  <a:cubicBezTo>
                    <a:pt x="79327" y="185237"/>
                    <a:pt x="80277" y="188088"/>
                    <a:pt x="81449" y="190876"/>
                  </a:cubicBezTo>
                  <a:cubicBezTo>
                    <a:pt x="82621" y="193696"/>
                    <a:pt x="83952" y="196420"/>
                    <a:pt x="85441" y="199018"/>
                  </a:cubicBezTo>
                  <a:lnTo>
                    <a:pt x="73751" y="210740"/>
                  </a:lnTo>
                  <a:cubicBezTo>
                    <a:pt x="71280" y="213242"/>
                    <a:pt x="71280" y="217329"/>
                    <a:pt x="73783" y="219895"/>
                  </a:cubicBezTo>
                  <a:lnTo>
                    <a:pt x="90415" y="236559"/>
                  </a:lnTo>
                  <a:cubicBezTo>
                    <a:pt x="92949" y="239062"/>
                    <a:pt x="97068" y="239062"/>
                    <a:pt x="99602" y="236559"/>
                  </a:cubicBezTo>
                  <a:lnTo>
                    <a:pt x="111260" y="224869"/>
                  </a:lnTo>
                  <a:cubicBezTo>
                    <a:pt x="113890" y="226390"/>
                    <a:pt x="116614" y="227720"/>
                    <a:pt x="119434" y="228892"/>
                  </a:cubicBezTo>
                  <a:cubicBezTo>
                    <a:pt x="122221" y="230033"/>
                    <a:pt x="125104" y="231015"/>
                    <a:pt x="127956" y="231775"/>
                  </a:cubicBezTo>
                  <a:lnTo>
                    <a:pt x="127956" y="248280"/>
                  </a:lnTo>
                  <a:cubicBezTo>
                    <a:pt x="127956" y="251860"/>
                    <a:pt x="130870" y="254775"/>
                    <a:pt x="134450" y="254775"/>
                  </a:cubicBezTo>
                  <a:lnTo>
                    <a:pt x="157956" y="254775"/>
                  </a:lnTo>
                  <a:cubicBezTo>
                    <a:pt x="161536" y="254775"/>
                    <a:pt x="164451" y="251860"/>
                    <a:pt x="164451" y="248280"/>
                  </a:cubicBezTo>
                  <a:lnTo>
                    <a:pt x="164451" y="231775"/>
                  </a:lnTo>
                  <a:cubicBezTo>
                    <a:pt x="167334" y="230983"/>
                    <a:pt x="170217" y="230033"/>
                    <a:pt x="173004" y="228861"/>
                  </a:cubicBezTo>
                  <a:cubicBezTo>
                    <a:pt x="175792" y="227688"/>
                    <a:pt x="178517" y="226358"/>
                    <a:pt x="181146" y="224837"/>
                  </a:cubicBezTo>
                  <a:lnTo>
                    <a:pt x="192868" y="236559"/>
                  </a:lnTo>
                  <a:cubicBezTo>
                    <a:pt x="195402" y="239030"/>
                    <a:pt x="199394" y="239030"/>
                    <a:pt x="202023" y="236527"/>
                  </a:cubicBezTo>
                  <a:lnTo>
                    <a:pt x="218687" y="219832"/>
                  </a:lnTo>
                  <a:cubicBezTo>
                    <a:pt x="221158" y="217297"/>
                    <a:pt x="221158" y="213306"/>
                    <a:pt x="218624" y="210708"/>
                  </a:cubicBezTo>
                  <a:lnTo>
                    <a:pt x="206934" y="199018"/>
                  </a:lnTo>
                  <a:cubicBezTo>
                    <a:pt x="208486" y="196357"/>
                    <a:pt x="209817" y="193632"/>
                    <a:pt x="210957" y="190876"/>
                  </a:cubicBezTo>
                  <a:cubicBezTo>
                    <a:pt x="212098" y="188120"/>
                    <a:pt x="213080" y="185237"/>
                    <a:pt x="213872" y="182323"/>
                  </a:cubicBezTo>
                  <a:lnTo>
                    <a:pt x="230377" y="182323"/>
                  </a:lnTo>
                  <a:cubicBezTo>
                    <a:pt x="233957" y="182323"/>
                    <a:pt x="236903" y="179408"/>
                    <a:pt x="236903" y="175828"/>
                  </a:cubicBezTo>
                  <a:lnTo>
                    <a:pt x="236903" y="152322"/>
                  </a:lnTo>
                  <a:cubicBezTo>
                    <a:pt x="236840" y="148774"/>
                    <a:pt x="233925" y="145859"/>
                    <a:pt x="230345" y="145859"/>
                  </a:cubicBezTo>
                  <a:close/>
                  <a:moveTo>
                    <a:pt x="227589" y="173072"/>
                  </a:moveTo>
                  <a:lnTo>
                    <a:pt x="210197" y="173072"/>
                  </a:lnTo>
                  <a:cubicBezTo>
                    <a:pt x="208011" y="173072"/>
                    <a:pt x="206110" y="174593"/>
                    <a:pt x="205667" y="176747"/>
                  </a:cubicBezTo>
                  <a:cubicBezTo>
                    <a:pt x="204875" y="180422"/>
                    <a:pt x="203766" y="183970"/>
                    <a:pt x="202372" y="187360"/>
                  </a:cubicBezTo>
                  <a:cubicBezTo>
                    <a:pt x="200978" y="190718"/>
                    <a:pt x="199236" y="194013"/>
                    <a:pt x="197176" y="197244"/>
                  </a:cubicBezTo>
                  <a:cubicBezTo>
                    <a:pt x="195972" y="199081"/>
                    <a:pt x="196258" y="201489"/>
                    <a:pt x="197810" y="203041"/>
                  </a:cubicBezTo>
                  <a:lnTo>
                    <a:pt x="210102" y="215333"/>
                  </a:lnTo>
                  <a:lnTo>
                    <a:pt x="197430" y="228037"/>
                  </a:lnTo>
                  <a:lnTo>
                    <a:pt x="185138" y="215745"/>
                  </a:lnTo>
                  <a:cubicBezTo>
                    <a:pt x="183586" y="214193"/>
                    <a:pt x="181146" y="213939"/>
                    <a:pt x="179340" y="215143"/>
                  </a:cubicBezTo>
                  <a:cubicBezTo>
                    <a:pt x="176236" y="217171"/>
                    <a:pt x="172909" y="218913"/>
                    <a:pt x="169488" y="220339"/>
                  </a:cubicBezTo>
                  <a:cubicBezTo>
                    <a:pt x="166035" y="221764"/>
                    <a:pt x="162455" y="222873"/>
                    <a:pt x="158875" y="223633"/>
                  </a:cubicBezTo>
                  <a:cubicBezTo>
                    <a:pt x="156721" y="224077"/>
                    <a:pt x="155200" y="225978"/>
                    <a:pt x="155200" y="228164"/>
                  </a:cubicBezTo>
                  <a:lnTo>
                    <a:pt x="155200" y="245524"/>
                  </a:lnTo>
                  <a:lnTo>
                    <a:pt x="137238" y="245524"/>
                  </a:lnTo>
                  <a:lnTo>
                    <a:pt x="137238" y="228164"/>
                  </a:lnTo>
                  <a:cubicBezTo>
                    <a:pt x="137238" y="225978"/>
                    <a:pt x="135717" y="224077"/>
                    <a:pt x="133563" y="223633"/>
                  </a:cubicBezTo>
                  <a:cubicBezTo>
                    <a:pt x="130015" y="222873"/>
                    <a:pt x="126435" y="221764"/>
                    <a:pt x="122950" y="220339"/>
                  </a:cubicBezTo>
                  <a:cubicBezTo>
                    <a:pt x="119529" y="218913"/>
                    <a:pt x="116202" y="217171"/>
                    <a:pt x="113066" y="215143"/>
                  </a:cubicBezTo>
                  <a:cubicBezTo>
                    <a:pt x="111228" y="213939"/>
                    <a:pt x="108789" y="214193"/>
                    <a:pt x="107268" y="215745"/>
                  </a:cubicBezTo>
                  <a:lnTo>
                    <a:pt x="95008" y="228037"/>
                  </a:lnTo>
                  <a:lnTo>
                    <a:pt x="82305" y="215333"/>
                  </a:lnTo>
                  <a:lnTo>
                    <a:pt x="94596" y="203041"/>
                  </a:lnTo>
                  <a:cubicBezTo>
                    <a:pt x="96149" y="201489"/>
                    <a:pt x="96402" y="199050"/>
                    <a:pt x="95198" y="197212"/>
                  </a:cubicBezTo>
                  <a:cubicBezTo>
                    <a:pt x="93203" y="194171"/>
                    <a:pt x="91460" y="190845"/>
                    <a:pt x="90003" y="187360"/>
                  </a:cubicBezTo>
                  <a:cubicBezTo>
                    <a:pt x="88577" y="183938"/>
                    <a:pt x="87468" y="180358"/>
                    <a:pt x="86740" y="176779"/>
                  </a:cubicBezTo>
                  <a:cubicBezTo>
                    <a:pt x="86296" y="174624"/>
                    <a:pt x="84396" y="173072"/>
                    <a:pt x="82210" y="173072"/>
                  </a:cubicBezTo>
                  <a:lnTo>
                    <a:pt x="64817" y="173072"/>
                  </a:lnTo>
                  <a:lnTo>
                    <a:pt x="64817" y="155110"/>
                  </a:lnTo>
                  <a:lnTo>
                    <a:pt x="82178" y="155110"/>
                  </a:lnTo>
                  <a:cubicBezTo>
                    <a:pt x="84364" y="155110"/>
                    <a:pt x="86265" y="153589"/>
                    <a:pt x="86708" y="151435"/>
                  </a:cubicBezTo>
                  <a:cubicBezTo>
                    <a:pt x="87500" y="147791"/>
                    <a:pt x="88609" y="144212"/>
                    <a:pt x="90003" y="140822"/>
                  </a:cubicBezTo>
                  <a:cubicBezTo>
                    <a:pt x="91460" y="137337"/>
                    <a:pt x="93203" y="134011"/>
                    <a:pt x="95198" y="130969"/>
                  </a:cubicBezTo>
                  <a:cubicBezTo>
                    <a:pt x="96402" y="129132"/>
                    <a:pt x="96149" y="126693"/>
                    <a:pt x="94596" y="125140"/>
                  </a:cubicBezTo>
                  <a:lnTo>
                    <a:pt x="82305" y="112848"/>
                  </a:lnTo>
                  <a:lnTo>
                    <a:pt x="95008" y="100176"/>
                  </a:lnTo>
                  <a:lnTo>
                    <a:pt x="107300" y="112468"/>
                  </a:lnTo>
                  <a:cubicBezTo>
                    <a:pt x="108852" y="114021"/>
                    <a:pt x="111292" y="114274"/>
                    <a:pt x="113098" y="113070"/>
                  </a:cubicBezTo>
                  <a:cubicBezTo>
                    <a:pt x="116297" y="110979"/>
                    <a:pt x="119624" y="109237"/>
                    <a:pt x="122982" y="107875"/>
                  </a:cubicBezTo>
                  <a:cubicBezTo>
                    <a:pt x="126340" y="106481"/>
                    <a:pt x="129888" y="105372"/>
                    <a:pt x="133563" y="104580"/>
                  </a:cubicBezTo>
                  <a:cubicBezTo>
                    <a:pt x="135717" y="104136"/>
                    <a:pt x="137238" y="102236"/>
                    <a:pt x="137238" y="100050"/>
                  </a:cubicBezTo>
                  <a:lnTo>
                    <a:pt x="137238" y="82689"/>
                  </a:lnTo>
                  <a:lnTo>
                    <a:pt x="155200" y="82689"/>
                  </a:lnTo>
                  <a:lnTo>
                    <a:pt x="155200" y="100050"/>
                  </a:lnTo>
                  <a:cubicBezTo>
                    <a:pt x="155200" y="102236"/>
                    <a:pt x="156721" y="104136"/>
                    <a:pt x="158875" y="104580"/>
                  </a:cubicBezTo>
                  <a:cubicBezTo>
                    <a:pt x="162550" y="105372"/>
                    <a:pt x="166130" y="106481"/>
                    <a:pt x="169488" y="107875"/>
                  </a:cubicBezTo>
                  <a:cubicBezTo>
                    <a:pt x="172814" y="109237"/>
                    <a:pt x="176141" y="111011"/>
                    <a:pt x="179340" y="113070"/>
                  </a:cubicBezTo>
                  <a:cubicBezTo>
                    <a:pt x="181178" y="114242"/>
                    <a:pt x="183586" y="114021"/>
                    <a:pt x="185138" y="112468"/>
                  </a:cubicBezTo>
                  <a:lnTo>
                    <a:pt x="197430" y="100176"/>
                  </a:lnTo>
                  <a:lnTo>
                    <a:pt x="210133" y="112880"/>
                  </a:lnTo>
                  <a:lnTo>
                    <a:pt x="197842" y="125140"/>
                  </a:lnTo>
                  <a:cubicBezTo>
                    <a:pt x="196289" y="126693"/>
                    <a:pt x="196036" y="129100"/>
                    <a:pt x="197208" y="130938"/>
                  </a:cubicBezTo>
                  <a:cubicBezTo>
                    <a:pt x="199267" y="134106"/>
                    <a:pt x="201010" y="137432"/>
                    <a:pt x="202404" y="140822"/>
                  </a:cubicBezTo>
                  <a:cubicBezTo>
                    <a:pt x="203829" y="144243"/>
                    <a:pt x="204906" y="147791"/>
                    <a:pt x="205698" y="151435"/>
                  </a:cubicBezTo>
                  <a:cubicBezTo>
                    <a:pt x="206142" y="153589"/>
                    <a:pt x="208043" y="155110"/>
                    <a:pt x="210228" y="155110"/>
                  </a:cubicBezTo>
                  <a:lnTo>
                    <a:pt x="227621" y="155110"/>
                  </a:lnTo>
                  <a:lnTo>
                    <a:pt x="227621" y="173072"/>
                  </a:lnTo>
                  <a:close/>
                  <a:moveTo>
                    <a:pt x="142148" y="184667"/>
                  </a:moveTo>
                  <a:lnTo>
                    <a:pt x="150227" y="184667"/>
                  </a:lnTo>
                  <a:lnTo>
                    <a:pt x="150227" y="192650"/>
                  </a:lnTo>
                  <a:lnTo>
                    <a:pt x="142148" y="192650"/>
                  </a:lnTo>
                  <a:lnTo>
                    <a:pt x="142148" y="184667"/>
                  </a:lnTo>
                  <a:close/>
                  <a:moveTo>
                    <a:pt x="141831" y="135563"/>
                  </a:moveTo>
                  <a:lnTo>
                    <a:pt x="150512" y="135563"/>
                  </a:lnTo>
                  <a:lnTo>
                    <a:pt x="150512" y="148235"/>
                  </a:lnTo>
                  <a:lnTo>
                    <a:pt x="148484" y="178521"/>
                  </a:lnTo>
                  <a:lnTo>
                    <a:pt x="143954" y="178521"/>
                  </a:lnTo>
                  <a:lnTo>
                    <a:pt x="141800" y="148235"/>
                  </a:lnTo>
                  <a:lnTo>
                    <a:pt x="141800" y="135563"/>
                  </a:lnTo>
                  <a:close/>
                </a:path>
              </a:pathLst>
            </a:custGeom>
            <a:solidFill>
              <a:srgbClr val="000000"/>
            </a:solidFill>
            <a:ln w="310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95959"/>
                </a:solidFill>
                <a:effectLst/>
                <a:uLnTx/>
                <a:uFillTx/>
                <a:ea typeface="+mn-ea"/>
                <a:cs typeface="+mn-cs"/>
              </a:endParaRPr>
            </a:p>
          </p:txBody>
        </p:sp>
      </p:grpSp>
      <p:grpSp>
        <p:nvGrpSpPr>
          <p:cNvPr id="8" name="Group 7">
            <a:extLst>
              <a:ext uri="{FF2B5EF4-FFF2-40B4-BE49-F238E27FC236}">
                <a16:creationId xmlns:a16="http://schemas.microsoft.com/office/drawing/2014/main" id="{750A3FE3-4805-AA35-724B-D15B0E4B1123}"/>
              </a:ext>
            </a:extLst>
          </p:cNvPr>
          <p:cNvGrpSpPr/>
          <p:nvPr/>
        </p:nvGrpSpPr>
        <p:grpSpPr>
          <a:xfrm>
            <a:off x="2416374" y="3621821"/>
            <a:ext cx="9079665" cy="1143159"/>
            <a:chOff x="2416374" y="2386714"/>
            <a:chExt cx="9079665" cy="1479019"/>
          </a:xfrm>
        </p:grpSpPr>
        <p:sp>
          <p:nvSpPr>
            <p:cNvPr id="20" name="Rectangle 14">
              <a:extLst>
                <a:ext uri="{FF2B5EF4-FFF2-40B4-BE49-F238E27FC236}">
                  <a16:creationId xmlns:a16="http://schemas.microsoft.com/office/drawing/2014/main" id="{356E544F-C1FB-8645-F5FA-3E0E1F801726}"/>
                </a:ext>
              </a:extLst>
            </p:cNvPr>
            <p:cNvSpPr/>
            <p:nvPr/>
          </p:nvSpPr>
          <p:spPr>
            <a:xfrm>
              <a:off x="2433033" y="2386714"/>
              <a:ext cx="8880366" cy="1479019"/>
            </a:xfrm>
            <a:prstGeom prst="rect">
              <a:avLst/>
            </a:prstGeom>
            <a:solidFill>
              <a:srgbClr val="035E52"/>
            </a:solidFill>
            <a:ln>
              <a:solidFill>
                <a:schemeClr val="tx2"/>
              </a:solidFill>
            </a:ln>
          </p:spPr>
          <p:txBody>
            <a:bodyPr wrap="square" lIns="1188720" tIns="0" rIns="0" bIns="0" anchor="ctr" anchorCtr="0">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1600" b="0" i="0" u="none" strike="noStrike" kern="1200" cap="none" spc="0" normalizeH="0" baseline="0" noProof="0" dirty="0">
                <a:ln>
                  <a:noFill/>
                </a:ln>
                <a:solidFill>
                  <a:prstClr val="white"/>
                </a:solidFill>
                <a:effectLst/>
                <a:uLnTx/>
                <a:uFillTx/>
                <a:ea typeface="+mn-ea"/>
                <a:cs typeface="+mn-cs"/>
              </a:endParaRPr>
            </a:p>
          </p:txBody>
        </p:sp>
        <p:cxnSp>
          <p:nvCxnSpPr>
            <p:cNvPr id="21" name="Google Shape;2575;p24">
              <a:extLst>
                <a:ext uri="{FF2B5EF4-FFF2-40B4-BE49-F238E27FC236}">
                  <a16:creationId xmlns:a16="http://schemas.microsoft.com/office/drawing/2014/main" id="{827ED034-858F-5E4F-2088-330620516C1D}"/>
                </a:ext>
              </a:extLst>
            </p:cNvPr>
            <p:cNvCxnSpPr>
              <a:cxnSpLocks/>
            </p:cNvCxnSpPr>
            <p:nvPr/>
          </p:nvCxnSpPr>
          <p:spPr>
            <a:xfrm>
              <a:off x="11334147" y="2386714"/>
              <a:ext cx="0" cy="376910"/>
            </a:xfrm>
            <a:prstGeom prst="straightConnector1">
              <a:avLst/>
            </a:prstGeom>
            <a:solidFill>
              <a:srgbClr val="035E52"/>
            </a:solidFill>
            <a:ln w="25400" cap="rnd" cmpd="sng">
              <a:solidFill>
                <a:schemeClr val="tx2"/>
              </a:solidFill>
              <a:prstDash val="solid"/>
              <a:round/>
              <a:headEnd type="none" w="sm" len="sm"/>
              <a:tailEnd type="none" w="sm" len="sm"/>
            </a:ln>
          </p:spPr>
        </p:cxnSp>
        <p:sp>
          <p:nvSpPr>
            <p:cNvPr id="24" name="Google Shape;2564;p24">
              <a:extLst>
                <a:ext uri="{FF2B5EF4-FFF2-40B4-BE49-F238E27FC236}">
                  <a16:creationId xmlns:a16="http://schemas.microsoft.com/office/drawing/2014/main" id="{0B588E45-BDA3-0A45-1DE3-27D862AA4C4B}"/>
                </a:ext>
              </a:extLst>
            </p:cNvPr>
            <p:cNvSpPr/>
            <p:nvPr/>
          </p:nvSpPr>
          <p:spPr>
            <a:xfrm rot="5400000">
              <a:off x="11079326" y="3016868"/>
              <a:ext cx="671534" cy="161892"/>
            </a:xfrm>
            <a:custGeom>
              <a:avLst/>
              <a:gdLst/>
              <a:ahLst/>
              <a:cxnLst/>
              <a:rect l="l" t="t" r="r" b="b"/>
              <a:pathLst>
                <a:path w="619540" h="341260" extrusionOk="0">
                  <a:moveTo>
                    <a:pt x="0" y="341260"/>
                  </a:moveTo>
                  <a:lnTo>
                    <a:pt x="309770" y="0"/>
                  </a:lnTo>
                  <a:lnTo>
                    <a:pt x="619540" y="341260"/>
                  </a:lnTo>
                </a:path>
              </a:pathLst>
            </a:custGeom>
            <a:solidFill>
              <a:srgbClr val="035E52"/>
            </a:solidFill>
            <a:ln w="25400" cap="rnd" cmpd="sng">
              <a:solidFill>
                <a:schemeClr val="tx2"/>
              </a:solidFill>
              <a:prstDash val="solid"/>
              <a:round/>
              <a:headEnd type="none" w="sm" len="sm"/>
              <a:tailEnd type="none" w="sm" len="sm"/>
            </a:ln>
          </p:spPr>
          <p:txBody>
            <a:bodyPr spcFirstLastPara="1" wrap="square" lIns="1280160"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7A3C"/>
                </a:buClr>
                <a:buSzPts val="971"/>
                <a:buFont typeface="Arial"/>
                <a:buNone/>
                <a:tabLst/>
                <a:defRPr/>
              </a:pPr>
              <a:endParaRPr kumimoji="0" lang="en-US" sz="300" b="0" i="0" u="none" strike="noStrike" kern="0" cap="none" spc="0" normalizeH="0" baseline="0" noProof="0">
                <a:ln>
                  <a:noFill/>
                </a:ln>
                <a:solidFill>
                  <a:srgbClr val="1A1918"/>
                </a:solidFill>
                <a:effectLst/>
                <a:uLnTx/>
                <a:uFillTx/>
                <a:ea typeface="Arial"/>
                <a:cs typeface="Arial"/>
                <a:sym typeface="Arial"/>
              </a:endParaRPr>
            </a:p>
          </p:txBody>
        </p:sp>
        <p:sp>
          <p:nvSpPr>
            <p:cNvPr id="29" name="Google Shape;2564;p24">
              <a:extLst>
                <a:ext uri="{FF2B5EF4-FFF2-40B4-BE49-F238E27FC236}">
                  <a16:creationId xmlns:a16="http://schemas.microsoft.com/office/drawing/2014/main" id="{F156D1E6-C768-FBA1-E21E-20F4970AA423}"/>
                </a:ext>
              </a:extLst>
            </p:cNvPr>
            <p:cNvSpPr/>
            <p:nvPr/>
          </p:nvSpPr>
          <p:spPr>
            <a:xfrm rot="5400000">
              <a:off x="11121746" y="3036936"/>
              <a:ext cx="505070" cy="121761"/>
            </a:xfrm>
            <a:custGeom>
              <a:avLst/>
              <a:gdLst/>
              <a:ahLst/>
              <a:cxnLst/>
              <a:rect l="l" t="t" r="r" b="b"/>
              <a:pathLst>
                <a:path w="619540" h="341260" extrusionOk="0">
                  <a:moveTo>
                    <a:pt x="0" y="341260"/>
                  </a:moveTo>
                  <a:lnTo>
                    <a:pt x="309770" y="0"/>
                  </a:lnTo>
                  <a:lnTo>
                    <a:pt x="619540" y="341260"/>
                  </a:lnTo>
                </a:path>
              </a:pathLst>
            </a:custGeom>
            <a:solidFill>
              <a:srgbClr val="035E52"/>
            </a:solidFill>
            <a:ln w="25400" cap="rnd" cmpd="sng">
              <a:solidFill>
                <a:schemeClr val="tx2"/>
              </a:solidFill>
              <a:prstDash val="sysDot"/>
              <a:round/>
              <a:headEnd type="none" w="sm" len="sm"/>
              <a:tailEnd type="none" w="sm" len="sm"/>
            </a:ln>
          </p:spPr>
          <p:txBody>
            <a:bodyPr spcFirstLastPara="1" wrap="square" lIns="1280160"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7A3C"/>
                </a:buClr>
                <a:buSzPts val="971"/>
                <a:buFont typeface="Arial"/>
                <a:buNone/>
                <a:tabLst/>
                <a:defRPr/>
              </a:pPr>
              <a:endParaRPr kumimoji="0" lang="en-US" sz="300" b="0" i="0" u="none" strike="noStrike" kern="0" cap="none" spc="0" normalizeH="0" baseline="0" noProof="0">
                <a:ln>
                  <a:noFill/>
                </a:ln>
                <a:solidFill>
                  <a:srgbClr val="000000"/>
                </a:solidFill>
                <a:effectLst/>
                <a:uLnTx/>
                <a:uFillTx/>
                <a:ea typeface="Arial"/>
                <a:cs typeface="Arial"/>
                <a:sym typeface="Arial"/>
              </a:endParaRPr>
            </a:p>
          </p:txBody>
        </p:sp>
        <p:cxnSp>
          <p:nvCxnSpPr>
            <p:cNvPr id="30" name="Straight Connector 29">
              <a:extLst>
                <a:ext uri="{FF2B5EF4-FFF2-40B4-BE49-F238E27FC236}">
                  <a16:creationId xmlns:a16="http://schemas.microsoft.com/office/drawing/2014/main" id="{1AC25DD9-9D01-A7A8-9BC2-CD00706501BA}"/>
                </a:ext>
              </a:extLst>
            </p:cNvPr>
            <p:cNvCxnSpPr>
              <a:cxnSpLocks/>
            </p:cNvCxnSpPr>
            <p:nvPr/>
          </p:nvCxnSpPr>
          <p:spPr>
            <a:xfrm flipV="1">
              <a:off x="2416374" y="2389415"/>
              <a:ext cx="0" cy="1476318"/>
            </a:xfrm>
            <a:prstGeom prst="line">
              <a:avLst/>
            </a:prstGeom>
            <a:solidFill>
              <a:srgbClr val="035E52"/>
            </a:solidFill>
            <a:ln w="25400" cap="flat" cmpd="sng" algn="ctr">
              <a:solidFill>
                <a:schemeClr val="tx2"/>
              </a:solidFill>
              <a:prstDash val="sysDot"/>
              <a:miter lim="800000"/>
            </a:ln>
            <a:effectLst/>
          </p:spPr>
        </p:cxnSp>
        <p:cxnSp>
          <p:nvCxnSpPr>
            <p:cNvPr id="31" name="Google Shape;2563;p24">
              <a:extLst>
                <a:ext uri="{FF2B5EF4-FFF2-40B4-BE49-F238E27FC236}">
                  <a16:creationId xmlns:a16="http://schemas.microsoft.com/office/drawing/2014/main" id="{4063BB31-49FA-32B7-58E2-08FC4CA0333C}"/>
                </a:ext>
              </a:extLst>
            </p:cNvPr>
            <p:cNvCxnSpPr>
              <a:cxnSpLocks/>
            </p:cNvCxnSpPr>
            <p:nvPr/>
          </p:nvCxnSpPr>
          <p:spPr>
            <a:xfrm>
              <a:off x="11335423" y="3431918"/>
              <a:ext cx="0" cy="381779"/>
            </a:xfrm>
            <a:prstGeom prst="straightConnector1">
              <a:avLst/>
            </a:prstGeom>
            <a:solidFill>
              <a:srgbClr val="035E52"/>
            </a:solidFill>
            <a:ln w="25400" cap="rnd" cmpd="sng">
              <a:solidFill>
                <a:schemeClr val="tx2"/>
              </a:solidFill>
              <a:prstDash val="solid"/>
              <a:round/>
              <a:headEnd type="none" w="sm" len="sm"/>
              <a:tailEnd type="none" w="sm" len="sm"/>
            </a:ln>
          </p:spPr>
        </p:cxnSp>
      </p:grpSp>
      <p:grpSp>
        <p:nvGrpSpPr>
          <p:cNvPr id="9" name="Group 8">
            <a:extLst>
              <a:ext uri="{FF2B5EF4-FFF2-40B4-BE49-F238E27FC236}">
                <a16:creationId xmlns:a16="http://schemas.microsoft.com/office/drawing/2014/main" id="{BA04AFFE-3286-E548-E1CF-AC87AF12F94F}"/>
              </a:ext>
            </a:extLst>
          </p:cNvPr>
          <p:cNvGrpSpPr/>
          <p:nvPr/>
        </p:nvGrpSpPr>
        <p:grpSpPr>
          <a:xfrm>
            <a:off x="2764069" y="3933479"/>
            <a:ext cx="519842" cy="519842"/>
            <a:chOff x="2859453" y="3859672"/>
            <a:chExt cx="658895" cy="658895"/>
          </a:xfrm>
        </p:grpSpPr>
        <p:pic>
          <p:nvPicPr>
            <p:cNvPr id="17" name="Graphic 16">
              <a:extLst>
                <a:ext uri="{FF2B5EF4-FFF2-40B4-BE49-F238E27FC236}">
                  <a16:creationId xmlns:a16="http://schemas.microsoft.com/office/drawing/2014/main" id="{E1473804-85E6-1EBB-4DCA-2B4CA67104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59453" y="3859672"/>
              <a:ext cx="658895" cy="658895"/>
            </a:xfrm>
            <a:prstGeom prst="rect">
              <a:avLst/>
            </a:prstGeom>
          </p:spPr>
        </p:pic>
        <p:sp>
          <p:nvSpPr>
            <p:cNvPr id="18" name="Oval 17">
              <a:extLst>
                <a:ext uri="{FF2B5EF4-FFF2-40B4-BE49-F238E27FC236}">
                  <a16:creationId xmlns:a16="http://schemas.microsoft.com/office/drawing/2014/main" id="{7542C8F8-3F05-3AF2-4BF4-296DDD3E9952}"/>
                </a:ext>
              </a:extLst>
            </p:cNvPr>
            <p:cNvSpPr/>
            <p:nvPr/>
          </p:nvSpPr>
          <p:spPr>
            <a:xfrm>
              <a:off x="2930832" y="3937615"/>
              <a:ext cx="503171" cy="503171"/>
            </a:xfrm>
            <a:prstGeom prst="ellipse">
              <a:avLst/>
            </a:prstGeom>
            <a:solidFill>
              <a:srgbClr val="FFFFFF"/>
            </a:solidFill>
            <a:ln w="6350" cap="flat" cmpd="sng" algn="ctr">
              <a:solidFill>
                <a:srgbClr val="FFFFFF"/>
              </a:solidFill>
              <a:prstDash val="sysDot"/>
              <a:miter lim="800000"/>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1" i="0" u="none" strike="noStrike" kern="0" cap="none" spc="0" normalizeH="0" baseline="0" noProof="0">
                <a:ln>
                  <a:noFill/>
                </a:ln>
                <a:solidFill>
                  <a:srgbClr val="FFFFFF"/>
                </a:solidFill>
                <a:effectLst/>
                <a:uLnTx/>
                <a:uFillTx/>
                <a:ea typeface="+mn-ea"/>
                <a:cs typeface="+mn-cs"/>
                <a:sym typeface="Arial"/>
              </a:endParaRPr>
            </a:p>
          </p:txBody>
        </p:sp>
        <p:pic>
          <p:nvPicPr>
            <p:cNvPr id="19" name="Picture 2" descr="approval Icon 1231261">
              <a:extLst>
                <a:ext uri="{FF2B5EF4-FFF2-40B4-BE49-F238E27FC236}">
                  <a16:creationId xmlns:a16="http://schemas.microsoft.com/office/drawing/2014/main" id="{41C6DA97-23CB-4A93-0AD9-791AC6FB4612}"/>
                </a:ext>
              </a:extLst>
            </p:cNvPr>
            <p:cNvPicPr>
              <a:picLocks noChangeAspect="1" noChangeArrowheads="1"/>
            </p:cNvPicPr>
            <p:nvPr/>
          </p:nvPicPr>
          <p:blipFill>
            <a:blip r:embed="rId9" cstate="email">
              <a:duotone>
                <a:srgbClr val="004325">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974918" y="3980166"/>
              <a:ext cx="414583" cy="41458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Group 31">
            <a:extLst>
              <a:ext uri="{FF2B5EF4-FFF2-40B4-BE49-F238E27FC236}">
                <a16:creationId xmlns:a16="http://schemas.microsoft.com/office/drawing/2014/main" id="{DB57E922-39C1-28E3-8CCE-F7CDA71D2283}"/>
              </a:ext>
            </a:extLst>
          </p:cNvPr>
          <p:cNvGrpSpPr/>
          <p:nvPr/>
        </p:nvGrpSpPr>
        <p:grpSpPr>
          <a:xfrm>
            <a:off x="9875037" y="4459133"/>
            <a:ext cx="1390028" cy="268110"/>
            <a:chOff x="11331030" y="3955319"/>
            <a:chExt cx="657769" cy="130898"/>
          </a:xfrm>
        </p:grpSpPr>
        <p:pic>
          <p:nvPicPr>
            <p:cNvPr id="33" name="object 43">
              <a:extLst>
                <a:ext uri="{FF2B5EF4-FFF2-40B4-BE49-F238E27FC236}">
                  <a16:creationId xmlns:a16="http://schemas.microsoft.com/office/drawing/2014/main" id="{ECEDC63F-CBD5-9359-C9CE-B0B82D639467}"/>
                </a:ext>
              </a:extLst>
            </p:cNvPr>
            <p:cNvPicPr/>
            <p:nvPr/>
          </p:nvPicPr>
          <p:blipFill>
            <a:blip r:embed="rId10" cstate="print"/>
            <a:stretch>
              <a:fillRect/>
            </a:stretch>
          </p:blipFill>
          <p:spPr>
            <a:xfrm>
              <a:off x="11331031" y="3955319"/>
              <a:ext cx="657768" cy="130898"/>
            </a:xfrm>
            <a:prstGeom prst="rect">
              <a:avLst/>
            </a:prstGeom>
          </p:spPr>
        </p:pic>
        <p:sp>
          <p:nvSpPr>
            <p:cNvPr id="34" name="object 44">
              <a:extLst>
                <a:ext uri="{FF2B5EF4-FFF2-40B4-BE49-F238E27FC236}">
                  <a16:creationId xmlns:a16="http://schemas.microsoft.com/office/drawing/2014/main" id="{BA812142-DD95-E6E6-B1C2-D05C32142916}"/>
                </a:ext>
              </a:extLst>
            </p:cNvPr>
            <p:cNvSpPr txBox="1"/>
            <p:nvPr/>
          </p:nvSpPr>
          <p:spPr>
            <a:xfrm>
              <a:off x="11331030" y="3967869"/>
              <a:ext cx="657768" cy="85463"/>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1" u="none" strike="noStrike" kern="0" cap="none" spc="0" normalizeH="0" baseline="0" noProof="0">
                  <a:ln>
                    <a:noFill/>
                  </a:ln>
                  <a:solidFill>
                    <a:prstClr val="white"/>
                  </a:solidFill>
                  <a:effectLst/>
                  <a:uLnTx/>
                  <a:uFillTx/>
                  <a:ea typeface="+mn-ea"/>
                  <a:cs typeface="+mn-cs"/>
                </a:rPr>
                <a:t>          </a:t>
              </a:r>
              <a:r>
                <a:rPr kumimoji="0" sz="1050" b="1" i="1" u="none" strike="noStrike" kern="0" cap="none" spc="0" normalizeH="0" baseline="0" noProof="0">
                  <a:ln>
                    <a:noFill/>
                  </a:ln>
                  <a:solidFill>
                    <a:prstClr val="white"/>
                  </a:solidFill>
                  <a:effectLst/>
                  <a:uLnTx/>
                  <a:uFillTx/>
                  <a:ea typeface="+mn-ea"/>
                  <a:cs typeface="+mn-cs"/>
                </a:rPr>
                <a:t>For Approval</a:t>
              </a:r>
            </a:p>
          </p:txBody>
        </p:sp>
      </p:grpSp>
    </p:spTree>
    <p:extLst>
      <p:ext uri="{BB962C8B-B14F-4D97-AF65-F5344CB8AC3E}">
        <p14:creationId xmlns:p14="http://schemas.microsoft.com/office/powerpoint/2010/main" val="791758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9B340-70B0-1C86-F034-FBD3A34FB3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5146688-058F-47C2-076D-07EB640775D6}"/>
              </a:ext>
            </a:extLst>
          </p:cNvPr>
          <p:cNvSpPr>
            <a:spLocks noGrp="1"/>
          </p:cNvSpPr>
          <p:nvPr>
            <p:ph type="body" sz="quarter" idx="10"/>
          </p:nvPr>
        </p:nvSpPr>
        <p:spPr>
          <a:xfrm>
            <a:off x="425704" y="3311403"/>
            <a:ext cx="11340591" cy="1976094"/>
          </a:xfrm>
        </p:spPr>
        <p:txBody>
          <a:bodyPr/>
          <a:lstStyle/>
          <a:p>
            <a:r>
              <a:rPr lang="en-GB"/>
              <a:t>Thank You</a:t>
            </a:r>
            <a:endParaRPr lang="en-US"/>
          </a:p>
        </p:txBody>
      </p:sp>
    </p:spTree>
    <p:extLst>
      <p:ext uri="{BB962C8B-B14F-4D97-AF65-F5344CB8AC3E}">
        <p14:creationId xmlns:p14="http://schemas.microsoft.com/office/powerpoint/2010/main" val="7127444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S_UNIQUEID" val="59469"/>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AS_UNIQUEID" val="59467"/>
</p:tagLst>
</file>

<file path=ppt/tags/tag11.xml><?xml version="1.0" encoding="utf-8"?>
<p:tagLst xmlns:a="http://schemas.openxmlformats.org/drawingml/2006/main" xmlns:r="http://schemas.openxmlformats.org/officeDocument/2006/relationships" xmlns:p="http://schemas.openxmlformats.org/presentationml/2006/main">
  <p:tag name="AS_UNIQUEID" val="59469"/>
</p:tagLst>
</file>

<file path=ppt/tags/tag12.xml><?xml version="1.0" encoding="utf-8"?>
<p:tagLst xmlns:a="http://schemas.openxmlformats.org/drawingml/2006/main" xmlns:r="http://schemas.openxmlformats.org/officeDocument/2006/relationships" xmlns:p="http://schemas.openxmlformats.org/presentationml/2006/main">
  <p:tag name="AS_UNIQUEID" val="59470"/>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OnZEjfHTTRW7Eq1_LyZbr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OnZEjfHTTRW7Eq1_LyZbrQ"/>
</p:tagLst>
</file>

<file path=ppt/tags/tag33.xml><?xml version="1.0" encoding="utf-8"?>
<p:tagLst xmlns:a="http://schemas.openxmlformats.org/drawingml/2006/main" xmlns:r="http://schemas.openxmlformats.org/officeDocument/2006/relationships" xmlns:p="http://schemas.openxmlformats.org/presentationml/2006/main">
  <p:tag name="AS_UNIQUEID" val="59467"/>
</p:tagLst>
</file>

<file path=ppt/tags/tag34.xml><?xml version="1.0" encoding="utf-8"?>
<p:tagLst xmlns:a="http://schemas.openxmlformats.org/drawingml/2006/main" xmlns:r="http://schemas.openxmlformats.org/officeDocument/2006/relationships" xmlns:p="http://schemas.openxmlformats.org/presentationml/2006/main">
  <p:tag name="AS_UNIQUEID" val="59468"/>
</p:tagLst>
</file>

<file path=ppt/tags/tag35.xml><?xml version="1.0" encoding="utf-8"?>
<p:tagLst xmlns:a="http://schemas.openxmlformats.org/drawingml/2006/main" xmlns:r="http://schemas.openxmlformats.org/officeDocument/2006/relationships" xmlns:p="http://schemas.openxmlformats.org/presentationml/2006/main">
  <p:tag name="AS_UNIQUEID" val="59469"/>
</p:tagLst>
</file>

<file path=ppt/tags/tag36.xml><?xml version="1.0" encoding="utf-8"?>
<p:tagLst xmlns:a="http://schemas.openxmlformats.org/drawingml/2006/main" xmlns:r="http://schemas.openxmlformats.org/officeDocument/2006/relationships" xmlns:p="http://schemas.openxmlformats.org/presentationml/2006/main">
  <p:tag name="AS_UNIQUEID" val="59470"/>
</p:tagLst>
</file>

<file path=ppt/tags/tag37.xml><?xml version="1.0" encoding="utf-8"?>
<p:tagLst xmlns:a="http://schemas.openxmlformats.org/drawingml/2006/main" xmlns:r="http://schemas.openxmlformats.org/officeDocument/2006/relationships" xmlns:p="http://schemas.openxmlformats.org/presentationml/2006/main">
  <p:tag name="AS_UNIQUEID" val="59471"/>
</p:tagLst>
</file>

<file path=ppt/tags/tag38.xml><?xml version="1.0" encoding="utf-8"?>
<p:tagLst xmlns:a="http://schemas.openxmlformats.org/drawingml/2006/main" xmlns:r="http://schemas.openxmlformats.org/officeDocument/2006/relationships" xmlns:p="http://schemas.openxmlformats.org/presentationml/2006/main">
  <p:tag name="AS_UNIQUEID" val="59472"/>
</p:tagLst>
</file>

<file path=ppt/tags/tag39.xml><?xml version="1.0" encoding="utf-8"?>
<p:tagLst xmlns:a="http://schemas.openxmlformats.org/drawingml/2006/main" xmlns:r="http://schemas.openxmlformats.org/officeDocument/2006/relationships" xmlns:p="http://schemas.openxmlformats.org/presentationml/2006/main">
  <p:tag name="AS_UNIQUEID" val="59942"/>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AS_UNIQUEID" val="59592"/>
</p:tagLst>
</file>

<file path=ppt/tags/tag41.xml><?xml version="1.0" encoding="utf-8"?>
<p:tagLst xmlns:a="http://schemas.openxmlformats.org/drawingml/2006/main" xmlns:r="http://schemas.openxmlformats.org/officeDocument/2006/relationships" xmlns:p="http://schemas.openxmlformats.org/presentationml/2006/main">
  <p:tag name="AS_UNIQUEID" val="59593"/>
</p:tagLst>
</file>

<file path=ppt/tags/tag42.xml><?xml version="1.0" encoding="utf-8"?>
<p:tagLst xmlns:a="http://schemas.openxmlformats.org/drawingml/2006/main" xmlns:r="http://schemas.openxmlformats.org/officeDocument/2006/relationships" xmlns:p="http://schemas.openxmlformats.org/presentationml/2006/main">
  <p:tag name="AS_UNIQUEID" val="59594"/>
</p:tagLst>
</file>

<file path=ppt/tags/tag43.xml><?xml version="1.0" encoding="utf-8"?>
<p:tagLst xmlns:a="http://schemas.openxmlformats.org/drawingml/2006/main" xmlns:r="http://schemas.openxmlformats.org/officeDocument/2006/relationships" xmlns:p="http://schemas.openxmlformats.org/presentationml/2006/main">
  <p:tag name="AS_UNIQUEID" val="59595"/>
</p:tagLst>
</file>

<file path=ppt/tags/tag44.xml><?xml version="1.0" encoding="utf-8"?>
<p:tagLst xmlns:a="http://schemas.openxmlformats.org/drawingml/2006/main" xmlns:r="http://schemas.openxmlformats.org/officeDocument/2006/relationships" xmlns:p="http://schemas.openxmlformats.org/presentationml/2006/main">
  <p:tag name="AS_UNIQUEID" val="59943"/>
</p:tagLst>
</file>

<file path=ppt/tags/tag45.xml><?xml version="1.0" encoding="utf-8"?>
<p:tagLst xmlns:a="http://schemas.openxmlformats.org/drawingml/2006/main" xmlns:r="http://schemas.openxmlformats.org/officeDocument/2006/relationships" xmlns:p="http://schemas.openxmlformats.org/presentationml/2006/main">
  <p:tag name="AS_UNIQUEID" val="59944"/>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AS_UNIQUEID" val="59469"/>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AS_UNIQUEID" val="59469"/>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OnZEjfHTTRW7Eq1_LyZbr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AS_UNIQUEID" val="59467"/>
</p:tagLst>
</file>

<file path=ppt/tags/tag63.xml><?xml version="1.0" encoding="utf-8"?>
<p:tagLst xmlns:a="http://schemas.openxmlformats.org/drawingml/2006/main" xmlns:r="http://schemas.openxmlformats.org/officeDocument/2006/relationships" xmlns:p="http://schemas.openxmlformats.org/presentationml/2006/main">
  <p:tag name="AS_UNIQUEID" val="59469"/>
</p:tagLst>
</file>

<file path=ppt/tags/tag64.xml><?xml version="1.0" encoding="utf-8"?>
<p:tagLst xmlns:a="http://schemas.openxmlformats.org/drawingml/2006/main" xmlns:r="http://schemas.openxmlformats.org/officeDocument/2006/relationships" xmlns:p="http://schemas.openxmlformats.org/presentationml/2006/main">
  <p:tag name="AS_UNIQUEID" val="59470"/>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AS_UNIQUEID" val="63195"/>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AS_UNIQUEID" val="63196"/>
  <p:tag name="THINKCELLSHAPEDONOTDELETE" val="tOnZEjfHTTRW7Eq1_LyZbrQ"/>
</p:tagLst>
</file>

<file path=ppt/tags/tag69.xml><?xml version="1.0" encoding="utf-8"?>
<p:tagLst xmlns:a="http://schemas.openxmlformats.org/drawingml/2006/main" xmlns:r="http://schemas.openxmlformats.org/officeDocument/2006/relationships" xmlns:p="http://schemas.openxmlformats.org/presentationml/2006/main">
  <p:tag name="AS_UNIQUEID" val="63197"/>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7_PIF 2024 Grid Custom - 21355">
  <a:themeElements>
    <a:clrScheme name="Custom 4">
      <a:dk1>
        <a:srgbClr val="595959"/>
      </a:dk1>
      <a:lt1>
        <a:sysClr val="window" lastClr="FFFFFF"/>
      </a:lt1>
      <a:dk2>
        <a:srgbClr val="C4995B"/>
      </a:dk2>
      <a:lt2>
        <a:srgbClr val="F2F2F2"/>
      </a:lt2>
      <a:accent1>
        <a:srgbClr val="654B25"/>
      </a:accent1>
      <a:accent2>
        <a:srgbClr val="9D7539"/>
      </a:accent2>
      <a:accent3>
        <a:srgbClr val="FFD400"/>
      </a:accent3>
      <a:accent4>
        <a:srgbClr val="DCC29C"/>
      </a:accent4>
      <a:accent5>
        <a:srgbClr val="B5B5B5"/>
      </a:accent5>
      <a:accent6>
        <a:srgbClr val="005C4D"/>
      </a:accent6>
      <a:hlink>
        <a:srgbClr val="9E4398"/>
      </a:hlink>
      <a:folHlink>
        <a:srgbClr val="492757"/>
      </a:folHlink>
    </a:clrScheme>
    <a:fontScheme name="Custom 1">
      <a:majorFont>
        <a:latin typeface="Fund Regular"/>
        <a:ea typeface=""/>
        <a:cs typeface=""/>
      </a:majorFont>
      <a:minorFont>
        <a:latin typeface="Fund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C000">
            <a:alpha val="85098"/>
          </a:srgbClr>
        </a:solidFill>
        <a:ln w="9525" cap="rnd" cmpd="sng" algn="ctr">
          <a:solidFill>
            <a:schemeClr val="accent6"/>
          </a:solidFill>
          <a:prstDash val="solid"/>
          <a:round/>
          <a:headEnd type="none" w="med" len="med"/>
          <a:tailEnd type="none" w="med" len="med"/>
        </a:ln>
        <a:effectLst/>
      </a:spPr>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defPPr marL="0" marR="0" indent="0" algn="l" defTabSz="914400" eaLnBrk="1" fontAlgn="auto" latinLnBrk="0" hangingPunct="1">
          <a:lnSpc>
            <a:spcPct val="100000"/>
          </a:lnSpc>
          <a:spcBef>
            <a:spcPts val="0"/>
          </a:spcBef>
          <a:spcAft>
            <a:spcPts val="0"/>
          </a:spcAft>
          <a:buClrTx/>
          <a:buSzTx/>
          <a:buFontTx/>
          <a:buNone/>
          <a:tabLst/>
          <a:defRPr sz="1000" kern="0" dirty="0" smtClean="0">
            <a:solidFill>
              <a:srgbClr val="000000"/>
            </a:solidFill>
          </a:defRPr>
        </a:defPPr>
      </a:lstStyle>
    </a:spDef>
    <a:lnDef>
      <a:spPr>
        <a:noFill/>
        <a:ln w="9525" cap="rnd" cmpd="sng" algn="ctr">
          <a:solidFill>
            <a:srgbClr val="575757">
              <a:lumMod val="60000"/>
              <a:lumOff val="40000"/>
            </a:srgbClr>
          </a:solidFill>
          <a:prstDash val="solid"/>
          <a:round/>
        </a:ln>
        <a:effectLst/>
      </a:spPr>
      <a:bodyPr/>
      <a:lstStyle/>
    </a:lnDef>
    <a:txDef>
      <a:spPr>
        <a:noFill/>
        <a:ln w="9525" cap="rnd" cmpd="sng" algn="ctr">
          <a:noFill/>
          <a:prstDash val="solid"/>
          <a:round/>
        </a:ln>
        <a:effectLst/>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marL="0" marR="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noProof="0" dirty="0" smtClean="0">
            <a:ln>
              <a:noFill/>
            </a:ln>
            <a:solidFill>
              <a:srgbClr val="595959"/>
            </a:solidFill>
            <a:effectLst/>
            <a:uLnTx/>
            <a:uFillTx/>
            <a:ea typeface="+mn-ea"/>
            <a:cs typeface="+mn-cs"/>
          </a:defRPr>
        </a:defPPr>
      </a:lst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InputTemplate2" id="{46663F27-BBAF-4B56-9010-AE7166DBF001}" vid="{DADAA89A-5F78-4AEF-80DE-9B0BC51CF9D1}"/>
    </a:ext>
  </a:extLst>
</a:theme>
</file>

<file path=ppt/theme/theme2.xml><?xml version="1.0" encoding="utf-8"?>
<a:theme xmlns:a="http://schemas.openxmlformats.org/drawingml/2006/main" name="4_PIF 2024 Grid Custom - 21355">
  <a:themeElements>
    <a:clrScheme name="Custom 4">
      <a:dk1>
        <a:srgbClr val="595959"/>
      </a:dk1>
      <a:lt1>
        <a:sysClr val="window" lastClr="FFFFFF"/>
      </a:lt1>
      <a:dk2>
        <a:srgbClr val="C4995B"/>
      </a:dk2>
      <a:lt2>
        <a:srgbClr val="F2F2F2"/>
      </a:lt2>
      <a:accent1>
        <a:srgbClr val="654B25"/>
      </a:accent1>
      <a:accent2>
        <a:srgbClr val="9D7539"/>
      </a:accent2>
      <a:accent3>
        <a:srgbClr val="FFD400"/>
      </a:accent3>
      <a:accent4>
        <a:srgbClr val="DCC29C"/>
      </a:accent4>
      <a:accent5>
        <a:srgbClr val="B5B5B5"/>
      </a:accent5>
      <a:accent6>
        <a:srgbClr val="005C4D"/>
      </a:accent6>
      <a:hlink>
        <a:srgbClr val="9E4398"/>
      </a:hlink>
      <a:folHlink>
        <a:srgbClr val="492757"/>
      </a:folHlink>
    </a:clrScheme>
    <a:fontScheme name="Custom 1">
      <a:majorFont>
        <a:latin typeface="Fund Regular"/>
        <a:ea typeface=""/>
        <a:cs typeface=""/>
      </a:majorFont>
      <a:minorFont>
        <a:latin typeface="Fund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9525" cap="rnd" cmpd="sng" algn="ctr">
          <a:noFill/>
          <a:prstDash val="solid"/>
          <a:round/>
          <a:headEnd type="none" w="med" len="med"/>
          <a:tailEnd type="none" w="med" len="med"/>
        </a:ln>
        <a:effectLst>
          <a:outerShdw blurRad="63500" algn="ctr" rotWithShape="0">
            <a:srgbClr val="000000">
              <a:alpha val="10000"/>
            </a:srgbClr>
          </a:outerShdw>
        </a:effectLst>
      </a:spPr>
      <a:bodyPr rot="0" spcFirstLastPara="0" vertOverflow="overflow" horzOverflow="overflow" vert="horz" wrap="square" lIns="91440" tIns="91440" rIns="45720" bIns="45720" numCol="1" spcCol="0" rtlCol="0" fromWordArt="0" anchor="ctr" anchorCtr="0" forceAA="0" compatLnSpc="1">
        <a:prstTxWarp prst="textNoShape">
          <a:avLst/>
        </a:prstTxWarp>
        <a:noAutofit/>
      </a:bodyPr>
      <a:lstStyle>
        <a:defPPr marL="0" marR="0" indent="0" algn="l" defTabSz="914400" eaLnBrk="1" fontAlgn="auto" latinLnBrk="0" hangingPunct="1">
          <a:lnSpc>
            <a:spcPct val="100000"/>
          </a:lnSpc>
          <a:spcBef>
            <a:spcPts val="0"/>
          </a:spcBef>
          <a:spcAft>
            <a:spcPts val="0"/>
          </a:spcAft>
          <a:buClrTx/>
          <a:buSzTx/>
          <a:buFontTx/>
          <a:buNone/>
          <a:tabLst/>
          <a:defRPr kumimoji="0" sz="1200" i="0" u="none" strike="noStrike" kern="0" cap="none" spc="0" normalizeH="0" baseline="0" noProof="0" dirty="0" smtClean="0">
            <a:ln>
              <a:noFill/>
            </a:ln>
            <a:solidFill>
              <a:srgbClr val="000000"/>
            </a:solidFill>
            <a:effectLst/>
            <a:uLnTx/>
            <a:uFillTx/>
            <a:ea typeface="+mn-ea"/>
            <a:cs typeface="+mn-cs"/>
          </a:defRPr>
        </a:defPPr>
      </a:lstStyle>
    </a:spDef>
    <a:lnDef>
      <a:spPr>
        <a:noFill/>
        <a:ln w="9525" cap="rnd" cmpd="sng" algn="ctr">
          <a:solidFill>
            <a:srgbClr val="575757">
              <a:lumMod val="60000"/>
              <a:lumOff val="40000"/>
            </a:srgbClr>
          </a:solidFill>
          <a:prstDash val="solid"/>
          <a:round/>
        </a:ln>
        <a:effectLst/>
      </a:spPr>
      <a:bodyPr/>
      <a:lstStyle/>
    </a:lnDef>
    <a:txDef>
      <a:spPr>
        <a:noFill/>
        <a:ln w="9525" cap="rnd" cmpd="sng" algn="ctr">
          <a:noFill/>
          <a:prstDash val="solid"/>
          <a:round/>
        </a:ln>
        <a:effectLst/>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marL="0" marR="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noProof="0" dirty="0" smtClean="0">
            <a:ln>
              <a:noFill/>
            </a:ln>
            <a:solidFill>
              <a:srgbClr val="595959"/>
            </a:solidFill>
            <a:effectLst/>
            <a:uLnTx/>
            <a:uFillTx/>
            <a:ea typeface="+mn-ea"/>
            <a:cs typeface="+mn-cs"/>
          </a:defRPr>
        </a:defPPr>
      </a:lst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InputTemplate2" id="{46663F27-BBAF-4B56-9010-AE7166DBF001}" vid="{DADAA89A-5F78-4AEF-80DE-9B0BC51CF9D1}"/>
    </a:ext>
  </a:extLst>
</a:theme>
</file>

<file path=ppt/theme/theme3.xml><?xml version="1.0" encoding="utf-8"?>
<a:theme xmlns:a="http://schemas.openxmlformats.org/drawingml/2006/main" name="5_PIF 2024 Grid Custom - 21355">
  <a:themeElements>
    <a:clrScheme name="Custom 4">
      <a:dk1>
        <a:srgbClr val="595959"/>
      </a:dk1>
      <a:lt1>
        <a:sysClr val="window" lastClr="FFFFFF"/>
      </a:lt1>
      <a:dk2>
        <a:srgbClr val="C4995B"/>
      </a:dk2>
      <a:lt2>
        <a:srgbClr val="F2F2F2"/>
      </a:lt2>
      <a:accent1>
        <a:srgbClr val="654B25"/>
      </a:accent1>
      <a:accent2>
        <a:srgbClr val="9D7539"/>
      </a:accent2>
      <a:accent3>
        <a:srgbClr val="FFD400"/>
      </a:accent3>
      <a:accent4>
        <a:srgbClr val="DCC29C"/>
      </a:accent4>
      <a:accent5>
        <a:srgbClr val="B5B5B5"/>
      </a:accent5>
      <a:accent6>
        <a:srgbClr val="005C4D"/>
      </a:accent6>
      <a:hlink>
        <a:srgbClr val="9E4398"/>
      </a:hlink>
      <a:folHlink>
        <a:srgbClr val="492757"/>
      </a:folHlink>
    </a:clrScheme>
    <a:fontScheme name="Custom 1">
      <a:majorFont>
        <a:latin typeface="Fund Regular"/>
        <a:ea typeface=""/>
        <a:cs typeface=""/>
      </a:majorFont>
      <a:minorFont>
        <a:latin typeface="Fund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alpha val="85098"/>
          </a:srgbClr>
        </a:solidFill>
        <a:ln w="9525" cap="rnd" cmpd="sng" algn="ctr">
          <a:noFill/>
          <a:prstDash val="solid"/>
          <a:round/>
          <a:headEnd type="none" w="med" len="med"/>
          <a:tailEnd type="none" w="med" len="med"/>
        </a:ln>
        <a:effectLst/>
      </a:spPr>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defPPr marL="0" marR="0" indent="0" algn="l" defTabSz="914400" eaLnBrk="1" fontAlgn="auto" latinLnBrk="0" hangingPunct="1">
          <a:lnSpc>
            <a:spcPct val="100000"/>
          </a:lnSpc>
          <a:spcBef>
            <a:spcPts val="0"/>
          </a:spcBef>
          <a:spcAft>
            <a:spcPts val="0"/>
          </a:spcAft>
          <a:buClrTx/>
          <a:buSzTx/>
          <a:buFontTx/>
          <a:buNone/>
          <a:tabLst/>
          <a:defRPr sz="1000" kern="0" dirty="0" smtClean="0">
            <a:solidFill>
              <a:srgbClr val="000000"/>
            </a:solidFill>
          </a:defRPr>
        </a:defPPr>
      </a:lstStyle>
    </a:spDef>
    <a:lnDef>
      <a:spPr>
        <a:noFill/>
        <a:ln w="9525" cap="rnd" cmpd="sng" algn="ctr">
          <a:solidFill>
            <a:srgbClr val="575757">
              <a:lumMod val="60000"/>
              <a:lumOff val="40000"/>
            </a:srgbClr>
          </a:solidFill>
          <a:prstDash val="solid"/>
          <a:round/>
        </a:ln>
        <a:effectLst/>
      </a:spPr>
      <a:bodyPr/>
      <a:lstStyle/>
    </a:lnDef>
    <a:txDef>
      <a:spPr>
        <a:noFill/>
        <a:ln w="9525" cap="rnd" cmpd="sng" algn="ctr">
          <a:noFill/>
          <a:prstDash val="solid"/>
          <a:round/>
        </a:ln>
        <a:effectLst/>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marL="0" marR="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noProof="0" dirty="0" smtClean="0">
            <a:ln>
              <a:noFill/>
            </a:ln>
            <a:solidFill>
              <a:srgbClr val="595959"/>
            </a:solidFill>
            <a:effectLst/>
            <a:uLnTx/>
            <a:uFillTx/>
            <a:ea typeface="+mn-ea"/>
            <a:cs typeface="+mn-cs"/>
          </a:defRPr>
        </a:defPPr>
      </a:lst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InputTemplate2" id="{46663F27-BBAF-4B56-9010-AE7166DBF001}" vid="{DADAA89A-5F78-4AEF-80DE-9B0BC51CF9D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4">
    <a:dk1>
      <a:srgbClr val="595959"/>
    </a:dk1>
    <a:lt1>
      <a:sysClr val="window" lastClr="FFFFFF"/>
    </a:lt1>
    <a:dk2>
      <a:srgbClr val="C4995B"/>
    </a:dk2>
    <a:lt2>
      <a:srgbClr val="F2F2F2"/>
    </a:lt2>
    <a:accent1>
      <a:srgbClr val="654B25"/>
    </a:accent1>
    <a:accent2>
      <a:srgbClr val="9D7539"/>
    </a:accent2>
    <a:accent3>
      <a:srgbClr val="FFD400"/>
    </a:accent3>
    <a:accent4>
      <a:srgbClr val="DCC29C"/>
    </a:accent4>
    <a:accent5>
      <a:srgbClr val="B5B5B5"/>
    </a:accent5>
    <a:accent6>
      <a:srgbClr val="005C4D"/>
    </a:accent6>
    <a:hlink>
      <a:srgbClr val="9E4398"/>
    </a:hlink>
    <a:folHlink>
      <a:srgbClr val="492757"/>
    </a:folHlink>
  </a:clrScheme>
</a:themeOverride>
</file>

<file path=docProps/app.xml><?xml version="1.0" encoding="utf-8"?>
<Properties xmlns="http://schemas.openxmlformats.org/officeDocument/2006/extended-properties" xmlns:vt="http://schemas.openxmlformats.org/officeDocument/2006/docPropsVTypes">
  <TotalTime>11</TotalTime>
  <Words>168</Words>
  <Application>Microsoft Office PowerPoint</Application>
  <PresentationFormat>Widescreen</PresentationFormat>
  <Paragraphs>47</Paragraphs>
  <Slides>5</Slides>
  <Notes>4</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5</vt:i4>
      </vt:variant>
    </vt:vector>
  </HeadingPairs>
  <TitlesOfParts>
    <vt:vector size="18" baseType="lpstr">
      <vt:lpstr>Aptos</vt:lpstr>
      <vt:lpstr>Arial</vt:lpstr>
      <vt:lpstr>Calibri</vt:lpstr>
      <vt:lpstr>Calibri Light</vt:lpstr>
      <vt:lpstr>Fund Light</vt:lpstr>
      <vt:lpstr>Fund Regular</vt:lpstr>
      <vt:lpstr>Fund Regular (Headings)</vt:lpstr>
      <vt:lpstr>Georgia</vt:lpstr>
      <vt:lpstr>Trebuchet MS</vt:lpstr>
      <vt:lpstr>7_PIF 2024 Grid Custom - 21355</vt:lpstr>
      <vt:lpstr>4_PIF 2024 Grid Custom - 21355</vt:lpstr>
      <vt:lpstr>5_PIF 2024 Grid Custom - 21355</vt:lpstr>
      <vt:lpstr>think-cell Slide</vt:lpstr>
      <vt:lpstr>Tower District Real Estate Development Company (TDREDC)</vt:lpstr>
      <vt:lpstr>ExCom #13 Agenda</vt:lpstr>
      <vt:lpstr>Executive Summary</vt:lpstr>
      <vt:lpstr>PowerPoint Presentation</vt:lpstr>
      <vt:lpstr>PowerPoint Presentation</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Chloe Khattar (MiddleEast)</dc:creator>
  <cp:lastModifiedBy>Chloe Khattar (MiddleEast)</cp:lastModifiedBy>
  <cp:revision>1</cp:revision>
  <dcterms:created xsi:type="dcterms:W3CDTF">2026-06-28T20:43:19Z</dcterms:created>
  <dcterms:modified xsi:type="dcterms:W3CDTF">2026-06-28T20:54:39Z</dcterms:modified>
</cp:coreProperties>
</file>