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/>
  <p:sldSz cx="12192000" cy="6858000"/>
  <p:notesSz cx="2521396" cy="3361506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29ADFA9-0EA8-4108-AA63-007ED243BEC6}">
          <p14:sldIdLst>
            <p14:sldId id="316"/>
            <p14:sldId id="260"/>
            <p14:sldId id="2147483631"/>
            <p14:sldId id="2147483640"/>
            <p14:sldId id="2147483641"/>
            <p14:sldId id="2147483634"/>
            <p14:sldId id="2147483643"/>
            <p14:sldId id="278"/>
            <p14:sldId id="2147483646"/>
            <p14:sldId id="256"/>
            <p14:sldId id="266"/>
            <p14:sldId id="2147483618"/>
          </p14:sldIdLst>
        </p14:section>
        <p14:section name=" Comparative Analysis" id="{4740CDC0-DCC4-4352-B193-42EF0D11A008}">
          <p14:sldIdLst>
            <p14:sldId id="273"/>
            <p14:sldId id="259"/>
            <p14:sldId id="267"/>
            <p14:sldId id="280"/>
            <p14:sldId id="270"/>
            <p14:sldId id="308"/>
            <p14:sldId id="294"/>
            <p14:sldId id="302"/>
            <p14:sldId id="271"/>
            <p14:sldId id="303"/>
            <p14:sldId id="304"/>
            <p14:sldId id="305"/>
            <p14:sldId id="329"/>
            <p14:sldId id="288"/>
            <p14:sldId id="258"/>
            <p14:sldId id="261"/>
            <p14:sldId id="297"/>
            <p14:sldId id="272"/>
            <p14:sldId id="306"/>
            <p14:sldId id="322"/>
            <p14:sldId id="284"/>
            <p14:sldId id="277"/>
            <p14:sldId id="299"/>
            <p14:sldId id="290"/>
            <p14:sldId id="293"/>
            <p14:sldId id="309"/>
            <p14:sldId id="276"/>
            <p14:sldId id="282"/>
            <p14:sldId id="323"/>
            <p14:sldId id="257"/>
            <p14:sldId id="312"/>
            <p14:sldId id="295"/>
            <p14:sldId id="287"/>
            <p14:sldId id="269"/>
            <p14:sldId id="301"/>
          </p14:sldIdLst>
        </p14:section>
        <p14:section name="Takeways" id="{F21EC611-6DD7-4253-AAFB-416CADF17ED9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>
        <p15:guide id="3" orient="horz" pos="779" userDrawn="1">
          <p15:clr>
            <a:srgbClr val="A4A3A4"/>
          </p15:clr>
        </p15:guide>
        <p15:guide id="4" pos="633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4242"/>
    <a:srgbClr val="E15841"/>
    <a:srgbClr val="DDEFF3"/>
    <a:srgbClr val="366737"/>
    <a:srgbClr val="358A9D"/>
    <a:srgbClr val="FCF5DA"/>
    <a:srgbClr val="FCECEA"/>
    <a:srgbClr val="FDE7CD"/>
    <a:srgbClr val="F8DCD2"/>
    <a:srgbClr val="53B0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02" autoAdjust="0"/>
    <p:restoredTop sz="94660"/>
  </p:normalViewPr>
  <p:slideViewPr>
    <p:cSldViewPr snapToGrid="0">
      <p:cViewPr varScale="1">
        <p:scale>
          <a:sx n="29" d="100"/>
          <a:sy n="29" d="100"/>
        </p:scale>
        <p:origin x="76" y="364"/>
      </p:cViewPr>
      <p:guideLst>
        <p:guide orient="horz" pos="779"/>
        <p:guide pos="633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/Filepath" hidden="1"/>
          <p:cNvSpPr txBox="1"/>
          <p:nvPr userDrawn="1"/>
        </p:nvSpPr>
        <p:spPr>
          <a:xfrm>
            <a:off x="3999363" y="315469"/>
            <a:ext cx="4569966" cy="4497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algn="r"/>
            <a:r>
              <a:rPr lang="en-US" sz="795" noProof="1"/>
              <a:t>7/24/2019 C:\Users\osalaun001\Desktop\NEW 16x9.potx</a:t>
            </a:r>
          </a:p>
        </p:txBody>
      </p:sp>
      <p:sp>
        <p:nvSpPr>
          <p:cNvPr id="5" name="Slide Tags" hidden="1"/>
          <p:cNvSpPr txBox="1"/>
          <p:nvPr userDrawn="1"/>
        </p:nvSpPr>
        <p:spPr>
          <a:xfrm>
            <a:off x="7" y="201716"/>
            <a:ext cx="1176094" cy="88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1" noProof="1"/>
              <a:t>Slide Tags</a:t>
            </a:r>
          </a:p>
        </p:txBody>
      </p:sp>
      <p:sp>
        <p:nvSpPr>
          <p:cNvPr id="17" name="Date Placeholder">
            <a:extLst>
              <a:ext uri="{FF2B5EF4-FFF2-40B4-BE49-F238E27FC236}">
                <a16:creationId xmlns:a16="http://schemas.microsoft.com/office/drawing/2014/main" id="{29B65FD2-FAD5-4328-B0E4-7F7686C8D5A6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9984296" y="6355084"/>
            <a:ext cx="1070078" cy="83162"/>
          </a:xfrm>
        </p:spPr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4" name="Title 18">
            <a:extLst>
              <a:ext uri="{FF2B5EF4-FFF2-40B4-BE49-F238E27FC236}">
                <a16:creationId xmlns:a16="http://schemas.microsoft.com/office/drawing/2014/main" id="{B6D2C89F-2C7F-B65F-6781-F1B0587BC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920" y="422500"/>
            <a:ext cx="6805844" cy="253924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algn="l" defTabSz="914357" rtl="0">
              <a:defRPr/>
            </a:pPr>
            <a:endParaRPr lang="en-US" sz="3199" b="1" spc="-81">
              <a:solidFill>
                <a:srgbClr val="41A4A5"/>
              </a:solidFill>
              <a:latin typeface="Tahoma" panose="020B0604030504040204" pitchFamily="21" charset="0"/>
              <a:ea typeface="Tahoma" panose="020B0604030504040204" pitchFamily="21" charset="0"/>
              <a:cs typeface="Tahoma" panose="020B0604030504040204" pitchFamily="21" charset="0"/>
              <a:sym typeface="Tahoma" panose="020B0604030504040204" pitchFamily="21" charset="0"/>
            </a:endParaRPr>
          </a:p>
        </p:txBody>
      </p:sp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DDA90C26-E6AB-3DE9-92A3-A4E83694C6A7}"/>
              </a:ext>
            </a:extLst>
          </p:cNvPr>
          <p:cNvSpPr txBox="1">
            <a:spLocks/>
          </p:cNvSpPr>
          <p:nvPr userDrawn="1"/>
        </p:nvSpPr>
        <p:spPr>
          <a:xfrm>
            <a:off x="9235867" y="6551948"/>
            <a:ext cx="1624899" cy="10183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84152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875" userDrawn="1">
          <p15:clr>
            <a:srgbClr val="FBAE40"/>
          </p15:clr>
        </p15:guide>
        <p15:guide id="2" pos="10443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901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3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4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4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56555481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E8E59384-7042-E159-CC11-B4BADBEDF17D}"/>
              </a:ext>
            </a:extLst>
          </p:cNvPr>
          <p:cNvSpPr txBox="1">
            <a:spLocks/>
          </p:cNvSpPr>
          <p:nvPr userDrawn="1"/>
        </p:nvSpPr>
        <p:spPr>
          <a:xfrm>
            <a:off x="9235867" y="6551948"/>
            <a:ext cx="1624899" cy="10183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9451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r" rtl="1">
        <a:defRPr>
          <a:solidFill>
            <a:srgbClr val="32A0A0"/>
          </a:solidFill>
          <a:latin typeface="Tahoma" panose="020B0604030504040204" pitchFamily="21" charset="0"/>
          <a:ea typeface="Tahoma" panose="020B0604030504040204" pitchFamily="21" charset="0"/>
          <a:cs typeface="Tahoma" panose="020B0604030504040204" pitchFamily="21" charset="0"/>
          <a:sym typeface="Tahoma" panose="020B0604030504040204" pitchFamily="21" charset="0"/>
        </a:defRPr>
      </a:lvl1pPr>
    </p:titleStyle>
    <p:bodyStyle>
      <a:lvl1pPr marL="0" algn="r" rtl="1">
        <a:defRPr>
          <a:latin typeface="+mn-lt"/>
          <a:ea typeface="+mn-ea"/>
          <a:cs typeface="+mn-cs"/>
        </a:defRPr>
      </a:lvl1pPr>
      <a:lvl2pPr marL="277246" algn="r" rtl="1">
        <a:defRPr>
          <a:latin typeface="+mn-lt"/>
          <a:ea typeface="+mn-ea"/>
          <a:cs typeface="+mn-cs"/>
        </a:defRPr>
      </a:lvl2pPr>
      <a:lvl3pPr marL="554492" algn="r" rtl="1">
        <a:defRPr>
          <a:latin typeface="+mn-lt"/>
          <a:ea typeface="+mn-ea"/>
          <a:cs typeface="+mn-cs"/>
        </a:defRPr>
      </a:lvl3pPr>
      <a:lvl4pPr marL="831738" algn="r" rtl="1">
        <a:defRPr>
          <a:latin typeface="+mn-lt"/>
          <a:ea typeface="+mn-ea"/>
          <a:cs typeface="+mn-cs"/>
        </a:defRPr>
      </a:lvl4pPr>
      <a:lvl5pPr marL="1108984" algn="r" rtl="1">
        <a:defRPr>
          <a:latin typeface="+mn-lt"/>
          <a:ea typeface="+mn-ea"/>
          <a:cs typeface="+mn-cs"/>
        </a:defRPr>
      </a:lvl5pPr>
      <a:lvl6pPr marL="1386230" algn="r" rtl="1">
        <a:defRPr>
          <a:latin typeface="+mn-lt"/>
          <a:ea typeface="+mn-ea"/>
          <a:cs typeface="+mn-cs"/>
        </a:defRPr>
      </a:lvl6pPr>
      <a:lvl7pPr marL="1663476" algn="r" rtl="1">
        <a:defRPr>
          <a:latin typeface="+mn-lt"/>
          <a:ea typeface="+mn-ea"/>
          <a:cs typeface="+mn-cs"/>
        </a:defRPr>
      </a:lvl7pPr>
      <a:lvl8pPr marL="1940723" algn="r" rtl="1">
        <a:defRPr>
          <a:latin typeface="+mn-lt"/>
          <a:ea typeface="+mn-ea"/>
          <a:cs typeface="+mn-cs"/>
        </a:defRPr>
      </a:lvl8pPr>
      <a:lvl9pPr marL="2217969" algn="r" rtl="1">
        <a:defRPr>
          <a:latin typeface="+mn-lt"/>
          <a:ea typeface="+mn-ea"/>
          <a:cs typeface="+mn-cs"/>
        </a:defRPr>
      </a:lvl9pPr>
    </p:bodyStyle>
    <p:otherStyle>
      <a:lvl1pPr marL="0" algn="r" rtl="1">
        <a:defRPr>
          <a:latin typeface="+mn-lt"/>
          <a:ea typeface="+mn-ea"/>
          <a:cs typeface="+mn-cs"/>
        </a:defRPr>
      </a:lvl1pPr>
      <a:lvl2pPr marL="277246" algn="r" rtl="1">
        <a:defRPr>
          <a:latin typeface="+mn-lt"/>
          <a:ea typeface="+mn-ea"/>
          <a:cs typeface="+mn-cs"/>
        </a:defRPr>
      </a:lvl2pPr>
      <a:lvl3pPr marL="554492" algn="r" rtl="1">
        <a:defRPr>
          <a:latin typeface="+mn-lt"/>
          <a:ea typeface="+mn-ea"/>
          <a:cs typeface="+mn-cs"/>
        </a:defRPr>
      </a:lvl3pPr>
      <a:lvl4pPr marL="831738" algn="r" rtl="1">
        <a:defRPr>
          <a:latin typeface="+mn-lt"/>
          <a:ea typeface="+mn-ea"/>
          <a:cs typeface="+mn-cs"/>
        </a:defRPr>
      </a:lvl4pPr>
      <a:lvl5pPr marL="1108984" algn="r" rtl="1">
        <a:defRPr>
          <a:latin typeface="+mn-lt"/>
          <a:ea typeface="+mn-ea"/>
          <a:cs typeface="+mn-cs"/>
        </a:defRPr>
      </a:lvl5pPr>
      <a:lvl6pPr marL="1386230" algn="r" rtl="1">
        <a:defRPr>
          <a:latin typeface="+mn-lt"/>
          <a:ea typeface="+mn-ea"/>
          <a:cs typeface="+mn-cs"/>
        </a:defRPr>
      </a:lvl6pPr>
      <a:lvl7pPr marL="1663476" algn="r" rtl="1">
        <a:defRPr>
          <a:latin typeface="+mn-lt"/>
          <a:ea typeface="+mn-ea"/>
          <a:cs typeface="+mn-cs"/>
        </a:defRPr>
      </a:lvl7pPr>
      <a:lvl8pPr marL="1940723" algn="r" rtl="1">
        <a:defRPr>
          <a:latin typeface="+mn-lt"/>
          <a:ea typeface="+mn-ea"/>
          <a:cs typeface="+mn-cs"/>
        </a:defRPr>
      </a:lvl8pPr>
      <a:lvl9pPr marL="2217969" algn="r" rtl="1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875" userDrawn="1">
          <p15:clr>
            <a:srgbClr val="F26B43"/>
          </p15:clr>
        </p15:guide>
        <p15:guide id="2" pos="10443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2_Office Theme">
  <a:themeElements>
    <a:clrScheme name="UFOC colors">
      <a:dk1>
        <a:srgbClr val="000000"/>
      </a:dk1>
      <a:lt1>
        <a:srgbClr val="FFFFFF"/>
      </a:lt1>
      <a:dk2>
        <a:srgbClr val="F28808"/>
      </a:dk2>
      <a:lt2>
        <a:srgbClr val="53B0C5"/>
      </a:lt2>
      <a:accent1>
        <a:srgbClr val="D95022"/>
      </a:accent1>
      <a:accent2>
        <a:srgbClr val="7FBC80"/>
      </a:accent2>
      <a:accent3>
        <a:srgbClr val="EEA194"/>
      </a:accent3>
      <a:accent4>
        <a:srgbClr val="EECE48"/>
      </a:accent4>
      <a:accent5>
        <a:srgbClr val="5E417B"/>
      </a:accent5>
      <a:accent6>
        <a:srgbClr val="40A5A5"/>
      </a:accent6>
      <a:hlink>
        <a:srgbClr val="F28804"/>
      </a:hlink>
      <a:folHlink>
        <a:srgbClr val="53B0C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custGeom>
          <a:avLst/>
          <a:gdLst>
            <a:gd name="connsiteX0" fmla="*/ 0 w 7793126"/>
            <a:gd name="connsiteY0" fmla="*/ 0 h 781819"/>
            <a:gd name="connsiteX1" fmla="*/ 599471 w 7793126"/>
            <a:gd name="connsiteY1" fmla="*/ 0 h 781819"/>
            <a:gd name="connsiteX2" fmla="*/ 1198942 w 7793126"/>
            <a:gd name="connsiteY2" fmla="*/ 0 h 781819"/>
            <a:gd name="connsiteX3" fmla="*/ 1876345 w 7793126"/>
            <a:gd name="connsiteY3" fmla="*/ 0 h 781819"/>
            <a:gd name="connsiteX4" fmla="*/ 2631679 w 7793126"/>
            <a:gd name="connsiteY4" fmla="*/ 0 h 781819"/>
            <a:gd name="connsiteX5" fmla="*/ 3387012 w 7793126"/>
            <a:gd name="connsiteY5" fmla="*/ 0 h 781819"/>
            <a:gd name="connsiteX6" fmla="*/ 4064415 w 7793126"/>
            <a:gd name="connsiteY6" fmla="*/ 0 h 781819"/>
            <a:gd name="connsiteX7" fmla="*/ 4430092 w 7793126"/>
            <a:gd name="connsiteY7" fmla="*/ 0 h 781819"/>
            <a:gd name="connsiteX8" fmla="*/ 5029564 w 7793126"/>
            <a:gd name="connsiteY8" fmla="*/ 0 h 781819"/>
            <a:gd name="connsiteX9" fmla="*/ 5784897 w 7793126"/>
            <a:gd name="connsiteY9" fmla="*/ 0 h 781819"/>
            <a:gd name="connsiteX10" fmla="*/ 6306437 w 7793126"/>
            <a:gd name="connsiteY10" fmla="*/ 0 h 781819"/>
            <a:gd name="connsiteX11" fmla="*/ 6750046 w 7793126"/>
            <a:gd name="connsiteY11" fmla="*/ 0 h 781819"/>
            <a:gd name="connsiteX12" fmla="*/ 7193655 w 7793126"/>
            <a:gd name="connsiteY12" fmla="*/ 0 h 781819"/>
            <a:gd name="connsiteX13" fmla="*/ 7793126 w 7793126"/>
            <a:gd name="connsiteY13" fmla="*/ 0 h 781819"/>
            <a:gd name="connsiteX14" fmla="*/ 7793126 w 7793126"/>
            <a:gd name="connsiteY14" fmla="*/ 383091 h 781819"/>
            <a:gd name="connsiteX15" fmla="*/ 7793126 w 7793126"/>
            <a:gd name="connsiteY15" fmla="*/ 781819 h 781819"/>
            <a:gd name="connsiteX16" fmla="*/ 7037792 w 7793126"/>
            <a:gd name="connsiteY16" fmla="*/ 781819 h 781819"/>
            <a:gd name="connsiteX17" fmla="*/ 6516252 w 7793126"/>
            <a:gd name="connsiteY17" fmla="*/ 781819 h 781819"/>
            <a:gd name="connsiteX18" fmla="*/ 5994712 w 7793126"/>
            <a:gd name="connsiteY18" fmla="*/ 781819 h 781819"/>
            <a:gd name="connsiteX19" fmla="*/ 5551104 w 7793126"/>
            <a:gd name="connsiteY19" fmla="*/ 781819 h 781819"/>
            <a:gd name="connsiteX20" fmla="*/ 4873701 w 7793126"/>
            <a:gd name="connsiteY20" fmla="*/ 781819 h 781819"/>
            <a:gd name="connsiteX21" fmla="*/ 4508024 w 7793126"/>
            <a:gd name="connsiteY21" fmla="*/ 781819 h 781819"/>
            <a:gd name="connsiteX22" fmla="*/ 4142346 w 7793126"/>
            <a:gd name="connsiteY22" fmla="*/ 781819 h 781819"/>
            <a:gd name="connsiteX23" fmla="*/ 3620806 w 7793126"/>
            <a:gd name="connsiteY23" fmla="*/ 781819 h 781819"/>
            <a:gd name="connsiteX24" fmla="*/ 3021335 w 7793126"/>
            <a:gd name="connsiteY24" fmla="*/ 781819 h 781819"/>
            <a:gd name="connsiteX25" fmla="*/ 2421864 w 7793126"/>
            <a:gd name="connsiteY25" fmla="*/ 781819 h 781819"/>
            <a:gd name="connsiteX26" fmla="*/ 2056186 w 7793126"/>
            <a:gd name="connsiteY26" fmla="*/ 781819 h 781819"/>
            <a:gd name="connsiteX27" fmla="*/ 1300853 w 7793126"/>
            <a:gd name="connsiteY27" fmla="*/ 781819 h 781819"/>
            <a:gd name="connsiteX28" fmla="*/ 545519 w 7793126"/>
            <a:gd name="connsiteY28" fmla="*/ 781819 h 781819"/>
            <a:gd name="connsiteX29" fmla="*/ 0 w 7793126"/>
            <a:gd name="connsiteY29" fmla="*/ 781819 h 781819"/>
            <a:gd name="connsiteX30" fmla="*/ 0 w 7793126"/>
            <a:gd name="connsiteY30" fmla="*/ 414364 h 781819"/>
            <a:gd name="connsiteX31" fmla="*/ 0 w 7793126"/>
            <a:gd name="connsiteY31" fmla="*/ 0 h 781819"/>
          </a:gdLst>
          <a:ahLst/>
          <a:cxnLst>
            <a:cxn ang="0">
              <a:pos x="connsiteX0" y="connsiteY0"/>
            </a:cxn>
            <a:cxn ang="0">
              <a:pos x="connsiteX1" y="connsiteY1"/>
            </a:cxn>
            <a:cxn ang="0">
              <a:pos x="connsiteX2" y="connsiteY2"/>
            </a:cxn>
            <a:cxn ang="0">
              <a:pos x="connsiteX3" y="connsiteY3"/>
            </a:cxn>
            <a:cxn ang="0">
              <a:pos x="connsiteX4" y="connsiteY4"/>
            </a:cxn>
            <a:cxn ang="0">
              <a:pos x="connsiteX5" y="connsiteY5"/>
            </a:cxn>
            <a:cxn ang="0">
              <a:pos x="connsiteX6" y="connsiteY6"/>
            </a:cxn>
            <a:cxn ang="0">
              <a:pos x="connsiteX7" y="connsiteY7"/>
            </a:cxn>
            <a:cxn ang="0">
              <a:pos x="connsiteX8" y="connsiteY8"/>
            </a:cxn>
            <a:cxn ang="0">
              <a:pos x="connsiteX9" y="connsiteY9"/>
            </a:cxn>
            <a:cxn ang="0">
              <a:pos x="connsiteX10" y="connsiteY10"/>
            </a:cxn>
            <a:cxn ang="0">
              <a:pos x="connsiteX11" y="connsiteY11"/>
            </a:cxn>
            <a:cxn ang="0">
              <a:pos x="connsiteX12" y="connsiteY12"/>
            </a:cxn>
            <a:cxn ang="0">
              <a:pos x="connsiteX13" y="connsiteY13"/>
            </a:cxn>
            <a:cxn ang="0">
              <a:pos x="connsiteX14" y="connsiteY14"/>
            </a:cxn>
            <a:cxn ang="0">
              <a:pos x="connsiteX15" y="connsiteY15"/>
            </a:cxn>
            <a:cxn ang="0">
              <a:pos x="connsiteX16" y="connsiteY16"/>
            </a:cxn>
            <a:cxn ang="0">
              <a:pos x="connsiteX17" y="connsiteY17"/>
            </a:cxn>
            <a:cxn ang="0">
              <a:pos x="connsiteX18" y="connsiteY18"/>
            </a:cxn>
            <a:cxn ang="0">
              <a:pos x="connsiteX19" y="connsiteY19"/>
            </a:cxn>
            <a:cxn ang="0">
              <a:pos x="connsiteX20" y="connsiteY20"/>
            </a:cxn>
            <a:cxn ang="0">
              <a:pos x="connsiteX21" y="connsiteY21"/>
            </a:cxn>
            <a:cxn ang="0">
              <a:pos x="connsiteX22" y="connsiteY22"/>
            </a:cxn>
            <a:cxn ang="0">
              <a:pos x="connsiteX23" y="connsiteY23"/>
            </a:cxn>
            <a:cxn ang="0">
              <a:pos x="connsiteX24" y="connsiteY24"/>
            </a:cxn>
            <a:cxn ang="0">
              <a:pos x="connsiteX25" y="connsiteY25"/>
            </a:cxn>
            <a:cxn ang="0">
              <a:pos x="connsiteX26" y="connsiteY26"/>
            </a:cxn>
            <a:cxn ang="0">
              <a:pos x="connsiteX27" y="connsiteY27"/>
            </a:cxn>
            <a:cxn ang="0">
              <a:pos x="connsiteX28" y="connsiteY28"/>
            </a:cxn>
            <a:cxn ang="0">
              <a:pos x="connsiteX29" y="connsiteY29"/>
            </a:cxn>
            <a:cxn ang="0">
              <a:pos x="connsiteX30" y="connsiteY30"/>
            </a:cxn>
            <a:cxn ang="0">
              <a:pos x="connsiteX31" y="connsiteY31"/>
            </a:cxn>
          </a:cxnLst>
          <a:rect l="l" t="t" r="r" b="b"/>
          <a:pathLst>
            <a:path w="7793126" h="781819" fill="none" extrusionOk="0">
              <a:moveTo>
                <a:pt x="0" y="0"/>
              </a:moveTo>
              <a:cubicBezTo>
                <a:pt x="168331" y="-31387"/>
                <a:pt x="359346" y="7711"/>
                <a:pt x="599471" y="0"/>
              </a:cubicBezTo>
              <a:cubicBezTo>
                <a:pt x="839596" y="-7711"/>
                <a:pt x="996194" y="16730"/>
                <a:pt x="1198942" y="0"/>
              </a:cubicBezTo>
              <a:cubicBezTo>
                <a:pt x="1401690" y="-16730"/>
                <a:pt x="1705370" y="61691"/>
                <a:pt x="1876345" y="0"/>
              </a:cubicBezTo>
              <a:cubicBezTo>
                <a:pt x="2047320" y="-61691"/>
                <a:pt x="2474664" y="16445"/>
                <a:pt x="2631679" y="0"/>
              </a:cubicBezTo>
              <a:cubicBezTo>
                <a:pt x="2788694" y="-16445"/>
                <a:pt x="3168799" y="90288"/>
                <a:pt x="3387012" y="0"/>
              </a:cubicBezTo>
              <a:cubicBezTo>
                <a:pt x="3605225" y="-90288"/>
                <a:pt x="3919048" y="15824"/>
                <a:pt x="4064415" y="0"/>
              </a:cubicBezTo>
              <a:cubicBezTo>
                <a:pt x="4209782" y="-15824"/>
                <a:pt x="4253723" y="16621"/>
                <a:pt x="4430092" y="0"/>
              </a:cubicBezTo>
              <a:cubicBezTo>
                <a:pt x="4606461" y="-16621"/>
                <a:pt x="4870140" y="43293"/>
                <a:pt x="5029564" y="0"/>
              </a:cubicBezTo>
              <a:cubicBezTo>
                <a:pt x="5188988" y="-43293"/>
                <a:pt x="5482212" y="79343"/>
                <a:pt x="5784897" y="0"/>
              </a:cubicBezTo>
              <a:cubicBezTo>
                <a:pt x="6087582" y="-79343"/>
                <a:pt x="6114525" y="19121"/>
                <a:pt x="6306437" y="0"/>
              </a:cubicBezTo>
              <a:cubicBezTo>
                <a:pt x="6498349" y="-19121"/>
                <a:pt x="6565521" y="42188"/>
                <a:pt x="6750046" y="0"/>
              </a:cubicBezTo>
              <a:cubicBezTo>
                <a:pt x="6934571" y="-42188"/>
                <a:pt x="7022993" y="42185"/>
                <a:pt x="7193655" y="0"/>
              </a:cubicBezTo>
              <a:cubicBezTo>
                <a:pt x="7364317" y="-42185"/>
                <a:pt x="7584773" y="65980"/>
                <a:pt x="7793126" y="0"/>
              </a:cubicBezTo>
              <a:cubicBezTo>
                <a:pt x="7834740" y="119368"/>
                <a:pt x="7775108" y="214407"/>
                <a:pt x="7793126" y="383091"/>
              </a:cubicBezTo>
              <a:cubicBezTo>
                <a:pt x="7811144" y="551775"/>
                <a:pt x="7791168" y="602092"/>
                <a:pt x="7793126" y="781819"/>
              </a:cubicBezTo>
              <a:cubicBezTo>
                <a:pt x="7558342" y="798121"/>
                <a:pt x="7206017" y="703269"/>
                <a:pt x="7037792" y="781819"/>
              </a:cubicBezTo>
              <a:cubicBezTo>
                <a:pt x="6869567" y="860369"/>
                <a:pt x="6758076" y="744999"/>
                <a:pt x="6516252" y="781819"/>
              </a:cubicBezTo>
              <a:cubicBezTo>
                <a:pt x="6274428" y="818639"/>
                <a:pt x="6186508" y="733170"/>
                <a:pt x="5994712" y="781819"/>
              </a:cubicBezTo>
              <a:cubicBezTo>
                <a:pt x="5802916" y="830468"/>
                <a:pt x="5665948" y="738760"/>
                <a:pt x="5551104" y="781819"/>
              </a:cubicBezTo>
              <a:cubicBezTo>
                <a:pt x="5436260" y="824878"/>
                <a:pt x="5026183" y="703729"/>
                <a:pt x="4873701" y="781819"/>
              </a:cubicBezTo>
              <a:cubicBezTo>
                <a:pt x="4721219" y="859909"/>
                <a:pt x="4617648" y="738386"/>
                <a:pt x="4508024" y="781819"/>
              </a:cubicBezTo>
              <a:cubicBezTo>
                <a:pt x="4398400" y="825252"/>
                <a:pt x="4303108" y="748029"/>
                <a:pt x="4142346" y="781819"/>
              </a:cubicBezTo>
              <a:cubicBezTo>
                <a:pt x="3981584" y="815609"/>
                <a:pt x="3763737" y="776131"/>
                <a:pt x="3620806" y="781819"/>
              </a:cubicBezTo>
              <a:cubicBezTo>
                <a:pt x="3477875" y="787507"/>
                <a:pt x="3222379" y="749756"/>
                <a:pt x="3021335" y="781819"/>
              </a:cubicBezTo>
              <a:cubicBezTo>
                <a:pt x="2820291" y="813882"/>
                <a:pt x="2550828" y="758502"/>
                <a:pt x="2421864" y="781819"/>
              </a:cubicBezTo>
              <a:cubicBezTo>
                <a:pt x="2292900" y="805136"/>
                <a:pt x="2179342" y="745079"/>
                <a:pt x="2056186" y="781819"/>
              </a:cubicBezTo>
              <a:cubicBezTo>
                <a:pt x="1933030" y="818559"/>
                <a:pt x="1638060" y="724895"/>
                <a:pt x="1300853" y="781819"/>
              </a:cubicBezTo>
              <a:cubicBezTo>
                <a:pt x="963646" y="838743"/>
                <a:pt x="716581" y="718239"/>
                <a:pt x="545519" y="781819"/>
              </a:cubicBezTo>
              <a:cubicBezTo>
                <a:pt x="374457" y="845399"/>
                <a:pt x="152112" y="725528"/>
                <a:pt x="0" y="781819"/>
              </a:cubicBezTo>
              <a:cubicBezTo>
                <a:pt x="-20718" y="697272"/>
                <a:pt x="24529" y="497857"/>
                <a:pt x="0" y="414364"/>
              </a:cubicBezTo>
              <a:cubicBezTo>
                <a:pt x="-24529" y="330872"/>
                <a:pt x="43172" y="87362"/>
                <a:pt x="0" y="0"/>
              </a:cubicBezTo>
              <a:close/>
            </a:path>
            <a:path w="7793126" h="781819" stroke="0" extrusionOk="0">
              <a:moveTo>
                <a:pt x="0" y="0"/>
              </a:moveTo>
              <a:cubicBezTo>
                <a:pt x="189389" y="-23852"/>
                <a:pt x="403752" y="51988"/>
                <a:pt x="677402" y="0"/>
              </a:cubicBezTo>
              <a:cubicBezTo>
                <a:pt x="951052" y="-51988"/>
                <a:pt x="1057511" y="46935"/>
                <a:pt x="1198942" y="0"/>
              </a:cubicBezTo>
              <a:cubicBezTo>
                <a:pt x="1340373" y="-46935"/>
                <a:pt x="1508779" y="40410"/>
                <a:pt x="1720482" y="0"/>
              </a:cubicBezTo>
              <a:cubicBezTo>
                <a:pt x="1932185" y="-40410"/>
                <a:pt x="2226957" y="83720"/>
                <a:pt x="2475816" y="0"/>
              </a:cubicBezTo>
              <a:cubicBezTo>
                <a:pt x="2724675" y="-83720"/>
                <a:pt x="2941090" y="54669"/>
                <a:pt x="3231150" y="0"/>
              </a:cubicBezTo>
              <a:cubicBezTo>
                <a:pt x="3521210" y="-54669"/>
                <a:pt x="3517546" y="18991"/>
                <a:pt x="3674759" y="0"/>
              </a:cubicBezTo>
              <a:cubicBezTo>
                <a:pt x="3831972" y="-18991"/>
                <a:pt x="3914607" y="41767"/>
                <a:pt x="4118367" y="0"/>
              </a:cubicBezTo>
              <a:cubicBezTo>
                <a:pt x="4322127" y="-41767"/>
                <a:pt x="4338416" y="22858"/>
                <a:pt x="4484045" y="0"/>
              </a:cubicBezTo>
              <a:cubicBezTo>
                <a:pt x="4629674" y="-22858"/>
                <a:pt x="4878997" y="61362"/>
                <a:pt x="5005585" y="0"/>
              </a:cubicBezTo>
              <a:cubicBezTo>
                <a:pt x="5132173" y="-61362"/>
                <a:pt x="5453777" y="79364"/>
                <a:pt x="5760919" y="0"/>
              </a:cubicBezTo>
              <a:cubicBezTo>
                <a:pt x="6068061" y="-79364"/>
                <a:pt x="6146739" y="113"/>
                <a:pt x="6516252" y="0"/>
              </a:cubicBezTo>
              <a:cubicBezTo>
                <a:pt x="6885765" y="-113"/>
                <a:pt x="6727879" y="13299"/>
                <a:pt x="6881930" y="0"/>
              </a:cubicBezTo>
              <a:cubicBezTo>
                <a:pt x="7035981" y="-13299"/>
                <a:pt x="7393499" y="33191"/>
                <a:pt x="7793126" y="0"/>
              </a:cubicBezTo>
              <a:cubicBezTo>
                <a:pt x="7833603" y="192787"/>
                <a:pt x="7780869" y="286506"/>
                <a:pt x="7793126" y="390910"/>
              </a:cubicBezTo>
              <a:cubicBezTo>
                <a:pt x="7805383" y="495314"/>
                <a:pt x="7772587" y="658905"/>
                <a:pt x="7793126" y="781819"/>
              </a:cubicBezTo>
              <a:cubicBezTo>
                <a:pt x="7517360" y="805725"/>
                <a:pt x="7246362" y="703897"/>
                <a:pt x="7037792" y="781819"/>
              </a:cubicBezTo>
              <a:cubicBezTo>
                <a:pt x="6829222" y="859741"/>
                <a:pt x="6581277" y="743023"/>
                <a:pt x="6438321" y="781819"/>
              </a:cubicBezTo>
              <a:cubicBezTo>
                <a:pt x="6295365" y="820615"/>
                <a:pt x="5940654" y="746097"/>
                <a:pt x="5760919" y="781819"/>
              </a:cubicBezTo>
              <a:cubicBezTo>
                <a:pt x="5581184" y="817541"/>
                <a:pt x="5386960" y="742663"/>
                <a:pt x="5083516" y="781819"/>
              </a:cubicBezTo>
              <a:cubicBezTo>
                <a:pt x="4780072" y="820975"/>
                <a:pt x="4759176" y="774281"/>
                <a:pt x="4639907" y="781819"/>
              </a:cubicBezTo>
              <a:cubicBezTo>
                <a:pt x="4520638" y="789357"/>
                <a:pt x="4091230" y="693551"/>
                <a:pt x="3884574" y="781819"/>
              </a:cubicBezTo>
              <a:cubicBezTo>
                <a:pt x="3677918" y="870087"/>
                <a:pt x="3566525" y="711294"/>
                <a:pt x="3285102" y="781819"/>
              </a:cubicBezTo>
              <a:cubicBezTo>
                <a:pt x="3003679" y="852344"/>
                <a:pt x="2739745" y="693845"/>
                <a:pt x="2529769" y="781819"/>
              </a:cubicBezTo>
              <a:cubicBezTo>
                <a:pt x="2319793" y="869793"/>
                <a:pt x="2127571" y="706361"/>
                <a:pt x="1774435" y="781819"/>
              </a:cubicBezTo>
              <a:cubicBezTo>
                <a:pt x="1421299" y="857277"/>
                <a:pt x="1219263" y="738445"/>
                <a:pt x="1019101" y="781819"/>
              </a:cubicBezTo>
              <a:cubicBezTo>
                <a:pt x="818939" y="825193"/>
                <a:pt x="358377" y="701445"/>
                <a:pt x="0" y="781819"/>
              </a:cubicBezTo>
              <a:cubicBezTo>
                <a:pt x="-41547" y="660797"/>
                <a:pt x="24582" y="575781"/>
                <a:pt x="0" y="398728"/>
              </a:cubicBezTo>
              <a:cubicBezTo>
                <a:pt x="-24582" y="221675"/>
                <a:pt x="28580" y="83696"/>
                <a:pt x="0" y="0"/>
              </a:cubicBezTo>
              <a:close/>
            </a:path>
          </a:pathLst>
        </a:custGeom>
        <a:solidFill>
          <a:schemeClr val="tx2">
            <a:lumMod val="20000"/>
            <a:lumOff val="80000"/>
          </a:schemeClr>
        </a:solidFill>
        <a:ln w="19050">
          <a:solidFill>
            <a:schemeClr val="accent2">
              <a:lumMod val="20000"/>
              <a:lumOff val="80000"/>
            </a:schemeClr>
          </a:solidFill>
          <a:extLst>
            <a:ext uri="{C807C97D-BFC1-408E-A445-0C87EB9F89A2}">
              <ask:lineSketchStyleProps xmlns:ask="http://schemas.microsoft.com/office/drawing/2018/sketchyshapes" sd="581241322">
                <ask:type>
                  <ask:lineSketchScribble/>
                </ask:type>
              </ask:lineSketchStyleProps>
            </a:ext>
          </a:extLst>
        </a:ln>
      </a:spPr>
      <a:bodyPr spcFirstLastPara="1" wrap="square" lIns="45720" tIns="91440" rIns="45720" bIns="0" rtlCol="1" anchor="t" anchorCtr="0">
        <a:noAutofit/>
      </a:bodyPr>
      <a:lstStyle>
        <a:defPPr algn="ctr">
          <a:defRPr sz="1400" kern="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defRPr>
        </a:defPPr>
      </a:lst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230</TotalTime>
  <Words>6119</Words>
  <Application>Microsoft Office PowerPoint</Application>
  <PresentationFormat>Custom</PresentationFormat>
  <Paragraphs>986</Paragraphs>
  <Slides>48</Slides>
  <Notes>35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7" baseType="lpstr">
      <vt:lpstr>Aptos</vt:lpstr>
      <vt:lpstr>Arial</vt:lpstr>
      <vt:lpstr>Calibri</vt:lpstr>
      <vt:lpstr>Georgia</vt:lpstr>
      <vt:lpstr>Tahoma</vt:lpstr>
      <vt:lpstr>Times New Roman</vt:lpstr>
      <vt:lpstr>2_Office Theme</vt:lpstr>
      <vt:lpstr>1_Office Theme</vt:lpstr>
      <vt:lpstr>think-cell Slide</vt:lpstr>
      <vt:lpstr>Online Child Protection    Diagnostic   June 2025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Anthony Mouawad</dc:creator>
  <cp:lastModifiedBy>Anthony Mouawad (MiddleEast)</cp:lastModifiedBy>
  <cp:revision>4</cp:revision>
  <dcterms:created xsi:type="dcterms:W3CDTF">2025-05-27T19:37:05Z</dcterms:created>
  <dcterms:modified xsi:type="dcterms:W3CDTF">2026-06-15T12:35:06Z</dcterms:modified>
</cp:coreProperties>
</file>