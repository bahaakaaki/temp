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notesSlides/notesSlide1.xml" ContentType="application/vnd.openxmlformats-officedocument.presentationml.notesSlide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749" r:id="rId5"/>
  </p:sldMasterIdLst>
  <p:notesMasterIdLst>
    <p:notesMasterId r:id="rId17"/>
  </p:notesMasterIdLst>
  <p:handoutMasterIdLst>
    <p:handoutMasterId r:id="rId18"/>
  </p:handoutMasterIdLst>
  <p:sldIdLst>
    <p:sldId id="260" r:id="rId6"/>
    <p:sldId id="256" r:id="rId7"/>
    <p:sldId id="314" r:id="rId8"/>
    <p:sldId id="258" r:id="rId9"/>
    <p:sldId id="2147483647" r:id="rId10"/>
    <p:sldId id="2147483644" r:id="rId11"/>
    <p:sldId id="2147483641" r:id="rId12"/>
    <p:sldId id="2147483642" r:id="rId13"/>
    <p:sldId id="259" r:id="rId14"/>
    <p:sldId id="283" r:id="rId15"/>
    <p:sldId id="293" r:id="rId16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354734" rtl="0" eaLnBrk="1" latinLnBrk="0" hangingPunct="1">
      <a:defRPr sz="699" kern="1200">
        <a:solidFill>
          <a:schemeClr val="tx1"/>
        </a:solidFill>
        <a:latin typeface="+mn-lt"/>
        <a:ea typeface="+mn-ea"/>
        <a:cs typeface="+mn-cs"/>
      </a:defRPr>
    </a:lvl1pPr>
    <a:lvl2pPr marL="177367" algn="l" defTabSz="354734" rtl="0" eaLnBrk="1" latinLnBrk="0" hangingPunct="1">
      <a:defRPr sz="699" kern="1200">
        <a:solidFill>
          <a:schemeClr val="tx1"/>
        </a:solidFill>
        <a:latin typeface="+mn-lt"/>
        <a:ea typeface="+mn-ea"/>
        <a:cs typeface="+mn-cs"/>
      </a:defRPr>
    </a:lvl2pPr>
    <a:lvl3pPr marL="354734" algn="l" defTabSz="354734" rtl="0" eaLnBrk="1" latinLnBrk="0" hangingPunct="1">
      <a:defRPr sz="699" kern="1200">
        <a:solidFill>
          <a:schemeClr val="tx1"/>
        </a:solidFill>
        <a:latin typeface="+mn-lt"/>
        <a:ea typeface="+mn-ea"/>
        <a:cs typeface="+mn-cs"/>
      </a:defRPr>
    </a:lvl3pPr>
    <a:lvl4pPr marL="532100" algn="l" defTabSz="354734" rtl="0" eaLnBrk="1" latinLnBrk="0" hangingPunct="1">
      <a:defRPr sz="699" kern="1200">
        <a:solidFill>
          <a:schemeClr val="tx1"/>
        </a:solidFill>
        <a:latin typeface="+mn-lt"/>
        <a:ea typeface="+mn-ea"/>
        <a:cs typeface="+mn-cs"/>
      </a:defRPr>
    </a:lvl4pPr>
    <a:lvl5pPr marL="709467" algn="l" defTabSz="354734" rtl="0" eaLnBrk="1" latinLnBrk="0" hangingPunct="1">
      <a:defRPr sz="699" kern="1200">
        <a:solidFill>
          <a:schemeClr val="tx1"/>
        </a:solidFill>
        <a:latin typeface="+mn-lt"/>
        <a:ea typeface="+mn-ea"/>
        <a:cs typeface="+mn-cs"/>
      </a:defRPr>
    </a:lvl5pPr>
    <a:lvl6pPr marL="886834" algn="l" defTabSz="354734" rtl="0" eaLnBrk="1" latinLnBrk="0" hangingPunct="1">
      <a:defRPr sz="699" kern="1200">
        <a:solidFill>
          <a:schemeClr val="tx1"/>
        </a:solidFill>
        <a:latin typeface="+mn-lt"/>
        <a:ea typeface="+mn-ea"/>
        <a:cs typeface="+mn-cs"/>
      </a:defRPr>
    </a:lvl6pPr>
    <a:lvl7pPr marL="1064200" algn="l" defTabSz="354734" rtl="0" eaLnBrk="1" latinLnBrk="0" hangingPunct="1">
      <a:defRPr sz="699" kern="1200">
        <a:solidFill>
          <a:schemeClr val="tx1"/>
        </a:solidFill>
        <a:latin typeface="+mn-lt"/>
        <a:ea typeface="+mn-ea"/>
        <a:cs typeface="+mn-cs"/>
      </a:defRPr>
    </a:lvl7pPr>
    <a:lvl8pPr marL="1241567" algn="l" defTabSz="354734" rtl="0" eaLnBrk="1" latinLnBrk="0" hangingPunct="1">
      <a:defRPr sz="699" kern="1200">
        <a:solidFill>
          <a:schemeClr val="tx1"/>
        </a:solidFill>
        <a:latin typeface="+mn-lt"/>
        <a:ea typeface="+mn-ea"/>
        <a:cs typeface="+mn-cs"/>
      </a:defRPr>
    </a:lvl8pPr>
    <a:lvl9pPr marL="1418934" algn="l" defTabSz="354734" rtl="0" eaLnBrk="1" latinLnBrk="0" hangingPunct="1">
      <a:defRPr sz="6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0F384A-7701-C228-3144-6C57172369E1}" name="Khalid Sawan (MiddleEast)" initials="KS" userId="S::khalid.sawan@pwc.com::1c0286ce-0efd-47a6-943e-96c476a0338b" providerId="AD"/>
  <p188:author id="{CD046E57-EDB9-FCEC-F1C5-C004EB1EF9CB}" name="Bahjat El-Darwiche (MiddleEast)" initials="BE" userId="S::bahjat.eldarwiche@pwc.com::7e9a8a87-fa0f-4df1-be33-730c7339d37b" providerId="AD"/>
  <p188:author id="{8F2E5B5F-B59A-7004-2380-55AA1285CF43}" name="Youssef Heneine (MiddleEast)" initials="YH" userId="S::youssef.heneine@pwc.com::c3334817-6464-468d-bc4a-4b0a184a4fbf" providerId="AD"/>
  <p188:author id="{98EB407D-A9AD-0DBA-4DAB-81DAD581C2F7}" name="Philippe Farhat (MiddleEast)" initials="" userId="S::philippe.farhat@pwc.com::60c7cd39-c915-418d-87a2-1a0a21fdc788" providerId="AD"/>
  <p188:author id="{9EFDC7E0-2FB4-6FD0-F529-521721782C78}" name="Santiago Matallana (MiddleEast)" initials="SM" userId="S::santiago.matallana@pwc.com::83699cee-f725-415f-817e-0d466a269b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9160"/>
    <a:srgbClr val="ECE9DF"/>
    <a:srgbClr val="514930"/>
    <a:srgbClr val="89143C"/>
    <a:srgbClr val="F8E3E3"/>
    <a:srgbClr val="ECF5F8"/>
    <a:srgbClr val="7F7F7F"/>
    <a:srgbClr val="BFBFBF"/>
    <a:srgbClr val="FDEDF3"/>
    <a:srgbClr val="75BE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6CDA2-62B2-4DC8-9FB4-C46381AC8474}" v="20" dt="2026-06-04T11:19:41.73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3797C6"/>
              </a:solidFill>
              <a:prstDash val="solid"/>
              <a:miter lim="400000"/>
            </a:ln>
          </a:left>
          <a:right>
            <a:ln w="12700" cap="flat">
              <a:solidFill>
                <a:srgbClr val="3797C6"/>
              </a:solidFill>
              <a:prstDash val="solid"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solidFill>
                <a:srgbClr val="3797C6"/>
              </a:solidFill>
              <a:prstDash val="solid"/>
              <a:miter lim="400000"/>
            </a:ln>
          </a:bottom>
          <a:insideH>
            <a:ln w="12700" cap="flat">
              <a:solidFill>
                <a:srgbClr val="3797C6"/>
              </a:solidFill>
              <a:prstDash val="solid"/>
              <a:miter lim="400000"/>
            </a:ln>
          </a:insideH>
          <a:insideV>
            <a:ln w="12700" cap="flat">
              <a:solidFill>
                <a:srgbClr val="3797C6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25400" cap="flat">
              <a:solidFill>
                <a:srgbClr val="3797C6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solidFill>
                <a:srgbClr val="3797C6"/>
              </a:solidFill>
              <a:prstDash val="solid"/>
              <a:miter lim="400000"/>
            </a:ln>
          </a:bottom>
          <a:insideH>
            <a:ln w="12700" cap="flat">
              <a:solidFill>
                <a:srgbClr val="3797C6"/>
              </a:solidFill>
              <a:prstDash val="solid"/>
              <a:miter lim="400000"/>
            </a:ln>
          </a:insideH>
          <a:insideV>
            <a:ln w="12700" cap="flat">
              <a:solidFill>
                <a:srgbClr val="3797C6"/>
              </a:solidFill>
              <a:prstDash val="solid"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25400" cap="flat">
              <a:solidFill>
                <a:srgbClr val="3797C6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3797C6"/>
              </a:solidFill>
              <a:prstDash val="solid"/>
              <a:miter lim="400000"/>
            </a:ln>
          </a:left>
          <a:right>
            <a:ln w="12700" cap="flat">
              <a:solidFill>
                <a:srgbClr val="3797C6"/>
              </a:solidFill>
              <a:prstDash val="solid"/>
              <a:miter lim="400000"/>
            </a:ln>
          </a:right>
          <a:top>
            <a:ln w="254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3797C6"/>
              </a:solidFill>
              <a:prstDash val="solid"/>
              <a:miter lim="400000"/>
            </a:ln>
          </a:insideH>
          <a:insideV>
            <a:ln w="12700" cap="flat">
              <a:solidFill>
                <a:srgbClr val="3797C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3468" y="1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pe Farhat (MiddleEast)" userId="S::philippe.farhat@pwc.com::60c7cd39-c915-418d-87a2-1a0a21fdc788" providerId="AD" clId="Web-{674E0C20-8E7C-631D-142A-A37A291B8C72}"/>
    <pc:docChg chg="modSld">
      <pc:chgData name="Philippe Farhat (MiddleEast)" userId="S::philippe.farhat@pwc.com::60c7cd39-c915-418d-87a2-1a0a21fdc788" providerId="AD" clId="Web-{674E0C20-8E7C-631D-142A-A37A291B8C72}" dt="2026-05-25T08:25:58.491" v="3"/>
      <pc:docMkLst>
        <pc:docMk/>
      </pc:docMkLst>
    </pc:docChg>
  </pc:docChgLst>
  <pc:docChgLst>
    <pc:chgData name="Youssef Heneine (MiddleEast)" userId="c3334817-6464-468d-bc4a-4b0a184a4fbf" providerId="ADAL" clId="{CBF1E13D-E01C-449C-9C0C-FAA9452BD395}"/>
    <pc:docChg chg="undo redo custSel addSld delSld modSld sldOrd modMainMaster">
      <pc:chgData name="Youssef Heneine (MiddleEast)" userId="c3334817-6464-468d-bc4a-4b0a184a4fbf" providerId="ADAL" clId="{CBF1E13D-E01C-449C-9C0C-FAA9452BD395}" dt="2026-06-01T08:07:31.038" v="9713" actId="1036"/>
      <pc:docMkLst>
        <pc:docMk/>
      </pc:docMkLst>
      <pc:sldChg chg="addSp delSp modSp mod modShow">
        <pc:chgData name="Youssef Heneine (MiddleEast)" userId="c3334817-6464-468d-bc4a-4b0a184a4fbf" providerId="ADAL" clId="{CBF1E13D-E01C-449C-9C0C-FAA9452BD395}" dt="2026-05-31T19:41:58.512" v="5984" actId="20577"/>
        <pc:sldMkLst>
          <pc:docMk/>
          <pc:sldMk cId="1609299776" sldId="256"/>
        </pc:sldMkLst>
        <pc:spChg chg="mod">
          <ac:chgData name="Youssef Heneine (MiddleEast)" userId="c3334817-6464-468d-bc4a-4b0a184a4fbf" providerId="ADAL" clId="{CBF1E13D-E01C-449C-9C0C-FAA9452BD395}" dt="2026-05-31T19:41:58.512" v="5984" actId="20577"/>
          <ac:spMkLst>
            <pc:docMk/>
            <pc:sldMk cId="1609299776" sldId="256"/>
            <ac:spMk id="4" creationId="{AA94BB43-10E9-5AAB-FFB4-69039B9383A4}"/>
          </ac:spMkLst>
        </pc:spChg>
        <pc:spChg chg="add mod">
          <ac:chgData name="Youssef Heneine (MiddleEast)" userId="c3334817-6464-468d-bc4a-4b0a184a4fbf" providerId="ADAL" clId="{CBF1E13D-E01C-449C-9C0C-FAA9452BD395}" dt="2026-05-31T16:58:39.303" v="5370" actId="1036"/>
          <ac:spMkLst>
            <pc:docMk/>
            <pc:sldMk cId="1609299776" sldId="256"/>
            <ac:spMk id="5" creationId="{36A8796C-6884-F48E-3CDF-3DE2E0911422}"/>
          </ac:spMkLst>
        </pc:spChg>
        <pc:spChg chg="add mod">
          <ac:chgData name="Youssef Heneine (MiddleEast)" userId="c3334817-6464-468d-bc4a-4b0a184a4fbf" providerId="ADAL" clId="{CBF1E13D-E01C-449C-9C0C-FAA9452BD395}" dt="2026-05-31T16:58:39.303" v="5370" actId="1036"/>
          <ac:spMkLst>
            <pc:docMk/>
            <pc:sldMk cId="1609299776" sldId="256"/>
            <ac:spMk id="6" creationId="{110F1179-A73F-9AC3-9ADD-90731BCE85C5}"/>
          </ac:spMkLst>
        </pc:spChg>
        <pc:spChg chg="add mod">
          <ac:chgData name="Youssef Heneine (MiddleEast)" userId="c3334817-6464-468d-bc4a-4b0a184a4fbf" providerId="ADAL" clId="{CBF1E13D-E01C-449C-9C0C-FAA9452BD395}" dt="2026-05-31T16:58:39.303" v="5370" actId="1036"/>
          <ac:spMkLst>
            <pc:docMk/>
            <pc:sldMk cId="1609299776" sldId="256"/>
            <ac:spMk id="7" creationId="{CDEB9B03-6A10-ABB2-F55C-C377DA88EC2A}"/>
          </ac:spMkLst>
        </pc:spChg>
        <pc:spChg chg="add mod">
          <ac:chgData name="Youssef Heneine (MiddleEast)" userId="c3334817-6464-468d-bc4a-4b0a184a4fbf" providerId="ADAL" clId="{CBF1E13D-E01C-449C-9C0C-FAA9452BD395}" dt="2026-05-31T16:58:39.303" v="5370" actId="1036"/>
          <ac:spMkLst>
            <pc:docMk/>
            <pc:sldMk cId="1609299776" sldId="256"/>
            <ac:spMk id="12" creationId="{51DACEE5-48C0-50C9-BB70-AADD042444A1}"/>
          </ac:spMkLst>
        </pc:spChg>
        <pc:spChg chg="mod">
          <ac:chgData name="Youssef Heneine (MiddleEast)" userId="c3334817-6464-468d-bc4a-4b0a184a4fbf" providerId="ADAL" clId="{CBF1E13D-E01C-449C-9C0C-FAA9452BD395}" dt="2026-05-31T16:59:21.247" v="5378" actId="114"/>
          <ac:spMkLst>
            <pc:docMk/>
            <pc:sldMk cId="1609299776" sldId="256"/>
            <ac:spMk id="33" creationId="{67055D88-5F8C-9AB1-E119-3DF3AC694EE7}"/>
          </ac:spMkLst>
        </pc:spChg>
        <pc:spChg chg="mod">
          <ac:chgData name="Youssef Heneine (MiddleEast)" userId="c3334817-6464-468d-bc4a-4b0a184a4fbf" providerId="ADAL" clId="{CBF1E13D-E01C-449C-9C0C-FAA9452BD395}" dt="2026-05-31T16:59:17.877" v="5377" actId="114"/>
          <ac:spMkLst>
            <pc:docMk/>
            <pc:sldMk cId="1609299776" sldId="256"/>
            <ac:spMk id="34" creationId="{51C3E70B-8526-AD88-CAA8-AAE0AE2EF2C9}"/>
          </ac:spMkLst>
        </pc:spChg>
        <pc:spChg chg="mod">
          <ac:chgData name="Youssef Heneine (MiddleEast)" userId="c3334817-6464-468d-bc4a-4b0a184a4fbf" providerId="ADAL" clId="{CBF1E13D-E01C-449C-9C0C-FAA9452BD395}" dt="2026-05-31T16:59:06.141" v="5375" actId="114"/>
          <ac:spMkLst>
            <pc:docMk/>
            <pc:sldMk cId="1609299776" sldId="256"/>
            <ac:spMk id="35" creationId="{7551E325-CE4A-3D13-2A35-F847FF0E3E47}"/>
          </ac:spMkLst>
        </pc:spChg>
        <pc:spChg chg="mod">
          <ac:chgData name="Youssef Heneine (MiddleEast)" userId="c3334817-6464-468d-bc4a-4b0a184a4fbf" providerId="ADAL" clId="{CBF1E13D-E01C-449C-9C0C-FAA9452BD395}" dt="2026-05-31T16:59:14.290" v="5376" actId="114"/>
          <ac:spMkLst>
            <pc:docMk/>
            <pc:sldMk cId="1609299776" sldId="256"/>
            <ac:spMk id="36" creationId="{94DDD76B-2528-7DA0-E0A4-EEE19A213203}"/>
          </ac:spMkLst>
        </pc:spChg>
        <pc:spChg chg="mod">
          <ac:chgData name="Youssef Heneine (MiddleEast)" userId="c3334817-6464-468d-bc4a-4b0a184a4fbf" providerId="ADAL" clId="{CBF1E13D-E01C-449C-9C0C-FAA9452BD395}" dt="2026-05-31T16:58:12.637" v="5323" actId="6549"/>
          <ac:spMkLst>
            <pc:docMk/>
            <pc:sldMk cId="1609299776" sldId="256"/>
            <ac:spMk id="38" creationId="{5FBA7C3D-8E94-97D0-9840-A99BF33138F5}"/>
          </ac:spMkLst>
        </pc:spChg>
        <pc:spChg chg="mod">
          <ac:chgData name="Youssef Heneine (MiddleEast)" userId="c3334817-6464-468d-bc4a-4b0a184a4fbf" providerId="ADAL" clId="{CBF1E13D-E01C-449C-9C0C-FAA9452BD395}" dt="2026-05-31T16:58:14.536" v="5324" actId="6549"/>
          <ac:spMkLst>
            <pc:docMk/>
            <pc:sldMk cId="1609299776" sldId="256"/>
            <ac:spMk id="39" creationId="{56E57CEC-1DB0-2376-64B1-1E045EA22008}"/>
          </ac:spMkLst>
        </pc:spChg>
        <pc:spChg chg="mod">
          <ac:chgData name="Youssef Heneine (MiddleEast)" userId="c3334817-6464-468d-bc4a-4b0a184a4fbf" providerId="ADAL" clId="{CBF1E13D-E01C-449C-9C0C-FAA9452BD395}" dt="2026-05-31T16:58:16.209" v="5325" actId="6549"/>
          <ac:spMkLst>
            <pc:docMk/>
            <pc:sldMk cId="1609299776" sldId="256"/>
            <ac:spMk id="40" creationId="{2F72E747-3067-90ED-E25F-A136D85589B4}"/>
          </ac:spMkLst>
        </pc:spChg>
        <pc:spChg chg="mod">
          <ac:chgData name="Youssef Heneine (MiddleEast)" userId="c3334817-6464-468d-bc4a-4b0a184a4fbf" providerId="ADAL" clId="{CBF1E13D-E01C-449C-9C0C-FAA9452BD395}" dt="2026-05-31T16:58:18.016" v="5326" actId="6549"/>
          <ac:spMkLst>
            <pc:docMk/>
            <pc:sldMk cId="1609299776" sldId="256"/>
            <ac:spMk id="41" creationId="{CF816147-C62D-F8A2-FC6B-C1407DF6A8B8}"/>
          </ac:spMkLst>
        </pc:spChg>
      </pc:sldChg>
      <pc:sldChg chg="addSp delSp modSp add mod">
        <pc:chgData name="Youssef Heneine (MiddleEast)" userId="c3334817-6464-468d-bc4a-4b0a184a4fbf" providerId="ADAL" clId="{CBF1E13D-E01C-449C-9C0C-FAA9452BD395}" dt="2026-06-01T08:03:46.580" v="9405" actId="20577"/>
        <pc:sldMkLst>
          <pc:docMk/>
          <pc:sldMk cId="309092213" sldId="257"/>
        </pc:sldMkLst>
        <pc:spChg chg="mod">
          <ac:chgData name="Youssef Heneine (MiddleEast)" userId="c3334817-6464-468d-bc4a-4b0a184a4fbf" providerId="ADAL" clId="{CBF1E13D-E01C-449C-9C0C-FAA9452BD395}" dt="2026-06-01T07:36:04.880" v="8444" actId="20577"/>
          <ac:spMkLst>
            <pc:docMk/>
            <pc:sldMk cId="309092213" sldId="257"/>
            <ac:spMk id="2" creationId="{43984FEC-468C-FF25-23AC-87C38356A1DC}"/>
          </ac:spMkLst>
        </pc:spChg>
        <pc:spChg chg="mod">
          <ac:chgData name="Youssef Heneine (MiddleEast)" userId="c3334817-6464-468d-bc4a-4b0a184a4fbf" providerId="ADAL" clId="{CBF1E13D-E01C-449C-9C0C-FAA9452BD395}" dt="2026-06-01T07:34:58.663" v="8298" actId="20577"/>
          <ac:spMkLst>
            <pc:docMk/>
            <pc:sldMk cId="309092213" sldId="257"/>
            <ac:spMk id="3" creationId="{253786CF-94A5-71D1-961C-11D71509C8C6}"/>
          </ac:spMkLst>
        </pc:spChg>
        <pc:spChg chg="mod">
          <ac:chgData name="Youssef Heneine (MiddleEast)" userId="c3334817-6464-468d-bc4a-4b0a184a4fbf" providerId="ADAL" clId="{CBF1E13D-E01C-449C-9C0C-FAA9452BD395}" dt="2026-06-01T07:29:00.458" v="8223" actId="164"/>
          <ac:spMkLst>
            <pc:docMk/>
            <pc:sldMk cId="309092213" sldId="257"/>
            <ac:spMk id="5" creationId="{C3AC55CE-D49B-4E4E-7F56-D9EAE1B35F0A}"/>
          </ac:spMkLst>
        </pc:spChg>
        <pc:spChg chg="mod">
          <ac:chgData name="Youssef Heneine (MiddleEast)" userId="c3334817-6464-468d-bc4a-4b0a184a4fbf" providerId="ADAL" clId="{CBF1E13D-E01C-449C-9C0C-FAA9452BD395}" dt="2026-06-01T07:29:00.458" v="8223" actId="164"/>
          <ac:spMkLst>
            <pc:docMk/>
            <pc:sldMk cId="309092213" sldId="257"/>
            <ac:spMk id="6" creationId="{DAFB05AD-A809-AC85-ECC1-135868B8F22A}"/>
          </ac:spMkLst>
        </pc:spChg>
        <pc:spChg chg="mod">
          <ac:chgData name="Youssef Heneine (MiddleEast)" userId="c3334817-6464-468d-bc4a-4b0a184a4fbf" providerId="ADAL" clId="{CBF1E13D-E01C-449C-9C0C-FAA9452BD395}" dt="2026-06-01T07:32:09.244" v="8286" actId="113"/>
          <ac:spMkLst>
            <pc:docMk/>
            <pc:sldMk cId="309092213" sldId="257"/>
            <ac:spMk id="8" creationId="{857440BE-D372-9969-6323-45B57D5EC454}"/>
          </ac:spMkLst>
        </pc:spChg>
        <pc:spChg chg="mod">
          <ac:chgData name="Youssef Heneine (MiddleEast)" userId="c3334817-6464-468d-bc4a-4b0a184a4fbf" providerId="ADAL" clId="{CBF1E13D-E01C-449C-9C0C-FAA9452BD395}" dt="2026-06-01T07:45:58.764" v="8650" actId="20577"/>
          <ac:spMkLst>
            <pc:docMk/>
            <pc:sldMk cId="309092213" sldId="257"/>
            <ac:spMk id="9" creationId="{152C4401-5A59-9DAF-0BD1-FB86B4283816}"/>
          </ac:spMkLst>
        </pc:spChg>
        <pc:spChg chg="mod">
          <ac:chgData name="Youssef Heneine (MiddleEast)" userId="c3334817-6464-468d-bc4a-4b0a184a4fbf" providerId="ADAL" clId="{CBF1E13D-E01C-449C-9C0C-FAA9452BD395}" dt="2026-06-01T08:03:46.580" v="9405" actId="20577"/>
          <ac:spMkLst>
            <pc:docMk/>
            <pc:sldMk cId="309092213" sldId="257"/>
            <ac:spMk id="11" creationId="{BCDF9C43-D77B-0A71-3427-148F0D0CCE72}"/>
          </ac:spMkLst>
        </pc:spChg>
        <pc:spChg chg="mod">
          <ac:chgData name="Youssef Heneine (MiddleEast)" userId="c3334817-6464-468d-bc4a-4b0a184a4fbf" providerId="ADAL" clId="{CBF1E13D-E01C-449C-9C0C-FAA9452BD395}" dt="2026-06-01T07:29:12.893" v="8225" actId="571"/>
          <ac:spMkLst>
            <pc:docMk/>
            <pc:sldMk cId="309092213" sldId="257"/>
            <ac:spMk id="13" creationId="{DCECDB39-1927-E9AB-3A3B-AC963D3639EA}"/>
          </ac:spMkLst>
        </pc:spChg>
        <pc:spChg chg="mod">
          <ac:chgData name="Youssef Heneine (MiddleEast)" userId="c3334817-6464-468d-bc4a-4b0a184a4fbf" providerId="ADAL" clId="{CBF1E13D-E01C-449C-9C0C-FAA9452BD395}" dt="2026-06-01T07:44:12.771" v="8569" actId="20577"/>
          <ac:spMkLst>
            <pc:docMk/>
            <pc:sldMk cId="309092213" sldId="257"/>
            <ac:spMk id="14" creationId="{D7E2EFBE-B4DD-E6B3-5556-0DC8DC8731EB}"/>
          </ac:spMkLst>
        </pc:spChg>
        <pc:spChg chg="mod">
          <ac:chgData name="Youssef Heneine (MiddleEast)" userId="c3334817-6464-468d-bc4a-4b0a184a4fbf" providerId="ADAL" clId="{CBF1E13D-E01C-449C-9C0C-FAA9452BD395}" dt="2026-06-01T07:29:12.893" v="8225" actId="571"/>
          <ac:spMkLst>
            <pc:docMk/>
            <pc:sldMk cId="309092213" sldId="257"/>
            <ac:spMk id="18" creationId="{A2F2E6C5-5BA3-E31C-E2D5-8FAD03D0A574}"/>
          </ac:spMkLst>
        </pc:spChg>
        <pc:spChg chg="mod">
          <ac:chgData name="Youssef Heneine (MiddleEast)" userId="c3334817-6464-468d-bc4a-4b0a184a4fbf" providerId="ADAL" clId="{CBF1E13D-E01C-449C-9C0C-FAA9452BD395}" dt="2026-06-01T07:38:40.528" v="8451"/>
          <ac:spMkLst>
            <pc:docMk/>
            <pc:sldMk cId="309092213" sldId="257"/>
            <ac:spMk id="21" creationId="{EF7A50CD-762C-A059-0DA8-3A9F665160A0}"/>
          </ac:spMkLst>
        </pc:spChg>
        <pc:spChg chg="mod">
          <ac:chgData name="Youssef Heneine (MiddleEast)" userId="c3334817-6464-468d-bc4a-4b0a184a4fbf" providerId="ADAL" clId="{CBF1E13D-E01C-449C-9C0C-FAA9452BD395}" dt="2026-06-01T07:43:33.826" v="8561" actId="113"/>
          <ac:spMkLst>
            <pc:docMk/>
            <pc:sldMk cId="309092213" sldId="257"/>
            <ac:spMk id="23" creationId="{3B0EAC97-9A7F-F638-18F9-07DA01BC76C8}"/>
          </ac:spMkLst>
        </pc:spChg>
        <pc:spChg chg="mod">
          <ac:chgData name="Youssef Heneine (MiddleEast)" userId="c3334817-6464-468d-bc4a-4b0a184a4fbf" providerId="ADAL" clId="{CBF1E13D-E01C-449C-9C0C-FAA9452BD395}" dt="2026-06-01T07:32:09.244" v="8286" actId="113"/>
          <ac:spMkLst>
            <pc:docMk/>
            <pc:sldMk cId="309092213" sldId="257"/>
            <ac:spMk id="32" creationId="{0DBDC2E6-ADF0-5292-7729-FD981904511C}"/>
          </ac:spMkLst>
        </pc:spChg>
        <pc:spChg chg="mod">
          <ac:chgData name="Youssef Heneine (MiddleEast)" userId="c3334817-6464-468d-bc4a-4b0a184a4fbf" providerId="ADAL" clId="{CBF1E13D-E01C-449C-9C0C-FAA9452BD395}" dt="2026-06-01T07:29:12.893" v="8225" actId="571"/>
          <ac:spMkLst>
            <pc:docMk/>
            <pc:sldMk cId="309092213" sldId="257"/>
            <ac:spMk id="34" creationId="{684E3CD6-0183-D877-02E2-5CAAA35CCD90}"/>
          </ac:spMkLst>
        </pc:spChg>
        <pc:spChg chg="mod">
          <ac:chgData name="Youssef Heneine (MiddleEast)" userId="c3334817-6464-468d-bc4a-4b0a184a4fbf" providerId="ADAL" clId="{CBF1E13D-E01C-449C-9C0C-FAA9452BD395}" dt="2026-06-01T07:32:09.244" v="8286" actId="113"/>
          <ac:spMkLst>
            <pc:docMk/>
            <pc:sldMk cId="309092213" sldId="257"/>
            <ac:spMk id="35" creationId="{E3A4E082-556A-6AE3-5A5A-812AF7ABF22D}"/>
          </ac:spMkLst>
        </pc:spChg>
        <pc:spChg chg="mod">
          <ac:chgData name="Youssef Heneine (MiddleEast)" userId="c3334817-6464-468d-bc4a-4b0a184a4fbf" providerId="ADAL" clId="{CBF1E13D-E01C-449C-9C0C-FAA9452BD395}" dt="2026-06-01T07:32:09.244" v="8286" actId="113"/>
          <ac:spMkLst>
            <pc:docMk/>
            <pc:sldMk cId="309092213" sldId="257"/>
            <ac:spMk id="38" creationId="{E5EE56E7-E79E-7912-4632-5EDA6777012C}"/>
          </ac:spMkLst>
        </pc:spChg>
        <pc:spChg chg="mod">
          <ac:chgData name="Youssef Heneine (MiddleEast)" userId="c3334817-6464-468d-bc4a-4b0a184a4fbf" providerId="ADAL" clId="{CBF1E13D-E01C-449C-9C0C-FAA9452BD395}" dt="2026-06-01T07:43:44.137" v="8563" actId="113"/>
          <ac:spMkLst>
            <pc:docMk/>
            <pc:sldMk cId="309092213" sldId="257"/>
            <ac:spMk id="39" creationId="{5B0B8D6A-2137-4CF6-AC79-1EADF291479E}"/>
          </ac:spMkLst>
        </pc:spChg>
        <pc:spChg chg="mod">
          <ac:chgData name="Youssef Heneine (MiddleEast)" userId="c3334817-6464-468d-bc4a-4b0a184a4fbf" providerId="ADAL" clId="{CBF1E13D-E01C-449C-9C0C-FAA9452BD395}" dt="2026-06-01T07:32:09.244" v="8286" actId="113"/>
          <ac:spMkLst>
            <pc:docMk/>
            <pc:sldMk cId="309092213" sldId="257"/>
            <ac:spMk id="40" creationId="{4D7BBA05-931D-35A8-30EE-9FF3F38EFD04}"/>
          </ac:spMkLst>
        </pc:spChg>
        <pc:spChg chg="mod">
          <ac:chgData name="Youssef Heneine (MiddleEast)" userId="c3334817-6464-468d-bc4a-4b0a184a4fbf" providerId="ADAL" clId="{CBF1E13D-E01C-449C-9C0C-FAA9452BD395}" dt="2026-06-01T07:32:09.244" v="8286" actId="113"/>
          <ac:spMkLst>
            <pc:docMk/>
            <pc:sldMk cId="309092213" sldId="257"/>
            <ac:spMk id="42" creationId="{2516EDC0-B56E-8FD4-00EB-F2D4E1849921}"/>
          </ac:spMkLst>
        </pc:spChg>
        <pc:spChg chg="mod">
          <ac:chgData name="Youssef Heneine (MiddleEast)" userId="c3334817-6464-468d-bc4a-4b0a184a4fbf" providerId="ADAL" clId="{CBF1E13D-E01C-449C-9C0C-FAA9452BD395}" dt="2026-06-01T07:32:09.244" v="8286" actId="113"/>
          <ac:spMkLst>
            <pc:docMk/>
            <pc:sldMk cId="309092213" sldId="257"/>
            <ac:spMk id="45" creationId="{B6505F03-32E0-B7DF-2A9B-9D439D857BF5}"/>
          </ac:spMkLst>
        </pc:spChg>
        <pc:spChg chg="mod">
          <ac:chgData name="Youssef Heneine (MiddleEast)" userId="c3334817-6464-468d-bc4a-4b0a184a4fbf" providerId="ADAL" clId="{CBF1E13D-E01C-449C-9C0C-FAA9452BD395}" dt="2026-06-01T07:29:12.893" v="8225" actId="571"/>
          <ac:spMkLst>
            <pc:docMk/>
            <pc:sldMk cId="309092213" sldId="257"/>
            <ac:spMk id="48" creationId="{68044D4D-9E7E-61F8-3E76-B463A6C61A36}"/>
          </ac:spMkLst>
        </pc:spChg>
        <pc:spChg chg="mod">
          <ac:chgData name="Youssef Heneine (MiddleEast)" userId="c3334817-6464-468d-bc4a-4b0a184a4fbf" providerId="ADAL" clId="{CBF1E13D-E01C-449C-9C0C-FAA9452BD395}" dt="2026-06-01T08:00:21.998" v="9264"/>
          <ac:spMkLst>
            <pc:docMk/>
            <pc:sldMk cId="309092213" sldId="257"/>
            <ac:spMk id="54" creationId="{421E2A43-70C6-9B34-98B1-C97A78728C56}"/>
          </ac:spMkLst>
        </pc:spChg>
        <pc:spChg chg="mod">
          <ac:chgData name="Youssef Heneine (MiddleEast)" userId="c3334817-6464-468d-bc4a-4b0a184a4fbf" providerId="ADAL" clId="{CBF1E13D-E01C-449C-9C0C-FAA9452BD395}" dt="2026-06-01T07:29:12.893" v="8225" actId="571"/>
          <ac:spMkLst>
            <pc:docMk/>
            <pc:sldMk cId="309092213" sldId="257"/>
            <ac:spMk id="55" creationId="{6325B46A-C582-A746-F6C5-7ACD0FC2110E}"/>
          </ac:spMkLst>
        </pc:spChg>
        <pc:spChg chg="mod topLvl">
          <ac:chgData name="Youssef Heneine (MiddleEast)" userId="c3334817-6464-468d-bc4a-4b0a184a4fbf" providerId="ADAL" clId="{CBF1E13D-E01C-449C-9C0C-FAA9452BD395}" dt="2026-06-01T07:41:33.252" v="8490" actId="1035"/>
          <ac:spMkLst>
            <pc:docMk/>
            <pc:sldMk cId="309092213" sldId="257"/>
            <ac:spMk id="59" creationId="{D058C84C-1E70-F152-DA67-F2D034C9CD9C}"/>
          </ac:spMkLst>
        </pc:spChg>
        <pc:spChg chg="mod">
          <ac:chgData name="Youssef Heneine (MiddleEast)" userId="c3334817-6464-468d-bc4a-4b0a184a4fbf" providerId="ADAL" clId="{CBF1E13D-E01C-449C-9C0C-FAA9452BD395}" dt="2026-06-01T07:29:00.458" v="8223" actId="164"/>
          <ac:spMkLst>
            <pc:docMk/>
            <pc:sldMk cId="309092213" sldId="257"/>
            <ac:spMk id="61" creationId="{75158A8B-D9C0-7FEB-D345-43A194B1982A}"/>
          </ac:spMkLst>
        </pc:spChg>
        <pc:spChg chg="mod">
          <ac:chgData name="Youssef Heneine (MiddleEast)" userId="c3334817-6464-468d-bc4a-4b0a184a4fbf" providerId="ADAL" clId="{CBF1E13D-E01C-449C-9C0C-FAA9452BD395}" dt="2026-06-01T07:43:39.105" v="8562" actId="113"/>
          <ac:spMkLst>
            <pc:docMk/>
            <pc:sldMk cId="309092213" sldId="257"/>
            <ac:spMk id="63" creationId="{6CC7367C-16A0-948B-2BF4-9A0506EF229D}"/>
          </ac:spMkLst>
        </pc:spChg>
        <pc:spChg chg="mod">
          <ac:chgData name="Youssef Heneine (MiddleEast)" userId="c3334817-6464-468d-bc4a-4b0a184a4fbf" providerId="ADAL" clId="{CBF1E13D-E01C-449C-9C0C-FAA9452BD395}" dt="2026-06-01T07:32:09.244" v="8286" actId="113"/>
          <ac:spMkLst>
            <pc:docMk/>
            <pc:sldMk cId="309092213" sldId="257"/>
            <ac:spMk id="66" creationId="{0EBC05CF-CA63-59C3-A46D-DA686B150B74}"/>
          </ac:spMkLst>
        </pc:spChg>
        <pc:spChg chg="add mod">
          <ac:chgData name="Youssef Heneine (MiddleEast)" userId="c3334817-6464-468d-bc4a-4b0a184a4fbf" providerId="ADAL" clId="{CBF1E13D-E01C-449C-9C0C-FAA9452BD395}" dt="2026-06-01T07:41:14.714" v="8475" actId="1035"/>
          <ac:spMkLst>
            <pc:docMk/>
            <pc:sldMk cId="309092213" sldId="257"/>
            <ac:spMk id="79" creationId="{ADBAED7A-C3C9-D105-A967-6B16290BEB44}"/>
          </ac:spMkLst>
        </pc:spChg>
        <pc:spChg chg="mod">
          <ac:chgData name="Youssef Heneine (MiddleEast)" userId="c3334817-6464-468d-bc4a-4b0a184a4fbf" providerId="ADAL" clId="{CBF1E13D-E01C-449C-9C0C-FAA9452BD395}" dt="2026-06-01T07:28:39.224" v="8216" actId="6549"/>
          <ac:spMkLst>
            <pc:docMk/>
            <pc:sldMk cId="309092213" sldId="257"/>
            <ac:spMk id="118" creationId="{7FC4AE82-2AFA-E44B-CD1E-D50E363FFE23}"/>
          </ac:spMkLst>
        </pc:spChg>
        <pc:grpChg chg="add mod">
          <ac:chgData name="Youssef Heneine (MiddleEast)" userId="c3334817-6464-468d-bc4a-4b0a184a4fbf" providerId="ADAL" clId="{CBF1E13D-E01C-449C-9C0C-FAA9452BD395}" dt="2026-06-01T07:29:06.659" v="8224" actId="14100"/>
          <ac:grpSpMkLst>
            <pc:docMk/>
            <pc:sldMk cId="309092213" sldId="257"/>
            <ac:grpSpMk id="4" creationId="{0241177D-DEFE-E791-C3FC-BC5AE6BF55A2}"/>
          </ac:grpSpMkLst>
        </pc:grpChg>
        <pc:grpChg chg="mod">
          <ac:chgData name="Youssef Heneine (MiddleEast)" userId="c3334817-6464-468d-bc4a-4b0a184a4fbf" providerId="ADAL" clId="{CBF1E13D-E01C-449C-9C0C-FAA9452BD395}" dt="2026-06-01T07:29:00.458" v="8223" actId="164"/>
          <ac:grpSpMkLst>
            <pc:docMk/>
            <pc:sldMk cId="309092213" sldId="257"/>
            <ac:grpSpMk id="64" creationId="{F1F8686D-6C2C-3079-18E0-8E1AFB16706B}"/>
          </ac:grpSpMkLst>
        </pc:grpChg>
        <pc:grpChg chg="mod">
          <ac:chgData name="Youssef Heneine (MiddleEast)" userId="c3334817-6464-468d-bc4a-4b0a184a4fbf" providerId="ADAL" clId="{CBF1E13D-E01C-449C-9C0C-FAA9452BD395}" dt="2026-06-01T07:29:00.458" v="8223" actId="164"/>
          <ac:grpSpMkLst>
            <pc:docMk/>
            <pc:sldMk cId="309092213" sldId="257"/>
            <ac:grpSpMk id="78" creationId="{70123DC0-766D-8540-E854-440127DDA459}"/>
          </ac:grpSpMkLst>
        </pc:grpChg>
        <pc:cxnChg chg="mod topLvl">
          <ac:chgData name="Youssef Heneine (MiddleEast)" userId="c3334817-6464-468d-bc4a-4b0a184a4fbf" providerId="ADAL" clId="{CBF1E13D-E01C-449C-9C0C-FAA9452BD395}" dt="2026-06-01T07:30:56.033" v="8232" actId="14100"/>
          <ac:cxnSpMkLst>
            <pc:docMk/>
            <pc:sldMk cId="309092213" sldId="257"/>
            <ac:cxnSpMk id="58" creationId="{114CB5B7-27AA-8B12-631A-039ABF5E7B9A}"/>
          </ac:cxnSpMkLst>
        </pc:cxnChg>
        <pc:cxnChg chg="add mod">
          <ac:chgData name="Youssef Heneine (MiddleEast)" userId="c3334817-6464-468d-bc4a-4b0a184a4fbf" providerId="ADAL" clId="{CBF1E13D-E01C-449C-9C0C-FAA9452BD395}" dt="2026-06-01T07:31:32.639" v="8260" actId="571"/>
          <ac:cxnSpMkLst>
            <pc:docMk/>
            <pc:sldMk cId="309092213" sldId="257"/>
            <ac:cxnSpMk id="77" creationId="{4C234212-DE56-205E-CD09-3A76A48B1A69}"/>
          </ac:cxnSpMkLst>
        </pc:cxnChg>
      </pc:sldChg>
      <pc:sldChg chg="addSp delSp modSp mod">
        <pc:chgData name="Youssef Heneine (MiddleEast)" userId="c3334817-6464-468d-bc4a-4b0a184a4fbf" providerId="ADAL" clId="{CBF1E13D-E01C-449C-9C0C-FAA9452BD395}" dt="2026-06-01T07:07:47.278" v="8083" actId="14100"/>
        <pc:sldMkLst>
          <pc:docMk/>
          <pc:sldMk cId="3262377946" sldId="258"/>
        </pc:sldMkLst>
        <pc:spChg chg="mod">
          <ac:chgData name="Youssef Heneine (MiddleEast)" userId="c3334817-6464-468d-bc4a-4b0a184a4fbf" providerId="ADAL" clId="{CBF1E13D-E01C-449C-9C0C-FAA9452BD395}" dt="2026-05-31T10:14:32.195" v="3820" actId="20577"/>
          <ac:spMkLst>
            <pc:docMk/>
            <pc:sldMk cId="3262377946" sldId="258"/>
            <ac:spMk id="3" creationId="{737BB55C-1D6E-FCC3-1353-1F2597296590}"/>
          </ac:spMkLst>
        </pc:spChg>
        <pc:spChg chg="mod">
          <ac:chgData name="Youssef Heneine (MiddleEast)" userId="c3334817-6464-468d-bc4a-4b0a184a4fbf" providerId="ADAL" clId="{CBF1E13D-E01C-449C-9C0C-FAA9452BD395}" dt="2026-05-25T10:24:26.723" v="3375" actId="1036"/>
          <ac:spMkLst>
            <pc:docMk/>
            <pc:sldMk cId="3262377946" sldId="258"/>
            <ac:spMk id="31" creationId="{6879BEA5-C639-540C-E3C4-9F3613C889DD}"/>
          </ac:spMkLst>
        </pc:spChg>
        <pc:spChg chg="mod">
          <ac:chgData name="Youssef Heneine (MiddleEast)" userId="c3334817-6464-468d-bc4a-4b0a184a4fbf" providerId="ADAL" clId="{CBF1E13D-E01C-449C-9C0C-FAA9452BD395}" dt="2026-06-01T07:05:36.298" v="8060" actId="1036"/>
          <ac:spMkLst>
            <pc:docMk/>
            <pc:sldMk cId="3262377946" sldId="258"/>
            <ac:spMk id="32" creationId="{0778FEC9-9E70-7080-6811-FABCEBC0CE4A}"/>
          </ac:spMkLst>
        </pc:spChg>
        <pc:spChg chg="mod">
          <ac:chgData name="Youssef Heneine (MiddleEast)" userId="c3334817-6464-468d-bc4a-4b0a184a4fbf" providerId="ADAL" clId="{CBF1E13D-E01C-449C-9C0C-FAA9452BD395}" dt="2026-05-25T10:24:26.723" v="3375" actId="1036"/>
          <ac:spMkLst>
            <pc:docMk/>
            <pc:sldMk cId="3262377946" sldId="258"/>
            <ac:spMk id="33" creationId="{0202D2AE-47F3-54BE-1ACD-992632980500}"/>
          </ac:spMkLst>
        </pc:spChg>
        <pc:spChg chg="mod">
          <ac:chgData name="Youssef Heneine (MiddleEast)" userId="c3334817-6464-468d-bc4a-4b0a184a4fbf" providerId="ADAL" clId="{CBF1E13D-E01C-449C-9C0C-FAA9452BD395}" dt="2026-05-25T10:24:26.723" v="3375" actId="1036"/>
          <ac:spMkLst>
            <pc:docMk/>
            <pc:sldMk cId="3262377946" sldId="258"/>
            <ac:spMk id="34" creationId="{968384A1-D42F-D280-584D-F77E37A23F5E}"/>
          </ac:spMkLst>
        </pc:spChg>
        <pc:spChg chg="mod">
          <ac:chgData name="Youssef Heneine (MiddleEast)" userId="c3334817-6464-468d-bc4a-4b0a184a4fbf" providerId="ADAL" clId="{CBF1E13D-E01C-449C-9C0C-FAA9452BD395}" dt="2026-05-25T10:24:26.723" v="3375" actId="1036"/>
          <ac:spMkLst>
            <pc:docMk/>
            <pc:sldMk cId="3262377946" sldId="258"/>
            <ac:spMk id="35" creationId="{6D7F5C84-C881-971E-508F-6A680ADE84A7}"/>
          </ac:spMkLst>
        </pc:spChg>
        <pc:spChg chg="mod">
          <ac:chgData name="Youssef Heneine (MiddleEast)" userId="c3334817-6464-468d-bc4a-4b0a184a4fbf" providerId="ADAL" clId="{CBF1E13D-E01C-449C-9C0C-FAA9452BD395}" dt="2026-05-25T10:24:26.723" v="3375" actId="1036"/>
          <ac:spMkLst>
            <pc:docMk/>
            <pc:sldMk cId="3262377946" sldId="258"/>
            <ac:spMk id="36" creationId="{1B84E3F5-C790-D1C2-CE73-EEADE2CBA5AB}"/>
          </ac:spMkLst>
        </pc:spChg>
        <pc:spChg chg="mod">
          <ac:chgData name="Youssef Heneine (MiddleEast)" userId="c3334817-6464-468d-bc4a-4b0a184a4fbf" providerId="ADAL" clId="{CBF1E13D-E01C-449C-9C0C-FAA9452BD395}" dt="2026-05-25T10:24:26.723" v="3375" actId="1036"/>
          <ac:spMkLst>
            <pc:docMk/>
            <pc:sldMk cId="3262377946" sldId="258"/>
            <ac:spMk id="37" creationId="{FBAA0D4C-774C-3371-D586-0A0C4B1D7150}"/>
          </ac:spMkLst>
        </pc:spChg>
        <pc:spChg chg="mod">
          <ac:chgData name="Youssef Heneine (MiddleEast)" userId="c3334817-6464-468d-bc4a-4b0a184a4fbf" providerId="ADAL" clId="{CBF1E13D-E01C-449C-9C0C-FAA9452BD395}" dt="2026-05-25T10:24:26.723" v="3375" actId="1036"/>
          <ac:spMkLst>
            <pc:docMk/>
            <pc:sldMk cId="3262377946" sldId="258"/>
            <ac:spMk id="38" creationId="{C5145B65-E486-8C89-7172-D746D3C32690}"/>
          </ac:spMkLst>
        </pc:spChg>
        <pc:spChg chg="mod">
          <ac:chgData name="Youssef Heneine (MiddleEast)" userId="c3334817-6464-468d-bc4a-4b0a184a4fbf" providerId="ADAL" clId="{CBF1E13D-E01C-449C-9C0C-FAA9452BD395}" dt="2026-05-25T10:24:26.723" v="3375" actId="1036"/>
          <ac:spMkLst>
            <pc:docMk/>
            <pc:sldMk cId="3262377946" sldId="258"/>
            <ac:spMk id="39" creationId="{C9BDDB6F-AD2D-7099-98DC-3330D9C6DE1F}"/>
          </ac:spMkLst>
        </pc:spChg>
        <pc:spChg chg="mod">
          <ac:chgData name="Youssef Heneine (MiddleEast)" userId="c3334817-6464-468d-bc4a-4b0a184a4fbf" providerId="ADAL" clId="{CBF1E13D-E01C-449C-9C0C-FAA9452BD395}" dt="2026-06-01T07:07:47.278" v="8083" actId="14100"/>
          <ac:spMkLst>
            <pc:docMk/>
            <pc:sldMk cId="3262377946" sldId="258"/>
            <ac:spMk id="40" creationId="{CDC8CC51-CD09-F8DC-0984-8A250E7A49F9}"/>
          </ac:spMkLst>
        </pc:spChg>
        <pc:spChg chg="mod">
          <ac:chgData name="Youssef Heneine (MiddleEast)" userId="c3334817-6464-468d-bc4a-4b0a184a4fbf" providerId="ADAL" clId="{CBF1E13D-E01C-449C-9C0C-FAA9452BD395}" dt="2026-05-25T10:21:50.727" v="3248" actId="14100"/>
          <ac:spMkLst>
            <pc:docMk/>
            <pc:sldMk cId="3262377946" sldId="258"/>
            <ac:spMk id="41" creationId="{CDE2588F-1728-5D9B-6E16-C01B25D4C235}"/>
          </ac:spMkLst>
        </pc:spChg>
        <pc:spChg chg="mod">
          <ac:chgData name="Youssef Heneine (MiddleEast)" userId="c3334817-6464-468d-bc4a-4b0a184a4fbf" providerId="ADAL" clId="{CBF1E13D-E01C-449C-9C0C-FAA9452BD395}" dt="2026-05-25T12:08:54.017" v="3466" actId="20577"/>
          <ac:spMkLst>
            <pc:docMk/>
            <pc:sldMk cId="3262377946" sldId="258"/>
            <ac:spMk id="46" creationId="{1EA66EAD-A96C-77B9-A694-0DB76EE39D40}"/>
          </ac:spMkLst>
        </pc:spChg>
        <pc:spChg chg="mod">
          <ac:chgData name="Youssef Heneine (MiddleEast)" userId="c3334817-6464-468d-bc4a-4b0a184a4fbf" providerId="ADAL" clId="{CBF1E13D-E01C-449C-9C0C-FAA9452BD395}" dt="2026-05-31T10:14:36.787" v="3830" actId="20577"/>
          <ac:spMkLst>
            <pc:docMk/>
            <pc:sldMk cId="3262377946" sldId="258"/>
            <ac:spMk id="47" creationId="{9BF026A0-2B1B-DA11-1C82-F168BE6FB359}"/>
          </ac:spMkLst>
        </pc:spChg>
        <pc:spChg chg="mod">
          <ac:chgData name="Youssef Heneine (MiddleEast)" userId="c3334817-6464-468d-bc4a-4b0a184a4fbf" providerId="ADAL" clId="{CBF1E13D-E01C-449C-9C0C-FAA9452BD395}" dt="2026-05-25T10:23:55.603" v="3368" actId="1035"/>
          <ac:spMkLst>
            <pc:docMk/>
            <pc:sldMk cId="3262377946" sldId="258"/>
            <ac:spMk id="48" creationId="{4584236B-B2DC-7254-413D-634F0A05966F}"/>
          </ac:spMkLst>
        </pc:spChg>
        <pc:spChg chg="mod">
          <ac:chgData name="Youssef Heneine (MiddleEast)" userId="c3334817-6464-468d-bc4a-4b0a184a4fbf" providerId="ADAL" clId="{CBF1E13D-E01C-449C-9C0C-FAA9452BD395}" dt="2026-05-25T10:23:10.952" v="3341" actId="1036"/>
          <ac:spMkLst>
            <pc:docMk/>
            <pc:sldMk cId="3262377946" sldId="258"/>
            <ac:spMk id="50" creationId="{027EFA25-FA52-B97E-F4D0-A8FD42138724}"/>
          </ac:spMkLst>
        </pc:spChg>
        <pc:picChg chg="add del mod ord">
          <ac:chgData name="Youssef Heneine (MiddleEast)" userId="c3334817-6464-468d-bc4a-4b0a184a4fbf" providerId="ADAL" clId="{CBF1E13D-E01C-449C-9C0C-FAA9452BD395}" dt="2026-05-25T10:23:44.935" v="3359" actId="1076"/>
          <ac:picMkLst>
            <pc:docMk/>
            <pc:sldMk cId="3262377946" sldId="258"/>
            <ac:picMk id="44" creationId="{BB051EC6-AD6D-1627-1AF1-87141C39973E}"/>
          </ac:picMkLst>
        </pc:picChg>
      </pc:sldChg>
      <pc:sldChg chg="addSp delSp modSp mod">
        <pc:chgData name="Youssef Heneine (MiddleEast)" userId="c3334817-6464-468d-bc4a-4b0a184a4fbf" providerId="ADAL" clId="{CBF1E13D-E01C-449C-9C0C-FAA9452BD395}" dt="2026-05-31T17:42:14.821" v="5948" actId="20577"/>
        <pc:sldMkLst>
          <pc:docMk/>
          <pc:sldMk cId="3132449272" sldId="259"/>
        </pc:sldMkLst>
        <pc:spChg chg="mod">
          <ac:chgData name="Youssef Heneine (MiddleEast)" userId="c3334817-6464-468d-bc4a-4b0a184a4fbf" providerId="ADAL" clId="{CBF1E13D-E01C-449C-9C0C-FAA9452BD395}" dt="2026-05-31T17:07:58.176" v="5439" actId="1035"/>
          <ac:spMkLst>
            <pc:docMk/>
            <pc:sldMk cId="3132449272" sldId="259"/>
            <ac:spMk id="2" creationId="{69C1FDC5-F175-3092-DBEF-BA678238727A}"/>
          </ac:spMkLst>
        </pc:spChg>
        <pc:spChg chg="mod">
          <ac:chgData name="Youssef Heneine (MiddleEast)" userId="c3334817-6464-468d-bc4a-4b0a184a4fbf" providerId="ADAL" clId="{CBF1E13D-E01C-449C-9C0C-FAA9452BD395}" dt="2026-05-31T17:00:27.526" v="5386" actId="108"/>
          <ac:spMkLst>
            <pc:docMk/>
            <pc:sldMk cId="3132449272" sldId="259"/>
            <ac:spMk id="5" creationId="{9E98DA16-AE39-0D30-CDA5-BE65A9B422E8}"/>
          </ac:spMkLst>
        </pc:spChg>
        <pc:spChg chg="mod">
          <ac:chgData name="Youssef Heneine (MiddleEast)" userId="c3334817-6464-468d-bc4a-4b0a184a4fbf" providerId="ADAL" clId="{CBF1E13D-E01C-449C-9C0C-FAA9452BD395}" dt="2026-05-31T17:01:53.885" v="5395" actId="14100"/>
          <ac:spMkLst>
            <pc:docMk/>
            <pc:sldMk cId="3132449272" sldId="259"/>
            <ac:spMk id="8" creationId="{D701C467-5790-4F1B-C497-4E3ACDF49A8F}"/>
          </ac:spMkLst>
        </pc:spChg>
        <pc:spChg chg="mod">
          <ac:chgData name="Youssef Heneine (MiddleEast)" userId="c3334817-6464-468d-bc4a-4b0a184a4fbf" providerId="ADAL" clId="{CBF1E13D-E01C-449C-9C0C-FAA9452BD395}" dt="2026-05-31T17:07:58.176" v="5439" actId="1035"/>
          <ac:spMkLst>
            <pc:docMk/>
            <pc:sldMk cId="3132449272" sldId="259"/>
            <ac:spMk id="20" creationId="{E8981A55-A897-7F6A-38C8-FCC293530CB9}"/>
          </ac:spMkLst>
        </pc:spChg>
        <pc:spChg chg="mod">
          <ac:chgData name="Youssef Heneine (MiddleEast)" userId="c3334817-6464-468d-bc4a-4b0a184a4fbf" providerId="ADAL" clId="{CBF1E13D-E01C-449C-9C0C-FAA9452BD395}" dt="2026-05-31T17:07:58.176" v="5439" actId="1035"/>
          <ac:spMkLst>
            <pc:docMk/>
            <pc:sldMk cId="3132449272" sldId="259"/>
            <ac:spMk id="24" creationId="{E0B7A16A-DC58-FCA3-CA52-8B92C73169D0}"/>
          </ac:spMkLst>
        </pc:spChg>
        <pc:spChg chg="mod">
          <ac:chgData name="Youssef Heneine (MiddleEast)" userId="c3334817-6464-468d-bc4a-4b0a184a4fbf" providerId="ADAL" clId="{CBF1E13D-E01C-449C-9C0C-FAA9452BD395}" dt="2026-05-31T17:07:58.176" v="5439" actId="1035"/>
          <ac:spMkLst>
            <pc:docMk/>
            <pc:sldMk cId="3132449272" sldId="259"/>
            <ac:spMk id="31" creationId="{8E481009-7A81-C492-30FD-117B5966851C}"/>
          </ac:spMkLst>
        </pc:spChg>
        <pc:spChg chg="mod">
          <ac:chgData name="Youssef Heneine (MiddleEast)" userId="c3334817-6464-468d-bc4a-4b0a184a4fbf" providerId="ADAL" clId="{CBF1E13D-E01C-449C-9C0C-FAA9452BD395}" dt="2026-05-31T17:07:58.176" v="5439" actId="1035"/>
          <ac:spMkLst>
            <pc:docMk/>
            <pc:sldMk cId="3132449272" sldId="259"/>
            <ac:spMk id="33" creationId="{561EFFAE-2356-69B2-BBAA-93EF4AB60363}"/>
          </ac:spMkLst>
        </pc:spChg>
        <pc:spChg chg="mod">
          <ac:chgData name="Youssef Heneine (MiddleEast)" userId="c3334817-6464-468d-bc4a-4b0a184a4fbf" providerId="ADAL" clId="{CBF1E13D-E01C-449C-9C0C-FAA9452BD395}" dt="2026-05-31T17:07:58.176" v="5439" actId="1035"/>
          <ac:spMkLst>
            <pc:docMk/>
            <pc:sldMk cId="3132449272" sldId="259"/>
            <ac:spMk id="34" creationId="{3064D727-6D4A-D510-AC77-0AB1D000B9C6}"/>
          </ac:spMkLst>
        </pc:spChg>
        <pc:spChg chg="mod">
          <ac:chgData name="Youssef Heneine (MiddleEast)" userId="c3334817-6464-468d-bc4a-4b0a184a4fbf" providerId="ADAL" clId="{CBF1E13D-E01C-449C-9C0C-FAA9452BD395}" dt="2026-05-31T17:07:58.176" v="5439" actId="1035"/>
          <ac:spMkLst>
            <pc:docMk/>
            <pc:sldMk cId="3132449272" sldId="259"/>
            <ac:spMk id="35" creationId="{301FB3D0-08BD-6960-D17C-CF356BFF98F6}"/>
          </ac:spMkLst>
        </pc:spChg>
        <pc:spChg chg="mod">
          <ac:chgData name="Youssef Heneine (MiddleEast)" userId="c3334817-6464-468d-bc4a-4b0a184a4fbf" providerId="ADAL" clId="{CBF1E13D-E01C-449C-9C0C-FAA9452BD395}" dt="2026-05-31T17:07:58.176" v="5439" actId="1035"/>
          <ac:spMkLst>
            <pc:docMk/>
            <pc:sldMk cId="3132449272" sldId="259"/>
            <ac:spMk id="36" creationId="{3669A5A8-8C0C-A692-73D1-7FD499942A86}"/>
          </ac:spMkLst>
        </pc:spChg>
        <pc:spChg chg="mod">
          <ac:chgData name="Youssef Heneine (MiddleEast)" userId="c3334817-6464-468d-bc4a-4b0a184a4fbf" providerId="ADAL" clId="{CBF1E13D-E01C-449C-9C0C-FAA9452BD395}" dt="2026-05-31T17:14:11.941" v="5618" actId="3064"/>
          <ac:spMkLst>
            <pc:docMk/>
            <pc:sldMk cId="3132449272" sldId="259"/>
            <ac:spMk id="46" creationId="{D48B96D8-7BD0-742B-0BE6-A5ACFFC176A5}"/>
          </ac:spMkLst>
        </pc:spChg>
        <pc:spChg chg="mod">
          <ac:chgData name="Youssef Heneine (MiddleEast)" userId="c3334817-6464-468d-bc4a-4b0a184a4fbf" providerId="ADAL" clId="{CBF1E13D-E01C-449C-9C0C-FAA9452BD395}" dt="2026-05-31T17:13:49.402" v="5574" actId="1037"/>
          <ac:spMkLst>
            <pc:docMk/>
            <pc:sldMk cId="3132449272" sldId="259"/>
            <ac:spMk id="47" creationId="{522D5355-5632-F645-FD8F-F24D5DD791BE}"/>
          </ac:spMkLst>
        </pc:spChg>
        <pc:spChg chg="mod">
          <ac:chgData name="Youssef Heneine (MiddleEast)" userId="c3334817-6464-468d-bc4a-4b0a184a4fbf" providerId="ADAL" clId="{CBF1E13D-E01C-449C-9C0C-FAA9452BD395}" dt="2026-05-31T17:14:23.844" v="5644" actId="1038"/>
          <ac:spMkLst>
            <pc:docMk/>
            <pc:sldMk cId="3132449272" sldId="259"/>
            <ac:spMk id="48" creationId="{50BCE828-05CB-2FBC-FD8D-7CE0E7688CE3}"/>
          </ac:spMkLst>
        </pc:spChg>
        <pc:spChg chg="mod">
          <ac:chgData name="Youssef Heneine (MiddleEast)" userId="c3334817-6464-468d-bc4a-4b0a184a4fbf" providerId="ADAL" clId="{CBF1E13D-E01C-449C-9C0C-FAA9452BD395}" dt="2026-05-31T17:42:14.821" v="5948" actId="20577"/>
          <ac:spMkLst>
            <pc:docMk/>
            <pc:sldMk cId="3132449272" sldId="259"/>
            <ac:spMk id="51" creationId="{5D3D9B43-3C3A-703E-9B45-4B1E59D4DDC9}"/>
          </ac:spMkLst>
        </pc:spChg>
        <pc:spChg chg="mod">
          <ac:chgData name="Youssef Heneine (MiddleEast)" userId="c3334817-6464-468d-bc4a-4b0a184a4fbf" providerId="ADAL" clId="{CBF1E13D-E01C-449C-9C0C-FAA9452BD395}" dt="2026-05-31T17:19:46.061" v="5787" actId="20577"/>
          <ac:spMkLst>
            <pc:docMk/>
            <pc:sldMk cId="3132449272" sldId="259"/>
            <ac:spMk id="52" creationId="{3B0DF121-6D42-3655-AF21-27FBC4DB09C1}"/>
          </ac:spMkLst>
        </pc:spChg>
        <pc:spChg chg="mod">
          <ac:chgData name="Youssef Heneine (MiddleEast)" userId="c3334817-6464-468d-bc4a-4b0a184a4fbf" providerId="ADAL" clId="{CBF1E13D-E01C-449C-9C0C-FAA9452BD395}" dt="2026-05-31T17:19:27.766" v="5779" actId="313"/>
          <ac:spMkLst>
            <pc:docMk/>
            <pc:sldMk cId="3132449272" sldId="259"/>
            <ac:spMk id="54" creationId="{CCE497E1-DD06-9A06-5927-4F87C5F1199A}"/>
          </ac:spMkLst>
        </pc:spChg>
        <pc:spChg chg="mod">
          <ac:chgData name="Youssef Heneine (MiddleEast)" userId="c3334817-6464-468d-bc4a-4b0a184a4fbf" providerId="ADAL" clId="{CBF1E13D-E01C-449C-9C0C-FAA9452BD395}" dt="2026-05-31T17:07:19.927" v="5420" actId="1037"/>
          <ac:spMkLst>
            <pc:docMk/>
            <pc:sldMk cId="3132449272" sldId="259"/>
            <ac:spMk id="1024" creationId="{426B008F-B850-9953-4511-721F7E168C3D}"/>
          </ac:spMkLst>
        </pc:spChg>
        <pc:spChg chg="mod">
          <ac:chgData name="Youssef Heneine (MiddleEast)" userId="c3334817-6464-468d-bc4a-4b0a184a4fbf" providerId="ADAL" clId="{CBF1E13D-E01C-449C-9C0C-FAA9452BD395}" dt="2026-05-31T17:07:19.927" v="5420" actId="1037"/>
          <ac:spMkLst>
            <pc:docMk/>
            <pc:sldMk cId="3132449272" sldId="259"/>
            <ac:spMk id="1027" creationId="{FBAD2922-4CA2-8EC9-7E08-7ECE497FA891}"/>
          </ac:spMkLst>
        </pc:spChg>
        <pc:spChg chg="mod">
          <ac:chgData name="Youssef Heneine (MiddleEast)" userId="c3334817-6464-468d-bc4a-4b0a184a4fbf" providerId="ADAL" clId="{CBF1E13D-E01C-449C-9C0C-FAA9452BD395}" dt="2026-05-31T17:07:25.707" v="5424" actId="1037"/>
          <ac:spMkLst>
            <pc:docMk/>
            <pc:sldMk cId="3132449272" sldId="259"/>
            <ac:spMk id="1030" creationId="{1B37325D-55E9-1311-A8DA-EDDA8F8088C5}"/>
          </ac:spMkLst>
        </pc:spChg>
        <pc:picChg chg="mod">
          <ac:chgData name="Youssef Heneine (MiddleEast)" userId="c3334817-6464-468d-bc4a-4b0a184a4fbf" providerId="ADAL" clId="{CBF1E13D-E01C-449C-9C0C-FAA9452BD395}" dt="2026-05-31T17:07:19.927" v="5420" actId="1037"/>
          <ac:picMkLst>
            <pc:docMk/>
            <pc:sldMk cId="3132449272" sldId="259"/>
            <ac:picMk id="1025" creationId="{579F342E-B8A2-DF26-2927-624DBF511915}"/>
          </ac:picMkLst>
        </pc:picChg>
        <pc:picChg chg="mod">
          <ac:chgData name="Youssef Heneine (MiddleEast)" userId="c3334817-6464-468d-bc4a-4b0a184a4fbf" providerId="ADAL" clId="{CBF1E13D-E01C-449C-9C0C-FAA9452BD395}" dt="2026-05-31T17:07:25.707" v="5424" actId="1037"/>
          <ac:picMkLst>
            <pc:docMk/>
            <pc:sldMk cId="3132449272" sldId="259"/>
            <ac:picMk id="1031" creationId="{FCFB7CD1-DC44-AD8C-B962-73230378EDD3}"/>
          </ac:picMkLst>
        </pc:picChg>
        <pc:cxnChg chg="add mod">
          <ac:chgData name="Youssef Heneine (MiddleEast)" userId="c3334817-6464-468d-bc4a-4b0a184a4fbf" providerId="ADAL" clId="{CBF1E13D-E01C-449C-9C0C-FAA9452BD395}" dt="2026-05-31T17:09:11.775" v="5448" actId="14100"/>
          <ac:cxnSpMkLst>
            <pc:docMk/>
            <pc:sldMk cId="3132449272" sldId="259"/>
            <ac:cxnSpMk id="17" creationId="{838CFDF9-CE28-0014-B47E-287D2CE2B6D7}"/>
          </ac:cxnSpMkLst>
        </pc:cxnChg>
        <pc:cxnChg chg="mod ord">
          <ac:chgData name="Youssef Heneine (MiddleEast)" userId="c3334817-6464-468d-bc4a-4b0a184a4fbf" providerId="ADAL" clId="{CBF1E13D-E01C-449C-9C0C-FAA9452BD395}" dt="2026-05-31T17:09:01.674" v="5447" actId="1036"/>
          <ac:cxnSpMkLst>
            <pc:docMk/>
            <pc:sldMk cId="3132449272" sldId="259"/>
            <ac:cxnSpMk id="59" creationId="{2B1EBD47-0E61-2D1B-87CD-7798A1A2FCA4}"/>
          </ac:cxnSpMkLst>
        </pc:cxnChg>
      </pc:sldChg>
      <pc:sldChg chg="addSp delSp modSp mod">
        <pc:chgData name="Youssef Heneine (MiddleEast)" userId="c3334817-6464-468d-bc4a-4b0a184a4fbf" providerId="ADAL" clId="{CBF1E13D-E01C-449C-9C0C-FAA9452BD395}" dt="2026-06-01T07:39:44.061" v="8457" actId="478"/>
        <pc:sldMkLst>
          <pc:docMk/>
          <pc:sldMk cId="3663923344" sldId="283"/>
        </pc:sldMkLst>
        <pc:spChg chg="mod">
          <ac:chgData name="Youssef Heneine (MiddleEast)" userId="c3334817-6464-468d-bc4a-4b0a184a4fbf" providerId="ADAL" clId="{CBF1E13D-E01C-449C-9C0C-FAA9452BD395}" dt="2026-05-31T20:32:56.360" v="7302" actId="6549"/>
          <ac:spMkLst>
            <pc:docMk/>
            <pc:sldMk cId="3663923344" sldId="283"/>
            <ac:spMk id="2" creationId="{E4A37183-0B47-12BF-932A-CB222CFF7630}"/>
          </ac:spMkLst>
        </pc:spChg>
        <pc:grpChg chg="mod">
          <ac:chgData name="Youssef Heneine (MiddleEast)" userId="c3334817-6464-468d-bc4a-4b0a184a4fbf" providerId="ADAL" clId="{CBF1E13D-E01C-449C-9C0C-FAA9452BD395}" dt="2026-05-31T20:17:42.663" v="6911" actId="1076"/>
          <ac:grpSpMkLst>
            <pc:docMk/>
            <pc:sldMk cId="3663923344" sldId="283"/>
            <ac:grpSpMk id="130" creationId="{6543DE69-EDA7-2632-F261-56BF58AA5D82}"/>
          </ac:grpSpMkLst>
        </pc:grpChg>
      </pc:sldChg>
      <pc:sldChg chg="addSp delSp modSp mod">
        <pc:chgData name="Youssef Heneine (MiddleEast)" userId="c3334817-6464-468d-bc4a-4b0a184a4fbf" providerId="ADAL" clId="{CBF1E13D-E01C-449C-9C0C-FAA9452BD395}" dt="2026-06-01T08:03:41.093" v="9396" actId="20577"/>
        <pc:sldMkLst>
          <pc:docMk/>
          <pc:sldMk cId="3742581188" sldId="295"/>
        </pc:sldMkLst>
        <pc:spChg chg="mod">
          <ac:chgData name="Youssef Heneine (MiddleEast)" userId="c3334817-6464-468d-bc4a-4b0a184a4fbf" providerId="ADAL" clId="{CBF1E13D-E01C-449C-9C0C-FAA9452BD395}" dt="2026-06-01T07:13:02.090" v="8160" actId="20577"/>
          <ac:spMkLst>
            <pc:docMk/>
            <pc:sldMk cId="3742581188" sldId="295"/>
            <ac:spMk id="2" creationId="{7C23FECF-90AD-FEAA-F9EB-32CE513670C9}"/>
          </ac:spMkLst>
        </pc:spChg>
        <pc:spChg chg="mod">
          <ac:chgData name="Youssef Heneine (MiddleEast)" userId="c3334817-6464-468d-bc4a-4b0a184a4fbf" providerId="ADAL" clId="{CBF1E13D-E01C-449C-9C0C-FAA9452BD395}" dt="2026-06-01T07:13:16.147" v="8182" actId="20577"/>
          <ac:spMkLst>
            <pc:docMk/>
            <pc:sldMk cId="3742581188" sldId="295"/>
            <ac:spMk id="3" creationId="{6FFF33CD-5938-31CC-AC27-FDD0F193020E}"/>
          </ac:spMkLst>
        </pc:spChg>
        <pc:spChg chg="add del mod topLvl">
          <ac:chgData name="Youssef Heneine (MiddleEast)" userId="c3334817-6464-468d-bc4a-4b0a184a4fbf" providerId="ADAL" clId="{CBF1E13D-E01C-449C-9C0C-FAA9452BD395}" dt="2026-06-01T07:14:20.083" v="8196" actId="1036"/>
          <ac:spMkLst>
            <pc:docMk/>
            <pc:sldMk cId="3742581188" sldId="295"/>
            <ac:spMk id="5" creationId="{7B8355D5-3B26-ED33-D4C4-0701C4C274D5}"/>
          </ac:spMkLst>
        </pc:spChg>
        <pc:spChg chg="add del mod">
          <ac:chgData name="Youssef Heneine (MiddleEast)" userId="c3334817-6464-468d-bc4a-4b0a184a4fbf" providerId="ADAL" clId="{CBF1E13D-E01C-449C-9C0C-FAA9452BD395}" dt="2026-06-01T07:14:20.083" v="8196" actId="1036"/>
          <ac:spMkLst>
            <pc:docMk/>
            <pc:sldMk cId="3742581188" sldId="295"/>
            <ac:spMk id="6" creationId="{37384A57-38C5-FA1E-71EE-79C77FE1B9CE}"/>
          </ac:spMkLst>
        </pc:spChg>
        <pc:spChg chg="mod">
          <ac:chgData name="Youssef Heneine (MiddleEast)" userId="c3334817-6464-468d-bc4a-4b0a184a4fbf" providerId="ADAL" clId="{CBF1E13D-E01C-449C-9C0C-FAA9452BD395}" dt="2026-06-01T07:14:20.083" v="8196" actId="1036"/>
          <ac:spMkLst>
            <pc:docMk/>
            <pc:sldMk cId="3742581188" sldId="295"/>
            <ac:spMk id="10" creationId="{A5681ED1-F306-D476-991C-19FC0A0B9055}"/>
          </ac:spMkLst>
        </pc:spChg>
        <pc:spChg chg="mod">
          <ac:chgData name="Youssef Heneine (MiddleEast)" userId="c3334817-6464-468d-bc4a-4b0a184a4fbf" providerId="ADAL" clId="{CBF1E13D-E01C-449C-9C0C-FAA9452BD395}" dt="2026-06-01T08:03:41.093" v="9396" actId="20577"/>
          <ac:spMkLst>
            <pc:docMk/>
            <pc:sldMk cId="3742581188" sldId="295"/>
            <ac:spMk id="11" creationId="{7CCCED92-5600-0109-FEC5-65B8DBFF410D}"/>
          </ac:spMkLst>
        </pc:spChg>
        <pc:spChg chg="mod topLvl">
          <ac:chgData name="Youssef Heneine (MiddleEast)" userId="c3334817-6464-468d-bc4a-4b0a184a4fbf" providerId="ADAL" clId="{CBF1E13D-E01C-449C-9C0C-FAA9452BD395}" dt="2026-06-01T07:14:20.083" v="8196" actId="1036"/>
          <ac:spMkLst>
            <pc:docMk/>
            <pc:sldMk cId="3742581188" sldId="295"/>
            <ac:spMk id="23" creationId="{F1205B02-FC16-C229-CA5E-8150CF8A40A6}"/>
          </ac:spMkLst>
        </pc:spChg>
        <pc:spChg chg="mod">
          <ac:chgData name="Youssef Heneine (MiddleEast)" userId="c3334817-6464-468d-bc4a-4b0a184a4fbf" providerId="ADAL" clId="{CBF1E13D-E01C-449C-9C0C-FAA9452BD395}" dt="2026-05-31T17:22:00.474" v="5794" actId="165"/>
          <ac:spMkLst>
            <pc:docMk/>
            <pc:sldMk cId="3742581188" sldId="295"/>
            <ac:spMk id="26" creationId="{6C1F563F-77C1-E019-8C68-C813EF0ACD81}"/>
          </ac:spMkLst>
        </pc:spChg>
        <pc:spChg chg="mod">
          <ac:chgData name="Youssef Heneine (MiddleEast)" userId="c3334817-6464-468d-bc4a-4b0a184a4fbf" providerId="ADAL" clId="{CBF1E13D-E01C-449C-9C0C-FAA9452BD395}" dt="2026-05-31T17:22:00.474" v="5794" actId="165"/>
          <ac:spMkLst>
            <pc:docMk/>
            <pc:sldMk cId="3742581188" sldId="295"/>
            <ac:spMk id="28" creationId="{497711B6-9B11-EB1E-65AE-124850F24C65}"/>
          </ac:spMkLst>
        </pc:spChg>
        <pc:spChg chg="mod">
          <ac:chgData name="Youssef Heneine (MiddleEast)" userId="c3334817-6464-468d-bc4a-4b0a184a4fbf" providerId="ADAL" clId="{CBF1E13D-E01C-449C-9C0C-FAA9452BD395}" dt="2026-05-31T17:22:00.474" v="5794" actId="165"/>
          <ac:spMkLst>
            <pc:docMk/>
            <pc:sldMk cId="3742581188" sldId="295"/>
            <ac:spMk id="29" creationId="{73F8BA72-BDBC-B494-ED88-AC87F40FEBC5}"/>
          </ac:spMkLst>
        </pc:spChg>
        <pc:spChg chg="mod topLvl">
          <ac:chgData name="Youssef Heneine (MiddleEast)" userId="c3334817-6464-468d-bc4a-4b0a184a4fbf" providerId="ADAL" clId="{CBF1E13D-E01C-449C-9C0C-FAA9452BD395}" dt="2026-06-01T07:14:20.083" v="8196" actId="1036"/>
          <ac:spMkLst>
            <pc:docMk/>
            <pc:sldMk cId="3742581188" sldId="295"/>
            <ac:spMk id="39" creationId="{AC15E5F2-F14C-D6BE-3807-F8DF1B86C185}"/>
          </ac:spMkLst>
        </pc:spChg>
        <pc:spChg chg="mod topLvl">
          <ac:chgData name="Youssef Heneine (MiddleEast)" userId="c3334817-6464-468d-bc4a-4b0a184a4fbf" providerId="ADAL" clId="{CBF1E13D-E01C-449C-9C0C-FAA9452BD395}" dt="2026-06-01T07:14:20.083" v="8196" actId="1036"/>
          <ac:spMkLst>
            <pc:docMk/>
            <pc:sldMk cId="3742581188" sldId="295"/>
            <ac:spMk id="42" creationId="{0A63085E-6A4F-2CF0-D3C1-D55707FE32E6}"/>
          </ac:spMkLst>
        </pc:spChg>
        <pc:spChg chg="mod topLvl">
          <ac:chgData name="Youssef Heneine (MiddleEast)" userId="c3334817-6464-468d-bc4a-4b0a184a4fbf" providerId="ADAL" clId="{CBF1E13D-E01C-449C-9C0C-FAA9452BD395}" dt="2026-05-31T17:23:34.061" v="5805" actId="164"/>
          <ac:spMkLst>
            <pc:docMk/>
            <pc:sldMk cId="3742581188" sldId="295"/>
            <ac:spMk id="44" creationId="{BF6B6AD7-EA12-3A62-B303-4AD2AEF6B7CD}"/>
          </ac:spMkLst>
        </pc:spChg>
        <pc:spChg chg="mod">
          <ac:chgData name="Youssef Heneine (MiddleEast)" userId="c3334817-6464-468d-bc4a-4b0a184a4fbf" providerId="ADAL" clId="{CBF1E13D-E01C-449C-9C0C-FAA9452BD395}" dt="2026-05-31T17:22:09.878" v="5796" actId="165"/>
          <ac:spMkLst>
            <pc:docMk/>
            <pc:sldMk cId="3742581188" sldId="295"/>
            <ac:spMk id="45" creationId="{2161B991-5A33-731B-5B9A-97F8A097D18E}"/>
          </ac:spMkLst>
        </pc:spChg>
        <pc:spChg chg="mod">
          <ac:chgData name="Youssef Heneine (MiddleEast)" userId="c3334817-6464-468d-bc4a-4b0a184a4fbf" providerId="ADAL" clId="{CBF1E13D-E01C-449C-9C0C-FAA9452BD395}" dt="2026-06-01T08:00:16.975" v="9263" actId="20577"/>
          <ac:spMkLst>
            <pc:docMk/>
            <pc:sldMk cId="3742581188" sldId="295"/>
            <ac:spMk id="54" creationId="{6FBE1867-A062-5F0D-3984-DFB6DC6F32DD}"/>
          </ac:spMkLst>
        </pc:spChg>
        <pc:spChg chg="add del mod">
          <ac:chgData name="Youssef Heneine (MiddleEast)" userId="c3334817-6464-468d-bc4a-4b0a184a4fbf" providerId="ADAL" clId="{CBF1E13D-E01C-449C-9C0C-FAA9452BD395}" dt="2026-06-01T07:14:35.373" v="8206" actId="1038"/>
          <ac:spMkLst>
            <pc:docMk/>
            <pc:sldMk cId="3742581188" sldId="295"/>
            <ac:spMk id="61" creationId="{37F20B98-AEB3-A87D-23A4-3182FDB0105C}"/>
          </ac:spMkLst>
        </pc:spChg>
        <pc:spChg chg="mod topLvl">
          <ac:chgData name="Youssef Heneine (MiddleEast)" userId="c3334817-6464-468d-bc4a-4b0a184a4fbf" providerId="ADAL" clId="{CBF1E13D-E01C-449C-9C0C-FAA9452BD395}" dt="2026-06-01T07:14:35.373" v="8206" actId="1038"/>
          <ac:spMkLst>
            <pc:docMk/>
            <pc:sldMk cId="3742581188" sldId="295"/>
            <ac:spMk id="63" creationId="{920D1214-3AF4-2E0F-7E0F-D35A58813C59}"/>
          </ac:spMkLst>
        </pc:spChg>
        <pc:spChg chg="mod">
          <ac:chgData name="Youssef Heneine (MiddleEast)" userId="c3334817-6464-468d-bc4a-4b0a184a4fbf" providerId="ADAL" clId="{CBF1E13D-E01C-449C-9C0C-FAA9452BD395}" dt="2026-05-31T17:22:04.930" v="5795" actId="165"/>
          <ac:spMkLst>
            <pc:docMk/>
            <pc:sldMk cId="3742581188" sldId="295"/>
            <ac:spMk id="66" creationId="{35EA5930-8C98-FF2A-85B5-247EB200CCA7}"/>
          </ac:spMkLst>
        </pc:spChg>
        <pc:spChg chg="mod">
          <ac:chgData name="Youssef Heneine (MiddleEast)" userId="c3334817-6464-468d-bc4a-4b0a184a4fbf" providerId="ADAL" clId="{CBF1E13D-E01C-449C-9C0C-FAA9452BD395}" dt="2026-05-31T17:22:04.930" v="5795" actId="165"/>
          <ac:spMkLst>
            <pc:docMk/>
            <pc:sldMk cId="3742581188" sldId="295"/>
            <ac:spMk id="68" creationId="{7681A193-C6F1-FF55-49F7-20B75714B518}"/>
          </ac:spMkLst>
        </pc:spChg>
        <pc:spChg chg="mod">
          <ac:chgData name="Youssef Heneine (MiddleEast)" userId="c3334817-6464-468d-bc4a-4b0a184a4fbf" providerId="ADAL" clId="{CBF1E13D-E01C-449C-9C0C-FAA9452BD395}" dt="2026-05-31T17:22:04.930" v="5795" actId="165"/>
          <ac:spMkLst>
            <pc:docMk/>
            <pc:sldMk cId="3742581188" sldId="295"/>
            <ac:spMk id="69" creationId="{AD264885-124C-288E-7F81-4390D981C700}"/>
          </ac:spMkLst>
        </pc:spChg>
        <pc:spChg chg="mod">
          <ac:chgData name="Youssef Heneine (MiddleEast)" userId="c3334817-6464-468d-bc4a-4b0a184a4fbf" providerId="ADAL" clId="{CBF1E13D-E01C-449C-9C0C-FAA9452BD395}" dt="2026-05-31T17:40:33.776" v="5940" actId="20577"/>
          <ac:spMkLst>
            <pc:docMk/>
            <pc:sldMk cId="3742581188" sldId="295"/>
            <ac:spMk id="118" creationId="{EB0DBB71-5084-71B1-E5CC-CB77DAF940C1}"/>
          </ac:spMkLst>
        </pc:spChg>
        <pc:grpChg chg="mod">
          <ac:chgData name="Youssef Heneine (MiddleEast)" userId="c3334817-6464-468d-bc4a-4b0a184a4fbf" providerId="ADAL" clId="{CBF1E13D-E01C-449C-9C0C-FAA9452BD395}" dt="2026-06-01T07:13:38.805" v="8184" actId="1076"/>
          <ac:grpSpMkLst>
            <pc:docMk/>
            <pc:sldMk cId="3742581188" sldId="295"/>
            <ac:grpSpMk id="15" creationId="{F8060403-673E-E336-D724-3AEEF15C9C52}"/>
          </ac:grpSpMkLst>
        </pc:grpChg>
        <pc:grpChg chg="mod topLvl">
          <ac:chgData name="Youssef Heneine (MiddleEast)" userId="c3334817-6464-468d-bc4a-4b0a184a4fbf" providerId="ADAL" clId="{CBF1E13D-E01C-449C-9C0C-FAA9452BD395}" dt="2026-06-01T07:13:38.805" v="8184" actId="1076"/>
          <ac:grpSpMkLst>
            <pc:docMk/>
            <pc:sldMk cId="3742581188" sldId="295"/>
            <ac:grpSpMk id="24" creationId="{EAC8433B-FACB-536F-5B45-0658F4DCDCD0}"/>
          </ac:grpSpMkLst>
        </pc:grpChg>
        <pc:grpChg chg="mod">
          <ac:chgData name="Youssef Heneine (MiddleEast)" userId="c3334817-6464-468d-bc4a-4b0a184a4fbf" providerId="ADAL" clId="{CBF1E13D-E01C-449C-9C0C-FAA9452BD395}" dt="2026-05-31T17:22:00.474" v="5794" actId="165"/>
          <ac:grpSpMkLst>
            <pc:docMk/>
            <pc:sldMk cId="3742581188" sldId="295"/>
            <ac:grpSpMk id="25" creationId="{E0CE86D0-8817-7CA5-6FF5-716BC69156BB}"/>
          </ac:grpSpMkLst>
        </pc:grpChg>
        <pc:grpChg chg="add del mod topLvl">
          <ac:chgData name="Youssef Heneine (MiddleEast)" userId="c3334817-6464-468d-bc4a-4b0a184a4fbf" providerId="ADAL" clId="{CBF1E13D-E01C-449C-9C0C-FAA9452BD395}" dt="2026-05-31T17:23:34.061" v="5805" actId="164"/>
          <ac:grpSpMkLst>
            <pc:docMk/>
            <pc:sldMk cId="3742581188" sldId="295"/>
            <ac:grpSpMk id="41" creationId="{72C64851-47BD-44C6-53D1-AC7573DE4AAB}"/>
          </ac:grpSpMkLst>
        </pc:grpChg>
        <pc:grpChg chg="mod">
          <ac:chgData name="Youssef Heneine (MiddleEast)" userId="c3334817-6464-468d-bc4a-4b0a184a4fbf" providerId="ADAL" clId="{CBF1E13D-E01C-449C-9C0C-FAA9452BD395}" dt="2026-06-01T07:14:35.373" v="8206" actId="1038"/>
          <ac:grpSpMkLst>
            <pc:docMk/>
            <pc:sldMk cId="3742581188" sldId="295"/>
            <ac:grpSpMk id="51" creationId="{9B2B6026-518A-678D-0023-B740EB6164C6}"/>
          </ac:grpSpMkLst>
        </pc:grpChg>
        <pc:grpChg chg="mod topLvl">
          <ac:chgData name="Youssef Heneine (MiddleEast)" userId="c3334817-6464-468d-bc4a-4b0a184a4fbf" providerId="ADAL" clId="{CBF1E13D-E01C-449C-9C0C-FAA9452BD395}" dt="2026-06-01T07:14:35.373" v="8206" actId="1038"/>
          <ac:grpSpMkLst>
            <pc:docMk/>
            <pc:sldMk cId="3742581188" sldId="295"/>
            <ac:grpSpMk id="64" creationId="{3831C84C-42D7-BF74-4826-8153D0F479B8}"/>
          </ac:grpSpMkLst>
        </pc:grpChg>
        <pc:grpChg chg="mod">
          <ac:chgData name="Youssef Heneine (MiddleEast)" userId="c3334817-6464-468d-bc4a-4b0a184a4fbf" providerId="ADAL" clId="{CBF1E13D-E01C-449C-9C0C-FAA9452BD395}" dt="2026-05-31T17:22:04.930" v="5795" actId="165"/>
          <ac:grpSpMkLst>
            <pc:docMk/>
            <pc:sldMk cId="3742581188" sldId="295"/>
            <ac:grpSpMk id="65" creationId="{493D9CF1-51D2-0D71-E7A7-5E83A5B7C5D0}"/>
          </ac:grpSpMkLst>
        </pc:grpChg>
        <pc:grpChg chg="add mod">
          <ac:chgData name="Youssef Heneine (MiddleEast)" userId="c3334817-6464-468d-bc4a-4b0a184a4fbf" providerId="ADAL" clId="{CBF1E13D-E01C-449C-9C0C-FAA9452BD395}" dt="2026-06-01T07:13:54.699" v="8186" actId="1076"/>
          <ac:grpSpMkLst>
            <pc:docMk/>
            <pc:sldMk cId="3742581188" sldId="295"/>
            <ac:grpSpMk id="78" creationId="{E26C2D2C-61F5-3AB3-858E-294AFC13182B}"/>
          </ac:grpSpMkLst>
        </pc:grpChg>
        <pc:grpChg chg="mod">
          <ac:chgData name="Youssef Heneine (MiddleEast)" userId="c3334817-6464-468d-bc4a-4b0a184a4fbf" providerId="ADAL" clId="{CBF1E13D-E01C-449C-9C0C-FAA9452BD395}" dt="2026-06-01T07:13:54.699" v="8186" actId="1076"/>
          <ac:grpSpMkLst>
            <pc:docMk/>
            <pc:sldMk cId="3742581188" sldId="295"/>
            <ac:grpSpMk id="111" creationId="{94B1BE55-9C79-2FA1-26CC-4432E6A51319}"/>
          </ac:grpSpMkLst>
        </pc:grpChg>
        <pc:cxnChg chg="mod">
          <ac:chgData name="Youssef Heneine (MiddleEast)" userId="c3334817-6464-468d-bc4a-4b0a184a4fbf" providerId="ADAL" clId="{CBF1E13D-E01C-449C-9C0C-FAA9452BD395}" dt="2026-05-31T17:22:00.474" v="5794" actId="165"/>
          <ac:cxnSpMkLst>
            <pc:docMk/>
            <pc:sldMk cId="3742581188" sldId="295"/>
            <ac:cxnSpMk id="27" creationId="{AE4D510E-34F4-2D5F-52D3-722118974372}"/>
          </ac:cxnSpMkLst>
        </pc:cxnChg>
        <pc:cxnChg chg="mod">
          <ac:chgData name="Youssef Heneine (MiddleEast)" userId="c3334817-6464-468d-bc4a-4b0a184a4fbf" providerId="ADAL" clId="{CBF1E13D-E01C-449C-9C0C-FAA9452BD395}" dt="2026-05-31T17:22:00.474" v="5794" actId="165"/>
          <ac:cxnSpMkLst>
            <pc:docMk/>
            <pc:sldMk cId="3742581188" sldId="295"/>
            <ac:cxnSpMk id="30" creationId="{E2E6892F-8A99-6800-79BD-A0B500F30CAF}"/>
          </ac:cxnSpMkLst>
        </pc:cxnChg>
        <pc:cxnChg chg="mod">
          <ac:chgData name="Youssef Heneine (MiddleEast)" userId="c3334817-6464-468d-bc4a-4b0a184a4fbf" providerId="ADAL" clId="{CBF1E13D-E01C-449C-9C0C-FAA9452BD395}" dt="2026-05-31T17:22:09.878" v="5796" actId="165"/>
          <ac:cxnSpMkLst>
            <pc:docMk/>
            <pc:sldMk cId="3742581188" sldId="295"/>
            <ac:cxnSpMk id="46" creationId="{CFE78E9E-A551-5C78-2FFB-6FE35F138B70}"/>
          </ac:cxnSpMkLst>
        </pc:cxnChg>
        <pc:cxnChg chg="mod">
          <ac:chgData name="Youssef Heneine (MiddleEast)" userId="c3334817-6464-468d-bc4a-4b0a184a4fbf" providerId="ADAL" clId="{CBF1E13D-E01C-449C-9C0C-FAA9452BD395}" dt="2026-05-31T17:22:04.930" v="5795" actId="165"/>
          <ac:cxnSpMkLst>
            <pc:docMk/>
            <pc:sldMk cId="3742581188" sldId="295"/>
            <ac:cxnSpMk id="67" creationId="{C7EE23FE-9203-8FD6-F3CA-AD4C8706ABAB}"/>
          </ac:cxnSpMkLst>
        </pc:cxnChg>
        <pc:cxnChg chg="mod">
          <ac:chgData name="Youssef Heneine (MiddleEast)" userId="c3334817-6464-468d-bc4a-4b0a184a4fbf" providerId="ADAL" clId="{CBF1E13D-E01C-449C-9C0C-FAA9452BD395}" dt="2026-05-31T17:22:04.930" v="5795" actId="165"/>
          <ac:cxnSpMkLst>
            <pc:docMk/>
            <pc:sldMk cId="3742581188" sldId="295"/>
            <ac:cxnSpMk id="70" creationId="{E90FECB5-8AEE-6CAE-2EA5-586C5094511D}"/>
          </ac:cxnSpMkLst>
        </pc:cxnChg>
      </pc:sldChg>
      <pc:sldChg chg="add">
        <pc:chgData name="Youssef Heneine (MiddleEast)" userId="c3334817-6464-468d-bc4a-4b0a184a4fbf" providerId="ADAL" clId="{CBF1E13D-E01C-449C-9C0C-FAA9452BD395}" dt="2026-06-01T07:27:33.730" v="8208"/>
        <pc:sldMkLst>
          <pc:docMk/>
          <pc:sldMk cId="3649345861" sldId="298"/>
        </pc:sldMkLst>
      </pc:sldChg>
      <pc:sldChg chg="addSp delSp modSp mod">
        <pc:chgData name="Youssef Heneine (MiddleEast)" userId="c3334817-6464-468d-bc4a-4b0a184a4fbf" providerId="ADAL" clId="{CBF1E13D-E01C-449C-9C0C-FAA9452BD395}" dt="2026-06-01T08:03:19.790" v="9387" actId="14100"/>
        <pc:sldMkLst>
          <pc:docMk/>
          <pc:sldMk cId="3025274122" sldId="313"/>
        </pc:sldMkLst>
        <pc:spChg chg="mod">
          <ac:chgData name="Youssef Heneine (MiddleEast)" userId="c3334817-6464-468d-bc4a-4b0a184a4fbf" providerId="ADAL" clId="{CBF1E13D-E01C-449C-9C0C-FAA9452BD395}" dt="2026-06-01T07:47:45.013" v="8673" actId="20577"/>
          <ac:spMkLst>
            <pc:docMk/>
            <pc:sldMk cId="3025274122" sldId="313"/>
            <ac:spMk id="2" creationId="{0787AD0B-8DA5-99CB-C2A6-51403B65E979}"/>
          </ac:spMkLst>
        </pc:spChg>
        <pc:spChg chg="mod">
          <ac:chgData name="Youssef Heneine (MiddleEast)" userId="c3334817-6464-468d-bc4a-4b0a184a4fbf" providerId="ADAL" clId="{CBF1E13D-E01C-449C-9C0C-FAA9452BD395}" dt="2026-06-01T07:57:28.953" v="9160" actId="20577"/>
          <ac:spMkLst>
            <pc:docMk/>
            <pc:sldMk cId="3025274122" sldId="313"/>
            <ac:spMk id="5" creationId="{3C10180D-76E0-B387-14B9-81C693CABE1E}"/>
          </ac:spMkLst>
        </pc:spChg>
        <pc:spChg chg="mod">
          <ac:chgData name="Youssef Heneine (MiddleEast)" userId="c3334817-6464-468d-bc4a-4b0a184a4fbf" providerId="ADAL" clId="{CBF1E13D-E01C-449C-9C0C-FAA9452BD395}" dt="2026-06-01T07:58:45.480" v="9243" actId="20577"/>
          <ac:spMkLst>
            <pc:docMk/>
            <pc:sldMk cId="3025274122" sldId="313"/>
            <ac:spMk id="12" creationId="{B89781F6-56CB-7975-C6AB-DDD0E39BA9BD}"/>
          </ac:spMkLst>
        </pc:spChg>
        <pc:spChg chg="mod">
          <ac:chgData name="Youssef Heneine (MiddleEast)" userId="c3334817-6464-468d-bc4a-4b0a184a4fbf" providerId="ADAL" clId="{CBF1E13D-E01C-449C-9C0C-FAA9452BD395}" dt="2026-06-01T08:01:32.854" v="9334" actId="20577"/>
          <ac:spMkLst>
            <pc:docMk/>
            <pc:sldMk cId="3025274122" sldId="313"/>
            <ac:spMk id="13" creationId="{560414A7-6A8B-6D17-5034-BF78F9EBF199}"/>
          </ac:spMkLst>
        </pc:spChg>
        <pc:spChg chg="mod">
          <ac:chgData name="Youssef Heneine (MiddleEast)" userId="c3334817-6464-468d-bc4a-4b0a184a4fbf" providerId="ADAL" clId="{CBF1E13D-E01C-449C-9C0C-FAA9452BD395}" dt="2026-06-01T07:58:07.216" v="9192" actId="20577"/>
          <ac:spMkLst>
            <pc:docMk/>
            <pc:sldMk cId="3025274122" sldId="313"/>
            <ac:spMk id="16" creationId="{992B63DE-79A1-073A-CDDA-42B064B3E9DE}"/>
          </ac:spMkLst>
        </pc:spChg>
        <pc:spChg chg="mod">
          <ac:chgData name="Youssef Heneine (MiddleEast)" userId="c3334817-6464-468d-bc4a-4b0a184a4fbf" providerId="ADAL" clId="{CBF1E13D-E01C-449C-9C0C-FAA9452BD395}" dt="2026-06-01T07:58:00.760" v="9182" actId="20577"/>
          <ac:spMkLst>
            <pc:docMk/>
            <pc:sldMk cId="3025274122" sldId="313"/>
            <ac:spMk id="17" creationId="{82E804A1-749C-6777-08DF-FC8C824778F0}"/>
          </ac:spMkLst>
        </pc:spChg>
        <pc:spChg chg="mod">
          <ac:chgData name="Youssef Heneine (MiddleEast)" userId="c3334817-6464-468d-bc4a-4b0a184a4fbf" providerId="ADAL" clId="{CBF1E13D-E01C-449C-9C0C-FAA9452BD395}" dt="2026-06-01T07:57:55.207" v="9170" actId="20577"/>
          <ac:spMkLst>
            <pc:docMk/>
            <pc:sldMk cId="3025274122" sldId="313"/>
            <ac:spMk id="18" creationId="{3934EA95-2B16-A1A3-E184-0E3A7A43F6BA}"/>
          </ac:spMkLst>
        </pc:spChg>
        <pc:spChg chg="mod">
          <ac:chgData name="Youssef Heneine (MiddleEast)" userId="c3334817-6464-468d-bc4a-4b0a184a4fbf" providerId="ADAL" clId="{CBF1E13D-E01C-449C-9C0C-FAA9452BD395}" dt="2026-06-01T07:51:41.982" v="8860" actId="1036"/>
          <ac:spMkLst>
            <pc:docMk/>
            <pc:sldMk cId="3025274122" sldId="313"/>
            <ac:spMk id="19" creationId="{F717F921-DC09-18B0-A6AA-E744E139E2C8}"/>
          </ac:spMkLst>
        </pc:spChg>
        <pc:spChg chg="add mod">
          <ac:chgData name="Youssef Heneine (MiddleEast)" userId="c3334817-6464-468d-bc4a-4b0a184a4fbf" providerId="ADAL" clId="{CBF1E13D-E01C-449C-9C0C-FAA9452BD395}" dt="2026-06-01T07:53:57.113" v="8958" actId="1036"/>
          <ac:spMkLst>
            <pc:docMk/>
            <pc:sldMk cId="3025274122" sldId="313"/>
            <ac:spMk id="31" creationId="{C86FC1AC-831B-72F8-149A-78AD08837D95}"/>
          </ac:spMkLst>
        </pc:spChg>
        <pc:spChg chg="mod">
          <ac:chgData name="Youssef Heneine (MiddleEast)" userId="c3334817-6464-468d-bc4a-4b0a184a4fbf" providerId="ADAL" clId="{CBF1E13D-E01C-449C-9C0C-FAA9452BD395}" dt="2026-06-01T07:55:10.011" v="9003" actId="1035"/>
          <ac:spMkLst>
            <pc:docMk/>
            <pc:sldMk cId="3025274122" sldId="313"/>
            <ac:spMk id="32" creationId="{F27D7FC9-6451-E77B-DFAB-7A87D324B09B}"/>
          </ac:spMkLst>
        </pc:spChg>
        <pc:spChg chg="add mod">
          <ac:chgData name="Youssef Heneine (MiddleEast)" userId="c3334817-6464-468d-bc4a-4b0a184a4fbf" providerId="ADAL" clId="{CBF1E13D-E01C-449C-9C0C-FAA9452BD395}" dt="2026-06-01T07:55:10.011" v="9003" actId="1035"/>
          <ac:spMkLst>
            <pc:docMk/>
            <pc:sldMk cId="3025274122" sldId="313"/>
            <ac:spMk id="33" creationId="{DBF2DBD6-D5BB-8CA5-A087-A520203D89FB}"/>
          </ac:spMkLst>
        </pc:spChg>
        <pc:spChg chg="add mod">
          <ac:chgData name="Youssef Heneine (MiddleEast)" userId="c3334817-6464-468d-bc4a-4b0a184a4fbf" providerId="ADAL" clId="{CBF1E13D-E01C-449C-9C0C-FAA9452BD395}" dt="2026-06-01T07:57:03.463" v="9134" actId="1038"/>
          <ac:spMkLst>
            <pc:docMk/>
            <pc:sldMk cId="3025274122" sldId="313"/>
            <ac:spMk id="34" creationId="{EFD5945D-B297-E2E6-3501-FB7AA95B78B4}"/>
          </ac:spMkLst>
        </pc:spChg>
        <pc:spChg chg="mod">
          <ac:chgData name="Youssef Heneine (MiddleEast)" userId="c3334817-6464-468d-bc4a-4b0a184a4fbf" providerId="ADAL" clId="{CBF1E13D-E01C-449C-9C0C-FAA9452BD395}" dt="2026-06-01T07:54:20.918" v="8971" actId="1035"/>
          <ac:spMkLst>
            <pc:docMk/>
            <pc:sldMk cId="3025274122" sldId="313"/>
            <ac:spMk id="75" creationId="{307FE44A-6024-17DA-3CA9-11DFB7E14AD8}"/>
          </ac:spMkLst>
        </pc:spChg>
        <pc:spChg chg="mod">
          <ac:chgData name="Youssef Heneine (MiddleEast)" userId="c3334817-6464-468d-bc4a-4b0a184a4fbf" providerId="ADAL" clId="{CBF1E13D-E01C-449C-9C0C-FAA9452BD395}" dt="2026-06-01T07:55:10.011" v="9003" actId="1035"/>
          <ac:spMkLst>
            <pc:docMk/>
            <pc:sldMk cId="3025274122" sldId="313"/>
            <ac:spMk id="78" creationId="{A643C70D-6826-461E-9255-0F006B40EF64}"/>
          </ac:spMkLst>
        </pc:spChg>
        <pc:spChg chg="mod">
          <ac:chgData name="Youssef Heneine (MiddleEast)" userId="c3334817-6464-468d-bc4a-4b0a184a4fbf" providerId="ADAL" clId="{CBF1E13D-E01C-449C-9C0C-FAA9452BD395}" dt="2026-06-01T08:03:19.790" v="9387" actId="14100"/>
          <ac:spMkLst>
            <pc:docMk/>
            <pc:sldMk cId="3025274122" sldId="313"/>
            <ac:spMk id="79" creationId="{96D90C33-A8D9-59C7-76A4-96FE410A82E4}"/>
          </ac:spMkLst>
        </pc:spChg>
        <pc:spChg chg="mod">
          <ac:chgData name="Youssef Heneine (MiddleEast)" userId="c3334817-6464-468d-bc4a-4b0a184a4fbf" providerId="ADAL" clId="{CBF1E13D-E01C-449C-9C0C-FAA9452BD395}" dt="2026-06-01T07:51:13.117" v="8840" actId="1036"/>
          <ac:spMkLst>
            <pc:docMk/>
            <pc:sldMk cId="3025274122" sldId="313"/>
            <ac:spMk id="85" creationId="{4EBA5CA1-884C-CAE6-A52F-8B0B607663A8}"/>
          </ac:spMkLst>
        </pc:spChg>
        <pc:spChg chg="mod">
          <ac:chgData name="Youssef Heneine (MiddleEast)" userId="c3334817-6464-468d-bc4a-4b0a184a4fbf" providerId="ADAL" clId="{CBF1E13D-E01C-449C-9C0C-FAA9452BD395}" dt="2026-06-01T07:54:20.918" v="8971" actId="1035"/>
          <ac:spMkLst>
            <pc:docMk/>
            <pc:sldMk cId="3025274122" sldId="313"/>
            <ac:spMk id="87" creationId="{450DD683-A781-00EB-A210-43D49A49AEA5}"/>
          </ac:spMkLst>
        </pc:spChg>
        <pc:spChg chg="mod">
          <ac:chgData name="Youssef Heneine (MiddleEast)" userId="c3334817-6464-468d-bc4a-4b0a184a4fbf" providerId="ADAL" clId="{CBF1E13D-E01C-449C-9C0C-FAA9452BD395}" dt="2026-06-01T07:54:20.918" v="8971" actId="1035"/>
          <ac:spMkLst>
            <pc:docMk/>
            <pc:sldMk cId="3025274122" sldId="313"/>
            <ac:spMk id="88" creationId="{0553F3E8-D873-1D83-2EDA-72B383F8B351}"/>
          </ac:spMkLst>
        </pc:spChg>
        <pc:spChg chg="add del mod">
          <ac:chgData name="Youssef Heneine (MiddleEast)" userId="c3334817-6464-468d-bc4a-4b0a184a4fbf" providerId="ADAL" clId="{CBF1E13D-E01C-449C-9C0C-FAA9452BD395}" dt="2026-06-01T07:55:52.327" v="9050" actId="20577"/>
          <ac:spMkLst>
            <pc:docMk/>
            <pc:sldMk cId="3025274122" sldId="313"/>
            <ac:spMk id="90" creationId="{33C415A7-17E0-5517-7EBC-FCBFCBA0734C}"/>
          </ac:spMkLst>
        </pc:spChg>
        <pc:spChg chg="mod">
          <ac:chgData name="Youssef Heneine (MiddleEast)" userId="c3334817-6464-468d-bc4a-4b0a184a4fbf" providerId="ADAL" clId="{CBF1E13D-E01C-449C-9C0C-FAA9452BD395}" dt="2026-06-01T08:02:03.457" v="9335" actId="14100"/>
          <ac:spMkLst>
            <pc:docMk/>
            <pc:sldMk cId="3025274122" sldId="313"/>
            <ac:spMk id="103" creationId="{F5B0FA0F-90E5-6403-4671-8CE57B9C6FE5}"/>
          </ac:spMkLst>
        </pc:spChg>
        <pc:spChg chg="mod">
          <ac:chgData name="Youssef Heneine (MiddleEast)" userId="c3334817-6464-468d-bc4a-4b0a184a4fbf" providerId="ADAL" clId="{CBF1E13D-E01C-449C-9C0C-FAA9452BD395}" dt="2026-06-01T08:02:15.259" v="9337" actId="14100"/>
          <ac:spMkLst>
            <pc:docMk/>
            <pc:sldMk cId="3025274122" sldId="313"/>
            <ac:spMk id="104" creationId="{7DA5C829-73E2-C987-6AA3-7CA327D2E89B}"/>
          </ac:spMkLst>
        </pc:spChg>
        <pc:spChg chg="mod">
          <ac:chgData name="Youssef Heneine (MiddleEast)" userId="c3334817-6464-468d-bc4a-4b0a184a4fbf" providerId="ADAL" clId="{CBF1E13D-E01C-449C-9C0C-FAA9452BD395}" dt="2026-06-01T07:56:13.644" v="9051" actId="14100"/>
          <ac:spMkLst>
            <pc:docMk/>
            <pc:sldMk cId="3025274122" sldId="313"/>
            <ac:spMk id="107" creationId="{CE4F0BAC-7BA2-804A-36D5-A86BDDE689AF}"/>
          </ac:spMkLst>
        </pc:spChg>
        <pc:spChg chg="mod">
          <ac:chgData name="Youssef Heneine (MiddleEast)" userId="c3334817-6464-468d-bc4a-4b0a184a4fbf" providerId="ADAL" clId="{CBF1E13D-E01C-449C-9C0C-FAA9452BD395}" dt="2026-06-01T07:53:46.533" v="8955" actId="1036"/>
          <ac:spMkLst>
            <pc:docMk/>
            <pc:sldMk cId="3025274122" sldId="313"/>
            <ac:spMk id="120" creationId="{34E4B531-2194-53FF-9187-7982FBBEAD11}"/>
          </ac:spMkLst>
        </pc:spChg>
        <pc:spChg chg="mod">
          <ac:chgData name="Youssef Heneine (MiddleEast)" userId="c3334817-6464-468d-bc4a-4b0a184a4fbf" providerId="ADAL" clId="{CBF1E13D-E01C-449C-9C0C-FAA9452BD395}" dt="2026-06-01T07:54:08.832" v="8961" actId="1036"/>
          <ac:spMkLst>
            <pc:docMk/>
            <pc:sldMk cId="3025274122" sldId="313"/>
            <ac:spMk id="122" creationId="{BA4A842D-95A3-4FBE-1239-1DA7FEB57D98}"/>
          </ac:spMkLst>
        </pc:spChg>
        <pc:spChg chg="mod">
          <ac:chgData name="Youssef Heneine (MiddleEast)" userId="c3334817-6464-468d-bc4a-4b0a184a4fbf" providerId="ADAL" clId="{CBF1E13D-E01C-449C-9C0C-FAA9452BD395}" dt="2026-06-01T07:55:10.011" v="9003" actId="1035"/>
          <ac:spMkLst>
            <pc:docMk/>
            <pc:sldMk cId="3025274122" sldId="313"/>
            <ac:spMk id="136" creationId="{D5B80AF4-E46D-5356-E287-0070CE7B4DC9}"/>
          </ac:spMkLst>
        </pc:spChg>
        <pc:spChg chg="add del mod">
          <ac:chgData name="Youssef Heneine (MiddleEast)" userId="c3334817-6464-468d-bc4a-4b0a184a4fbf" providerId="ADAL" clId="{CBF1E13D-E01C-449C-9C0C-FAA9452BD395}" dt="2026-06-01T07:53:46.533" v="8955" actId="1036"/>
          <ac:spMkLst>
            <pc:docMk/>
            <pc:sldMk cId="3025274122" sldId="313"/>
            <ac:spMk id="139" creationId="{89F20C5B-62F7-EC25-FED1-2A7E742E781B}"/>
          </ac:spMkLst>
        </pc:spChg>
        <pc:spChg chg="mod">
          <ac:chgData name="Youssef Heneine (MiddleEast)" userId="c3334817-6464-468d-bc4a-4b0a184a4fbf" providerId="ADAL" clId="{CBF1E13D-E01C-449C-9C0C-FAA9452BD395}" dt="2026-06-01T07:53:46.533" v="8955" actId="1036"/>
          <ac:spMkLst>
            <pc:docMk/>
            <pc:sldMk cId="3025274122" sldId="313"/>
            <ac:spMk id="140" creationId="{95E73F1A-18B0-07E9-F56A-5D44D913EFD1}"/>
          </ac:spMkLst>
        </pc:spChg>
        <pc:spChg chg="add del mod">
          <ac:chgData name="Youssef Heneine (MiddleEast)" userId="c3334817-6464-468d-bc4a-4b0a184a4fbf" providerId="ADAL" clId="{CBF1E13D-E01C-449C-9C0C-FAA9452BD395}" dt="2026-06-01T07:53:46.533" v="8955" actId="1036"/>
          <ac:spMkLst>
            <pc:docMk/>
            <pc:sldMk cId="3025274122" sldId="313"/>
            <ac:spMk id="141" creationId="{616633E6-8063-BEB5-EBCA-F84A991F313B}"/>
          </ac:spMkLst>
        </pc:spChg>
        <pc:spChg chg="mod">
          <ac:chgData name="Youssef Heneine (MiddleEast)" userId="c3334817-6464-468d-bc4a-4b0a184a4fbf" providerId="ADAL" clId="{CBF1E13D-E01C-449C-9C0C-FAA9452BD395}" dt="2026-06-01T07:54:08.832" v="8961" actId="1036"/>
          <ac:spMkLst>
            <pc:docMk/>
            <pc:sldMk cId="3025274122" sldId="313"/>
            <ac:spMk id="142" creationId="{7D258587-54E5-0585-E850-5C088DA2ABF2}"/>
          </ac:spMkLst>
        </pc:spChg>
        <pc:spChg chg="mod">
          <ac:chgData name="Youssef Heneine (MiddleEast)" userId="c3334817-6464-468d-bc4a-4b0a184a4fbf" providerId="ADAL" clId="{CBF1E13D-E01C-449C-9C0C-FAA9452BD395}" dt="2026-06-01T07:50:34.491" v="8809" actId="20577"/>
          <ac:spMkLst>
            <pc:docMk/>
            <pc:sldMk cId="3025274122" sldId="313"/>
            <ac:spMk id="153" creationId="{CFC310A6-8544-47F9-0B4C-8F286FCD62E6}"/>
          </ac:spMkLst>
        </pc:spChg>
        <pc:spChg chg="mod">
          <ac:chgData name="Youssef Heneine (MiddleEast)" userId="c3334817-6464-468d-bc4a-4b0a184a4fbf" providerId="ADAL" clId="{CBF1E13D-E01C-449C-9C0C-FAA9452BD395}" dt="2026-06-01T07:55:10.011" v="9003" actId="1035"/>
          <ac:spMkLst>
            <pc:docMk/>
            <pc:sldMk cId="3025274122" sldId="313"/>
            <ac:spMk id="156" creationId="{817A5C82-6336-24B0-4A81-EAC1CA543555}"/>
          </ac:spMkLst>
        </pc:spChg>
        <pc:spChg chg="mod">
          <ac:chgData name="Youssef Heneine (MiddleEast)" userId="c3334817-6464-468d-bc4a-4b0a184a4fbf" providerId="ADAL" clId="{CBF1E13D-E01C-449C-9C0C-FAA9452BD395}" dt="2026-06-01T07:55:03.885" v="9002" actId="1035"/>
          <ac:spMkLst>
            <pc:docMk/>
            <pc:sldMk cId="3025274122" sldId="313"/>
            <ac:spMk id="158" creationId="{ACDA9609-2D07-F926-9F53-C6D5CA2AACEE}"/>
          </ac:spMkLst>
        </pc:spChg>
        <pc:spChg chg="mod">
          <ac:chgData name="Youssef Heneine (MiddleEast)" userId="c3334817-6464-468d-bc4a-4b0a184a4fbf" providerId="ADAL" clId="{CBF1E13D-E01C-449C-9C0C-FAA9452BD395}" dt="2026-06-01T07:55:10.011" v="9003" actId="1035"/>
          <ac:spMkLst>
            <pc:docMk/>
            <pc:sldMk cId="3025274122" sldId="313"/>
            <ac:spMk id="164" creationId="{6EADB74B-DABA-AB04-BE2D-994A131E9B34}"/>
          </ac:spMkLst>
        </pc:spChg>
        <pc:cxnChg chg="add del">
          <ac:chgData name="Youssef Heneine (MiddleEast)" userId="c3334817-6464-468d-bc4a-4b0a184a4fbf" providerId="ADAL" clId="{CBF1E13D-E01C-449C-9C0C-FAA9452BD395}" dt="2026-06-01T07:47:57.056" v="8677" actId="478"/>
          <ac:cxnSpMkLst>
            <pc:docMk/>
            <pc:sldMk cId="3025274122" sldId="313"/>
            <ac:cxnSpMk id="66" creationId="{68570D00-87DF-FA65-1B6F-66AF5460B79A}"/>
          </ac:cxnSpMkLst>
        </pc:cxnChg>
      </pc:sldChg>
      <pc:sldChg chg="addSp delSp modSp mod">
        <pc:chgData name="Youssef Heneine (MiddleEast)" userId="c3334817-6464-468d-bc4a-4b0a184a4fbf" providerId="ADAL" clId="{CBF1E13D-E01C-449C-9C0C-FAA9452BD395}" dt="2026-05-31T17:42:54.376" v="5954"/>
        <pc:sldMkLst>
          <pc:docMk/>
          <pc:sldMk cId="3656861375" sldId="314"/>
        </pc:sldMkLst>
        <pc:spChg chg="mod">
          <ac:chgData name="Youssef Heneine (MiddleEast)" userId="c3334817-6464-468d-bc4a-4b0a184a4fbf" providerId="ADAL" clId="{CBF1E13D-E01C-449C-9C0C-FAA9452BD395}" dt="2026-05-24T12:06:14.861" v="2386" actId="20577"/>
          <ac:spMkLst>
            <pc:docMk/>
            <pc:sldMk cId="3656861375" sldId="314"/>
            <ac:spMk id="4" creationId="{8CF5C4AC-F937-F9C2-C085-6985E287BD52}"/>
          </ac:spMkLst>
        </pc:spChg>
        <pc:spChg chg="add mod">
          <ac:chgData name="Youssef Heneine (MiddleEast)" userId="c3334817-6464-468d-bc4a-4b0a184a4fbf" providerId="ADAL" clId="{CBF1E13D-E01C-449C-9C0C-FAA9452BD395}" dt="2026-05-31T17:42:54.376" v="5954"/>
          <ac:spMkLst>
            <pc:docMk/>
            <pc:sldMk cId="3656861375" sldId="314"/>
            <ac:spMk id="5" creationId="{45FA8F3F-577B-1ED8-FDB6-FF57BC42962C}"/>
          </ac:spMkLst>
        </pc:spChg>
      </pc:sldChg>
      <pc:sldChg chg="add">
        <pc:chgData name="Youssef Heneine (MiddleEast)" userId="c3334817-6464-468d-bc4a-4b0a184a4fbf" providerId="ADAL" clId="{CBF1E13D-E01C-449C-9C0C-FAA9452BD395}" dt="2026-06-01T07:27:33.730" v="8208"/>
        <pc:sldMkLst>
          <pc:docMk/>
          <pc:sldMk cId="2511558328" sldId="315"/>
        </pc:sldMkLst>
      </pc:sldChg>
      <pc:sldChg chg="add">
        <pc:chgData name="Youssef Heneine (MiddleEast)" userId="c3334817-6464-468d-bc4a-4b0a184a4fbf" providerId="ADAL" clId="{CBF1E13D-E01C-449C-9C0C-FAA9452BD395}" dt="2026-06-01T07:27:33.730" v="8208"/>
        <pc:sldMkLst>
          <pc:docMk/>
          <pc:sldMk cId="3040122213" sldId="2147483636"/>
        </pc:sldMkLst>
      </pc:sldChg>
      <pc:sldChg chg="add">
        <pc:chgData name="Youssef Heneine (MiddleEast)" userId="c3334817-6464-468d-bc4a-4b0a184a4fbf" providerId="ADAL" clId="{CBF1E13D-E01C-449C-9C0C-FAA9452BD395}" dt="2026-06-01T07:27:33.730" v="8208"/>
        <pc:sldMkLst>
          <pc:docMk/>
          <pc:sldMk cId="3577361550" sldId="2147483637"/>
        </pc:sldMkLst>
      </pc:sldChg>
      <pc:sldChg chg="addSp delSp modSp mod">
        <pc:chgData name="Youssef Heneine (MiddleEast)" userId="c3334817-6464-468d-bc4a-4b0a184a4fbf" providerId="ADAL" clId="{CBF1E13D-E01C-449C-9C0C-FAA9452BD395}" dt="2026-06-01T08:07:31.038" v="9713" actId="1036"/>
        <pc:sldMkLst>
          <pc:docMk/>
          <pc:sldMk cId="2672280167" sldId="2147483639"/>
        </pc:sldMkLst>
        <pc:spChg chg="add mod">
          <ac:chgData name="Youssef Heneine (MiddleEast)" userId="c3334817-6464-468d-bc4a-4b0a184a4fbf" providerId="ADAL" clId="{CBF1E13D-E01C-449C-9C0C-FAA9452BD395}" dt="2026-06-01T08:07:27.818" v="9711" actId="1036"/>
          <ac:spMkLst>
            <pc:docMk/>
            <pc:sldMk cId="2672280167" sldId="2147483639"/>
            <ac:spMk id="2" creationId="{386B1011-4FB4-917D-D448-B183A25EB869}"/>
          </ac:spMkLst>
        </pc:spChg>
        <pc:spChg chg="mod">
          <ac:chgData name="Youssef Heneine (MiddleEast)" userId="c3334817-6464-468d-bc4a-4b0a184a4fbf" providerId="ADAL" clId="{CBF1E13D-E01C-449C-9C0C-FAA9452BD395}" dt="2026-06-01T08:04:11.253" v="9418" actId="20577"/>
          <ac:spMkLst>
            <pc:docMk/>
            <pc:sldMk cId="2672280167" sldId="2147483639"/>
            <ac:spMk id="4" creationId="{56A2FA07-87BB-144E-840F-887C1874CBEE}"/>
          </ac:spMkLst>
        </pc:spChg>
        <pc:spChg chg="mod">
          <ac:chgData name="Youssef Heneine (MiddleEast)" userId="c3334817-6464-468d-bc4a-4b0a184a4fbf" providerId="ADAL" clId="{CBF1E13D-E01C-449C-9C0C-FAA9452BD395}" dt="2026-06-01T08:07:31.038" v="9713" actId="1036"/>
          <ac:spMkLst>
            <pc:docMk/>
            <pc:sldMk cId="2672280167" sldId="2147483639"/>
            <ac:spMk id="32" creationId="{FB132434-624C-593A-8AED-CC31B024747C}"/>
          </ac:spMkLst>
        </pc:spChg>
        <pc:spChg chg="mod">
          <ac:chgData name="Youssef Heneine (MiddleEast)" userId="c3334817-6464-468d-bc4a-4b0a184a4fbf" providerId="ADAL" clId="{CBF1E13D-E01C-449C-9C0C-FAA9452BD395}" dt="2026-06-01T08:07:20.052" v="9702" actId="1036"/>
          <ac:spMkLst>
            <pc:docMk/>
            <pc:sldMk cId="2672280167" sldId="2147483639"/>
            <ac:spMk id="34" creationId="{566154D3-A0F9-1163-F5DA-9B0A943AB831}"/>
          </ac:spMkLst>
        </pc:spChg>
        <pc:spChg chg="mod">
          <ac:chgData name="Youssef Heneine (MiddleEast)" userId="c3334817-6464-468d-bc4a-4b0a184a4fbf" providerId="ADAL" clId="{CBF1E13D-E01C-449C-9C0C-FAA9452BD395}" dt="2026-06-01T08:04:50.859" v="9498" actId="20577"/>
          <ac:spMkLst>
            <pc:docMk/>
            <pc:sldMk cId="2672280167" sldId="2147483639"/>
            <ac:spMk id="38" creationId="{5DD3C46A-BE2F-9543-9E8A-2C70EE1EC4A9}"/>
          </ac:spMkLst>
        </pc:spChg>
      </pc:sldChg>
      <pc:sldChg chg="addSp delSp modSp mod">
        <pc:chgData name="Youssef Heneine (MiddleEast)" userId="c3334817-6464-468d-bc4a-4b0a184a4fbf" providerId="ADAL" clId="{CBF1E13D-E01C-449C-9C0C-FAA9452BD395}" dt="2026-05-31T16:41:32.800" v="5187" actId="20577"/>
        <pc:sldMkLst>
          <pc:docMk/>
          <pc:sldMk cId="656490695" sldId="2147483641"/>
        </pc:sldMkLst>
        <pc:spChg chg="mod">
          <ac:chgData name="Youssef Heneine (MiddleEast)" userId="c3334817-6464-468d-bc4a-4b0a184a4fbf" providerId="ADAL" clId="{CBF1E13D-E01C-449C-9C0C-FAA9452BD395}" dt="2026-05-31T16:41:32.800" v="5187" actId="20577"/>
          <ac:spMkLst>
            <pc:docMk/>
            <pc:sldMk cId="656490695" sldId="2147483641"/>
            <ac:spMk id="3" creationId="{2A6686BF-CF24-02D8-D6C4-CCE38952CE52}"/>
          </ac:spMkLst>
        </pc:spChg>
        <pc:spChg chg="mod">
          <ac:chgData name="Youssef Heneine (MiddleEast)" userId="c3334817-6464-468d-bc4a-4b0a184a4fbf" providerId="ADAL" clId="{CBF1E13D-E01C-449C-9C0C-FAA9452BD395}" dt="2026-05-23T17:24:27.274" v="299" actId="20577"/>
          <ac:spMkLst>
            <pc:docMk/>
            <pc:sldMk cId="656490695" sldId="2147483641"/>
            <ac:spMk id="4" creationId="{4AB9DC2A-F4BB-9B2E-5BEA-EA6E73DFDFF7}"/>
          </ac:spMkLst>
        </pc:spChg>
        <pc:spChg chg="mod">
          <ac:chgData name="Youssef Heneine (MiddleEast)" userId="c3334817-6464-468d-bc4a-4b0a184a4fbf" providerId="ADAL" clId="{CBF1E13D-E01C-449C-9C0C-FAA9452BD395}" dt="2026-05-23T17:22:32.100" v="126" actId="20577"/>
          <ac:spMkLst>
            <pc:docMk/>
            <pc:sldMk cId="656490695" sldId="2147483641"/>
            <ac:spMk id="12" creationId="{B2F394E8-A02F-CC33-9949-51F393254ED9}"/>
          </ac:spMkLst>
        </pc:spChg>
        <pc:spChg chg="mod">
          <ac:chgData name="Youssef Heneine (MiddleEast)" userId="c3334817-6464-468d-bc4a-4b0a184a4fbf" providerId="ADAL" clId="{CBF1E13D-E01C-449C-9C0C-FAA9452BD395}" dt="2026-05-23T17:28:03.970" v="393" actId="1036"/>
          <ac:spMkLst>
            <pc:docMk/>
            <pc:sldMk cId="656490695" sldId="2147483641"/>
            <ac:spMk id="23" creationId="{C5B40E78-A79C-5FE5-505B-58225B63DFE4}"/>
          </ac:spMkLst>
        </pc:spChg>
        <pc:spChg chg="mod">
          <ac:chgData name="Youssef Heneine (MiddleEast)" userId="c3334817-6464-468d-bc4a-4b0a184a4fbf" providerId="ADAL" clId="{CBF1E13D-E01C-449C-9C0C-FAA9452BD395}" dt="2026-05-23T17:28:03.970" v="393" actId="1036"/>
          <ac:spMkLst>
            <pc:docMk/>
            <pc:sldMk cId="656490695" sldId="2147483641"/>
            <ac:spMk id="28" creationId="{2F8FF703-4B2B-07D9-7B1E-E6D16959B322}"/>
          </ac:spMkLst>
        </pc:spChg>
        <pc:spChg chg="mod">
          <ac:chgData name="Youssef Heneine (MiddleEast)" userId="c3334817-6464-468d-bc4a-4b0a184a4fbf" providerId="ADAL" clId="{CBF1E13D-E01C-449C-9C0C-FAA9452BD395}" dt="2026-05-23T17:29:22.782" v="402" actId="6549"/>
          <ac:spMkLst>
            <pc:docMk/>
            <pc:sldMk cId="656490695" sldId="2147483641"/>
            <ac:spMk id="33" creationId="{5F33E196-4762-9816-7064-E21D7984F3B5}"/>
          </ac:spMkLst>
        </pc:spChg>
        <pc:spChg chg="mod">
          <ac:chgData name="Youssef Heneine (MiddleEast)" userId="c3334817-6464-468d-bc4a-4b0a184a4fbf" providerId="ADAL" clId="{CBF1E13D-E01C-449C-9C0C-FAA9452BD395}" dt="2026-05-23T17:28:27.533" v="394" actId="20577"/>
          <ac:spMkLst>
            <pc:docMk/>
            <pc:sldMk cId="656490695" sldId="2147483641"/>
            <ac:spMk id="38" creationId="{DD5933F9-513A-CFA7-88D2-71A4DC5119E5}"/>
          </ac:spMkLst>
        </pc:spChg>
        <pc:spChg chg="mod">
          <ac:chgData name="Youssef Heneine (MiddleEast)" userId="c3334817-6464-468d-bc4a-4b0a184a4fbf" providerId="ADAL" clId="{CBF1E13D-E01C-449C-9C0C-FAA9452BD395}" dt="2026-05-23T17:41:16.592" v="430" actId="1036"/>
          <ac:spMkLst>
            <pc:docMk/>
            <pc:sldMk cId="656490695" sldId="2147483641"/>
            <ac:spMk id="53" creationId="{0D244D09-E57A-14FE-D31F-EE654198B749}"/>
          </ac:spMkLst>
        </pc:spChg>
        <pc:spChg chg="mod">
          <ac:chgData name="Youssef Heneine (MiddleEast)" userId="c3334817-6464-468d-bc4a-4b0a184a4fbf" providerId="ADAL" clId="{CBF1E13D-E01C-449C-9C0C-FAA9452BD395}" dt="2026-05-23T17:28:43.368" v="396" actId="6549"/>
          <ac:spMkLst>
            <pc:docMk/>
            <pc:sldMk cId="656490695" sldId="2147483641"/>
            <ac:spMk id="54" creationId="{AEB92C39-2DB8-0F4B-BDD2-A697203AE9AC}"/>
          </ac:spMkLst>
        </pc:spChg>
        <pc:spChg chg="mod">
          <ac:chgData name="Youssef Heneine (MiddleEast)" userId="c3334817-6464-468d-bc4a-4b0a184a4fbf" providerId="ADAL" clId="{CBF1E13D-E01C-449C-9C0C-FAA9452BD395}" dt="2026-05-23T17:41:16.592" v="430" actId="1036"/>
          <ac:spMkLst>
            <pc:docMk/>
            <pc:sldMk cId="656490695" sldId="2147483641"/>
            <ac:spMk id="57" creationId="{03FF697B-F1B0-32DF-44FC-5C6319A16B0C}"/>
          </ac:spMkLst>
        </pc:spChg>
        <pc:spChg chg="mod">
          <ac:chgData name="Youssef Heneine (MiddleEast)" userId="c3334817-6464-468d-bc4a-4b0a184a4fbf" providerId="ADAL" clId="{CBF1E13D-E01C-449C-9C0C-FAA9452BD395}" dt="2026-05-23T17:41:16.592" v="430" actId="1036"/>
          <ac:spMkLst>
            <pc:docMk/>
            <pc:sldMk cId="656490695" sldId="2147483641"/>
            <ac:spMk id="62" creationId="{1EE7087F-8045-47F7-BF55-C1D7E749038D}"/>
          </ac:spMkLst>
        </pc:spChg>
        <pc:spChg chg="mod">
          <ac:chgData name="Youssef Heneine (MiddleEast)" userId="c3334817-6464-468d-bc4a-4b0a184a4fbf" providerId="ADAL" clId="{CBF1E13D-E01C-449C-9C0C-FAA9452BD395}" dt="2026-05-23T17:41:16.592" v="430" actId="1036"/>
          <ac:spMkLst>
            <pc:docMk/>
            <pc:sldMk cId="656490695" sldId="2147483641"/>
            <ac:spMk id="67" creationId="{A3F71ECF-C3B7-569C-DBDC-82F0E4081263}"/>
          </ac:spMkLst>
        </pc:spChg>
        <pc:spChg chg="mod">
          <ac:chgData name="Youssef Heneine (MiddleEast)" userId="c3334817-6464-468d-bc4a-4b0a184a4fbf" providerId="ADAL" clId="{CBF1E13D-E01C-449C-9C0C-FAA9452BD395}" dt="2026-05-23T17:41:04.323" v="427" actId="14100"/>
          <ac:spMkLst>
            <pc:docMk/>
            <pc:sldMk cId="656490695" sldId="2147483641"/>
            <ac:spMk id="68" creationId="{B857A4D8-D550-4019-8F27-EA9319FC83A0}"/>
          </ac:spMkLst>
        </pc:spChg>
        <pc:picChg chg="mod">
          <ac:chgData name="Youssef Heneine (MiddleEast)" userId="c3334817-6464-468d-bc4a-4b0a184a4fbf" providerId="ADAL" clId="{CBF1E13D-E01C-449C-9C0C-FAA9452BD395}" dt="2026-05-23T17:27:32.966" v="361" actId="1037"/>
          <ac:picMkLst>
            <pc:docMk/>
            <pc:sldMk cId="656490695" sldId="2147483641"/>
            <ac:picMk id="144" creationId="{BA1C5568-3D62-C000-55AA-0719864F3310}"/>
          </ac:picMkLst>
        </pc:picChg>
      </pc:sldChg>
      <pc:sldChg chg="addSp delSp modSp mod">
        <pc:chgData name="Youssef Heneine (MiddleEast)" userId="c3334817-6464-468d-bc4a-4b0a184a4fbf" providerId="ADAL" clId="{CBF1E13D-E01C-449C-9C0C-FAA9452BD395}" dt="2026-06-01T07:09:07.659" v="8085" actId="478"/>
        <pc:sldMkLst>
          <pc:docMk/>
          <pc:sldMk cId="173346241" sldId="2147483642"/>
        </pc:sldMkLst>
        <pc:spChg chg="add mod">
          <ac:chgData name="Youssef Heneine (MiddleEast)" userId="c3334817-6464-468d-bc4a-4b0a184a4fbf" providerId="ADAL" clId="{CBF1E13D-E01C-449C-9C0C-FAA9452BD395}" dt="2026-05-23T17:42:30.690" v="480" actId="20577"/>
          <ac:spMkLst>
            <pc:docMk/>
            <pc:sldMk cId="173346241" sldId="2147483642"/>
            <ac:spMk id="2" creationId="{2F08B580-1CD7-6A11-F584-BDEFFC67F277}"/>
          </ac:spMkLst>
        </pc:spChg>
        <pc:spChg chg="mod">
          <ac:chgData name="Youssef Heneine (MiddleEast)" userId="c3334817-6464-468d-bc4a-4b0a184a4fbf" providerId="ADAL" clId="{CBF1E13D-E01C-449C-9C0C-FAA9452BD395}" dt="2026-05-24T11:31:09.355" v="1583" actId="14100"/>
          <ac:spMkLst>
            <pc:docMk/>
            <pc:sldMk cId="173346241" sldId="2147483642"/>
            <ac:spMk id="3" creationId="{9E208142-7FB1-A767-9E48-D84596A8113F}"/>
          </ac:spMkLst>
        </pc:spChg>
        <pc:spChg chg="add mod">
          <ac:chgData name="Youssef Heneine (MiddleEast)" userId="c3334817-6464-468d-bc4a-4b0a184a4fbf" providerId="ADAL" clId="{CBF1E13D-E01C-449C-9C0C-FAA9452BD395}" dt="2026-05-24T11:32:13.759" v="1584" actId="1035"/>
          <ac:spMkLst>
            <pc:docMk/>
            <pc:sldMk cId="173346241" sldId="2147483642"/>
            <ac:spMk id="8" creationId="{2A6FCB75-E266-FAF7-BBDC-5E4EAAF0290F}"/>
          </ac:spMkLst>
        </pc:spChg>
        <pc:spChg chg="mod">
          <ac:chgData name="Youssef Heneine (MiddleEast)" userId="c3334817-6464-468d-bc4a-4b0a184a4fbf" providerId="ADAL" clId="{CBF1E13D-E01C-449C-9C0C-FAA9452BD395}" dt="2026-05-24T11:29:32.911" v="1562" actId="1036"/>
          <ac:spMkLst>
            <pc:docMk/>
            <pc:sldMk cId="173346241" sldId="2147483642"/>
            <ac:spMk id="9" creationId="{A059693A-848C-09B5-9082-2C613DC0B4BA}"/>
          </ac:spMkLst>
        </pc:spChg>
        <pc:spChg chg="mod">
          <ac:chgData name="Youssef Heneine (MiddleEast)" userId="c3334817-6464-468d-bc4a-4b0a184a4fbf" providerId="ADAL" clId="{CBF1E13D-E01C-449C-9C0C-FAA9452BD395}" dt="2026-05-24T11:18:16.543" v="1470" actId="1036"/>
          <ac:spMkLst>
            <pc:docMk/>
            <pc:sldMk cId="173346241" sldId="2147483642"/>
            <ac:spMk id="10" creationId="{D200D348-5911-05B0-4E06-4E94D3E411EE}"/>
          </ac:spMkLst>
        </pc:spChg>
        <pc:spChg chg="mod">
          <ac:chgData name="Youssef Heneine (MiddleEast)" userId="c3334817-6464-468d-bc4a-4b0a184a4fbf" providerId="ADAL" clId="{CBF1E13D-E01C-449C-9C0C-FAA9452BD395}" dt="2026-05-24T11:18:16.543" v="1470" actId="1036"/>
          <ac:spMkLst>
            <pc:docMk/>
            <pc:sldMk cId="173346241" sldId="2147483642"/>
            <ac:spMk id="11" creationId="{3826A6D0-CB95-68CA-2E5A-0FA9514080B3}"/>
          </ac:spMkLst>
        </pc:spChg>
        <pc:spChg chg="mod">
          <ac:chgData name="Youssef Heneine (MiddleEast)" userId="c3334817-6464-468d-bc4a-4b0a184a4fbf" providerId="ADAL" clId="{CBF1E13D-E01C-449C-9C0C-FAA9452BD395}" dt="2026-05-31T21:25:54.388" v="8009" actId="6549"/>
          <ac:spMkLst>
            <pc:docMk/>
            <pc:sldMk cId="173346241" sldId="2147483642"/>
            <ac:spMk id="12" creationId="{515D766D-E33F-EEA2-BCEA-0D5C9AA7C192}"/>
          </ac:spMkLst>
        </pc:spChg>
        <pc:spChg chg="mod">
          <ac:chgData name="Youssef Heneine (MiddleEast)" userId="c3334817-6464-468d-bc4a-4b0a184a4fbf" providerId="ADAL" clId="{CBF1E13D-E01C-449C-9C0C-FAA9452BD395}" dt="2026-05-24T11:18:16.543" v="1470" actId="1036"/>
          <ac:spMkLst>
            <pc:docMk/>
            <pc:sldMk cId="173346241" sldId="2147483642"/>
            <ac:spMk id="13" creationId="{79869E50-4012-FBF6-DAB7-00B19147CA6D}"/>
          </ac:spMkLst>
        </pc:spChg>
        <pc:spChg chg="add mod">
          <ac:chgData name="Youssef Heneine (MiddleEast)" userId="c3334817-6464-468d-bc4a-4b0a184a4fbf" providerId="ADAL" clId="{CBF1E13D-E01C-449C-9C0C-FAA9452BD395}" dt="2026-05-24T11:18:28.022" v="1471" actId="571"/>
          <ac:spMkLst>
            <pc:docMk/>
            <pc:sldMk cId="173346241" sldId="2147483642"/>
            <ac:spMk id="14" creationId="{85237E2B-0B02-277A-BDDC-5849FBD363B7}"/>
          </ac:spMkLst>
        </pc:spChg>
        <pc:spChg chg="add mod">
          <ac:chgData name="Youssef Heneine (MiddleEast)" userId="c3334817-6464-468d-bc4a-4b0a184a4fbf" providerId="ADAL" clId="{CBF1E13D-E01C-449C-9C0C-FAA9452BD395}" dt="2026-05-24T11:41:02.170" v="1806" actId="20577"/>
          <ac:spMkLst>
            <pc:docMk/>
            <pc:sldMk cId="173346241" sldId="2147483642"/>
            <ac:spMk id="15" creationId="{0FD9293A-DDAF-CAFC-D4B4-24CA6EEA8F0B}"/>
          </ac:spMkLst>
        </pc:spChg>
        <pc:spChg chg="add mod">
          <ac:chgData name="Youssef Heneine (MiddleEast)" userId="c3334817-6464-468d-bc4a-4b0a184a4fbf" providerId="ADAL" clId="{CBF1E13D-E01C-449C-9C0C-FAA9452BD395}" dt="2026-05-24T11:32:13.759" v="1584" actId="1035"/>
          <ac:spMkLst>
            <pc:docMk/>
            <pc:sldMk cId="173346241" sldId="2147483642"/>
            <ac:spMk id="16" creationId="{FBBD3837-364D-2994-8F25-4BBE8805A3C5}"/>
          </ac:spMkLst>
        </pc:spChg>
        <pc:spChg chg="mod">
          <ac:chgData name="Youssef Heneine (MiddleEast)" userId="c3334817-6464-468d-bc4a-4b0a184a4fbf" providerId="ADAL" clId="{CBF1E13D-E01C-449C-9C0C-FAA9452BD395}" dt="2026-05-24T11:29:32.911" v="1562" actId="1036"/>
          <ac:spMkLst>
            <pc:docMk/>
            <pc:sldMk cId="173346241" sldId="2147483642"/>
            <ac:spMk id="19" creationId="{B12957CC-9E90-F1C5-0187-62F6036AFCA5}"/>
          </ac:spMkLst>
        </pc:spChg>
        <pc:spChg chg="mod">
          <ac:chgData name="Youssef Heneine (MiddleEast)" userId="c3334817-6464-468d-bc4a-4b0a184a4fbf" providerId="ADAL" clId="{CBF1E13D-E01C-449C-9C0C-FAA9452BD395}" dt="2026-05-24T11:18:41.517" v="1476" actId="20577"/>
          <ac:spMkLst>
            <pc:docMk/>
            <pc:sldMk cId="173346241" sldId="2147483642"/>
            <ac:spMk id="20" creationId="{152DAFAB-D89E-A353-92B0-F635116FDFC0}"/>
          </ac:spMkLst>
        </pc:spChg>
        <pc:spChg chg="mod">
          <ac:chgData name="Youssef Heneine (MiddleEast)" userId="c3334817-6464-468d-bc4a-4b0a184a4fbf" providerId="ADAL" clId="{CBF1E13D-E01C-449C-9C0C-FAA9452BD395}" dt="2026-05-24T11:18:47.082" v="1478" actId="20577"/>
          <ac:spMkLst>
            <pc:docMk/>
            <pc:sldMk cId="173346241" sldId="2147483642"/>
            <ac:spMk id="21" creationId="{528DCBE9-3A23-5E68-C228-CD3B15DDD0DC}"/>
          </ac:spMkLst>
        </pc:spChg>
        <pc:spChg chg="mod">
          <ac:chgData name="Youssef Heneine (MiddleEast)" userId="c3334817-6464-468d-bc4a-4b0a184a4fbf" providerId="ADAL" clId="{CBF1E13D-E01C-449C-9C0C-FAA9452BD395}" dt="2026-05-24T11:18:51.284" v="1480" actId="20577"/>
          <ac:spMkLst>
            <pc:docMk/>
            <pc:sldMk cId="173346241" sldId="2147483642"/>
            <ac:spMk id="22" creationId="{8D6117DC-25E8-91F9-1D83-51115FC4C1C1}"/>
          </ac:spMkLst>
        </pc:spChg>
        <pc:spChg chg="mod">
          <ac:chgData name="Youssef Heneine (MiddleEast)" userId="c3334817-6464-468d-bc4a-4b0a184a4fbf" providerId="ADAL" clId="{CBF1E13D-E01C-449C-9C0C-FAA9452BD395}" dt="2026-05-24T11:18:54.976" v="1482" actId="20577"/>
          <ac:spMkLst>
            <pc:docMk/>
            <pc:sldMk cId="173346241" sldId="2147483642"/>
            <ac:spMk id="23" creationId="{10FE6468-C6AD-D84A-B566-D56A0B0D6369}"/>
          </ac:spMkLst>
        </pc:spChg>
        <pc:spChg chg="mod">
          <ac:chgData name="Youssef Heneine (MiddleEast)" userId="c3334817-6464-468d-bc4a-4b0a184a4fbf" providerId="ADAL" clId="{CBF1E13D-E01C-449C-9C0C-FAA9452BD395}" dt="2026-05-24T11:29:32.911" v="1562" actId="1036"/>
          <ac:spMkLst>
            <pc:docMk/>
            <pc:sldMk cId="173346241" sldId="2147483642"/>
            <ac:spMk id="24" creationId="{2FE174B4-4410-EDE4-A493-6D0D672D4750}"/>
          </ac:spMkLst>
        </pc:spChg>
        <pc:spChg chg="mod">
          <ac:chgData name="Youssef Heneine (MiddleEast)" userId="c3334817-6464-468d-bc4a-4b0a184a4fbf" providerId="ADAL" clId="{CBF1E13D-E01C-449C-9C0C-FAA9452BD395}" dt="2026-05-24T11:29:32.911" v="1562" actId="1036"/>
          <ac:spMkLst>
            <pc:docMk/>
            <pc:sldMk cId="173346241" sldId="2147483642"/>
            <ac:spMk id="27" creationId="{A43C384D-6193-AC22-1F80-257C1E3BBD54}"/>
          </ac:spMkLst>
        </pc:spChg>
        <pc:spChg chg="mod">
          <ac:chgData name="Youssef Heneine (MiddleEast)" userId="c3334817-6464-468d-bc4a-4b0a184a4fbf" providerId="ADAL" clId="{CBF1E13D-E01C-449C-9C0C-FAA9452BD395}" dt="2026-05-24T13:41:35.429" v="2814" actId="20577"/>
          <ac:spMkLst>
            <pc:docMk/>
            <pc:sldMk cId="173346241" sldId="2147483642"/>
            <ac:spMk id="29" creationId="{FBF1BFCD-EC58-3596-D63B-BBCB4DE95605}"/>
          </ac:spMkLst>
        </pc:spChg>
        <pc:spChg chg="mod">
          <ac:chgData name="Youssef Heneine (MiddleEast)" userId="c3334817-6464-468d-bc4a-4b0a184a4fbf" providerId="ADAL" clId="{CBF1E13D-E01C-449C-9C0C-FAA9452BD395}" dt="2026-05-31T10:27:14.560" v="3847" actId="20577"/>
          <ac:spMkLst>
            <pc:docMk/>
            <pc:sldMk cId="173346241" sldId="2147483642"/>
            <ac:spMk id="64" creationId="{A83F1D39-8D3D-FC39-B570-31C5774B55D6}"/>
          </ac:spMkLst>
        </pc:spChg>
        <pc:spChg chg="mod topLvl">
          <ac:chgData name="Youssef Heneine (MiddleEast)" userId="c3334817-6464-468d-bc4a-4b0a184a4fbf" providerId="ADAL" clId="{CBF1E13D-E01C-449C-9C0C-FAA9452BD395}" dt="2026-05-24T13:42:14.718" v="2824" actId="20577"/>
          <ac:spMkLst>
            <pc:docMk/>
            <pc:sldMk cId="173346241" sldId="2147483642"/>
            <ac:spMk id="89" creationId="{604D5AE3-53E9-FB81-3DC4-23A12585A1DF}"/>
          </ac:spMkLst>
        </pc:spChg>
        <pc:spChg chg="mod topLvl">
          <ac:chgData name="Youssef Heneine (MiddleEast)" userId="c3334817-6464-468d-bc4a-4b0a184a4fbf" providerId="ADAL" clId="{CBF1E13D-E01C-449C-9C0C-FAA9452BD395}" dt="2026-05-24T13:43:20.632" v="2854" actId="20577"/>
          <ac:spMkLst>
            <pc:docMk/>
            <pc:sldMk cId="173346241" sldId="2147483642"/>
            <ac:spMk id="94" creationId="{D4A2127C-6165-94CB-A249-77AE2AE553D0}"/>
          </ac:spMkLst>
        </pc:spChg>
        <pc:spChg chg="mod topLvl">
          <ac:chgData name="Youssef Heneine (MiddleEast)" userId="c3334817-6464-468d-bc4a-4b0a184a4fbf" providerId="ADAL" clId="{CBF1E13D-E01C-449C-9C0C-FAA9452BD395}" dt="2026-05-23T17:49:41.444" v="502" actId="20577"/>
          <ac:spMkLst>
            <pc:docMk/>
            <pc:sldMk cId="173346241" sldId="2147483642"/>
            <ac:spMk id="99" creationId="{B6D48C04-94C0-2BCB-5C5B-4500CEF9E337}"/>
          </ac:spMkLst>
        </pc:spChg>
        <pc:spChg chg="mod topLvl">
          <ac:chgData name="Youssef Heneine (MiddleEast)" userId="c3334817-6464-468d-bc4a-4b0a184a4fbf" providerId="ADAL" clId="{CBF1E13D-E01C-449C-9C0C-FAA9452BD395}" dt="2026-05-23T17:45:58.154" v="484" actId="164"/>
          <ac:spMkLst>
            <pc:docMk/>
            <pc:sldMk cId="173346241" sldId="2147483642"/>
            <ac:spMk id="104" creationId="{6CA21981-F0A3-82CA-CFEE-3039D4D22314}"/>
          </ac:spMkLst>
        </pc:spChg>
        <pc:spChg chg="mod topLvl">
          <ac:chgData name="Youssef Heneine (MiddleEast)" userId="c3334817-6464-468d-bc4a-4b0a184a4fbf" providerId="ADAL" clId="{CBF1E13D-E01C-449C-9C0C-FAA9452BD395}" dt="2026-05-23T17:45:31.880" v="482" actId="165"/>
          <ac:spMkLst>
            <pc:docMk/>
            <pc:sldMk cId="173346241" sldId="2147483642"/>
            <ac:spMk id="107" creationId="{5E672B83-357D-3BAA-3FEA-55B195B34409}"/>
          </ac:spMkLst>
        </pc:spChg>
        <pc:spChg chg="mod topLvl">
          <ac:chgData name="Youssef Heneine (MiddleEast)" userId="c3334817-6464-468d-bc4a-4b0a184a4fbf" providerId="ADAL" clId="{CBF1E13D-E01C-449C-9C0C-FAA9452BD395}" dt="2026-05-24T13:44:14.270" v="2864" actId="20577"/>
          <ac:spMkLst>
            <pc:docMk/>
            <pc:sldMk cId="173346241" sldId="2147483642"/>
            <ac:spMk id="109" creationId="{7A1EA5BE-0BA5-56B8-D677-35BA63C2203B}"/>
          </ac:spMkLst>
        </pc:spChg>
        <pc:spChg chg="mod topLvl">
          <ac:chgData name="Youssef Heneine (MiddleEast)" userId="c3334817-6464-468d-bc4a-4b0a184a4fbf" providerId="ADAL" clId="{CBF1E13D-E01C-449C-9C0C-FAA9452BD395}" dt="2026-05-31T10:32:46.309" v="3858" actId="6549"/>
          <ac:spMkLst>
            <pc:docMk/>
            <pc:sldMk cId="173346241" sldId="2147483642"/>
            <ac:spMk id="114" creationId="{885D0067-ED92-A828-9B6E-F0B41F994C66}"/>
          </ac:spMkLst>
        </pc:spChg>
        <pc:spChg chg="mod topLvl">
          <ac:chgData name="Youssef Heneine (MiddleEast)" userId="c3334817-6464-468d-bc4a-4b0a184a4fbf" providerId="ADAL" clId="{CBF1E13D-E01C-449C-9C0C-FAA9452BD395}" dt="2026-05-24T13:46:22.629" v="2911" actId="20577"/>
          <ac:spMkLst>
            <pc:docMk/>
            <pc:sldMk cId="173346241" sldId="2147483642"/>
            <ac:spMk id="119" creationId="{068832FC-B921-F070-9215-F7DE143AEE8B}"/>
          </ac:spMkLst>
        </pc:spChg>
        <pc:spChg chg="mod">
          <ac:chgData name="Youssef Heneine (MiddleEast)" userId="c3334817-6464-468d-bc4a-4b0a184a4fbf" providerId="ADAL" clId="{CBF1E13D-E01C-449C-9C0C-FAA9452BD395}" dt="2026-05-24T07:07:41.250" v="1146" actId="20577"/>
          <ac:spMkLst>
            <pc:docMk/>
            <pc:sldMk cId="173346241" sldId="2147483642"/>
            <ac:spMk id="129" creationId="{654481BC-2A98-B6A9-E743-BFFF948D6DB0}"/>
          </ac:spMkLst>
        </pc:spChg>
        <pc:spChg chg="mod">
          <ac:chgData name="Youssef Heneine (MiddleEast)" userId="c3334817-6464-468d-bc4a-4b0a184a4fbf" providerId="ADAL" clId="{CBF1E13D-E01C-449C-9C0C-FAA9452BD395}" dt="2026-05-24T13:17:25.990" v="2512" actId="108"/>
          <ac:spMkLst>
            <pc:docMk/>
            <pc:sldMk cId="173346241" sldId="2147483642"/>
            <ac:spMk id="134" creationId="{892DE451-E9BC-CABC-11A7-C1485BC8DECC}"/>
          </ac:spMkLst>
        </pc:spChg>
        <pc:spChg chg="mod">
          <ac:chgData name="Youssef Heneine (MiddleEast)" userId="c3334817-6464-468d-bc4a-4b0a184a4fbf" providerId="ADAL" clId="{CBF1E13D-E01C-449C-9C0C-FAA9452BD395}" dt="2026-05-24T11:20:26.217" v="1503" actId="20577"/>
          <ac:spMkLst>
            <pc:docMk/>
            <pc:sldMk cId="173346241" sldId="2147483642"/>
            <ac:spMk id="187" creationId="{D13D9E68-8C63-A1B5-164D-310509FB83F9}"/>
          </ac:spMkLst>
        </pc:spChg>
        <pc:spChg chg="mod">
          <ac:chgData name="Youssef Heneine (MiddleEast)" userId="c3334817-6464-468d-bc4a-4b0a184a4fbf" providerId="ADAL" clId="{CBF1E13D-E01C-449C-9C0C-FAA9452BD395}" dt="2026-05-24T11:20:29.039" v="1504" actId="20577"/>
          <ac:spMkLst>
            <pc:docMk/>
            <pc:sldMk cId="173346241" sldId="2147483642"/>
            <ac:spMk id="188" creationId="{00DAEBA6-6005-159F-8416-062F7D3BCCF4}"/>
          </ac:spMkLst>
        </pc:spChg>
        <pc:spChg chg="mod">
          <ac:chgData name="Youssef Heneine (MiddleEast)" userId="c3334817-6464-468d-bc4a-4b0a184a4fbf" providerId="ADAL" clId="{CBF1E13D-E01C-449C-9C0C-FAA9452BD395}" dt="2026-05-24T11:20:31.834" v="1505" actId="20577"/>
          <ac:spMkLst>
            <pc:docMk/>
            <pc:sldMk cId="173346241" sldId="2147483642"/>
            <ac:spMk id="189" creationId="{42E9BD5D-4BDD-229F-FE17-DE7E6707E5B3}"/>
          </ac:spMkLst>
        </pc:spChg>
        <pc:spChg chg="mod">
          <ac:chgData name="Youssef Heneine (MiddleEast)" userId="c3334817-6464-468d-bc4a-4b0a184a4fbf" providerId="ADAL" clId="{CBF1E13D-E01C-449C-9C0C-FAA9452BD395}" dt="2026-05-24T11:20:34.735" v="1506" actId="20577"/>
          <ac:spMkLst>
            <pc:docMk/>
            <pc:sldMk cId="173346241" sldId="2147483642"/>
            <ac:spMk id="190" creationId="{C7FBD296-8AD5-7A02-B051-2FD03F136063}"/>
          </ac:spMkLst>
        </pc:spChg>
        <pc:spChg chg="mod">
          <ac:chgData name="Youssef Heneine (MiddleEast)" userId="c3334817-6464-468d-bc4a-4b0a184a4fbf" providerId="ADAL" clId="{CBF1E13D-E01C-449C-9C0C-FAA9452BD395}" dt="2026-05-24T11:20:38.065" v="1507" actId="20577"/>
          <ac:spMkLst>
            <pc:docMk/>
            <pc:sldMk cId="173346241" sldId="2147483642"/>
            <ac:spMk id="191" creationId="{69B9E0FF-BC2E-263B-261B-7B150C323CFB}"/>
          </ac:spMkLst>
        </pc:spChg>
        <pc:spChg chg="mod">
          <ac:chgData name="Youssef Heneine (MiddleEast)" userId="c3334817-6464-468d-bc4a-4b0a184a4fbf" providerId="ADAL" clId="{CBF1E13D-E01C-449C-9C0C-FAA9452BD395}" dt="2026-05-24T11:20:57.837" v="1513" actId="20577"/>
          <ac:spMkLst>
            <pc:docMk/>
            <pc:sldMk cId="173346241" sldId="2147483642"/>
            <ac:spMk id="192" creationId="{0EA7DDAE-DD6A-94EA-9BB9-87703AD1C512}"/>
          </ac:spMkLst>
        </pc:spChg>
        <pc:spChg chg="mod">
          <ac:chgData name="Youssef Heneine (MiddleEast)" userId="c3334817-6464-468d-bc4a-4b0a184a4fbf" providerId="ADAL" clId="{CBF1E13D-E01C-449C-9C0C-FAA9452BD395}" dt="2026-05-24T11:20:54.997" v="1512" actId="20577"/>
          <ac:spMkLst>
            <pc:docMk/>
            <pc:sldMk cId="173346241" sldId="2147483642"/>
            <ac:spMk id="193" creationId="{C54571F2-D627-54BD-5B10-AEB336846A03}"/>
          </ac:spMkLst>
        </pc:spChg>
        <pc:spChg chg="mod">
          <ac:chgData name="Youssef Heneine (MiddleEast)" userId="c3334817-6464-468d-bc4a-4b0a184a4fbf" providerId="ADAL" clId="{CBF1E13D-E01C-449C-9C0C-FAA9452BD395}" dt="2026-05-24T11:20:51.738" v="1511" actId="20577"/>
          <ac:spMkLst>
            <pc:docMk/>
            <pc:sldMk cId="173346241" sldId="2147483642"/>
            <ac:spMk id="194" creationId="{2030843A-1931-C77C-A230-B7BC8D3E2B70}"/>
          </ac:spMkLst>
        </pc:spChg>
        <pc:spChg chg="mod">
          <ac:chgData name="Youssef Heneine (MiddleEast)" userId="c3334817-6464-468d-bc4a-4b0a184a4fbf" providerId="ADAL" clId="{CBF1E13D-E01C-449C-9C0C-FAA9452BD395}" dt="2026-05-24T11:20:45.258" v="1509" actId="20577"/>
          <ac:spMkLst>
            <pc:docMk/>
            <pc:sldMk cId="173346241" sldId="2147483642"/>
            <ac:spMk id="195" creationId="{18954EA3-BAA8-9C6A-679E-3D81615972A0}"/>
          </ac:spMkLst>
        </pc:spChg>
        <pc:spChg chg="mod">
          <ac:chgData name="Youssef Heneine (MiddleEast)" userId="c3334817-6464-468d-bc4a-4b0a184a4fbf" providerId="ADAL" clId="{CBF1E13D-E01C-449C-9C0C-FAA9452BD395}" dt="2026-05-24T11:20:42.127" v="1508" actId="20577"/>
          <ac:spMkLst>
            <pc:docMk/>
            <pc:sldMk cId="173346241" sldId="2147483642"/>
            <ac:spMk id="196" creationId="{77B61B8C-DDCE-3987-7A65-62122584C7ED}"/>
          </ac:spMkLst>
        </pc:spChg>
        <pc:spChg chg="mod">
          <ac:chgData name="Youssef Heneine (MiddleEast)" userId="c3334817-6464-468d-bc4a-4b0a184a4fbf" providerId="ADAL" clId="{CBF1E13D-E01C-449C-9C0C-FAA9452BD395}" dt="2026-05-24T11:20:47.899" v="1510" actId="20577"/>
          <ac:spMkLst>
            <pc:docMk/>
            <pc:sldMk cId="173346241" sldId="2147483642"/>
            <ac:spMk id="197" creationId="{4853C828-C48C-2D6F-796F-1A775CC3F533}"/>
          </ac:spMkLst>
        </pc:spChg>
        <pc:spChg chg="mod">
          <ac:chgData name="Youssef Heneine (MiddleEast)" userId="c3334817-6464-468d-bc4a-4b0a184a4fbf" providerId="ADAL" clId="{CBF1E13D-E01C-449C-9C0C-FAA9452BD395}" dt="2026-05-24T11:21:01.452" v="1514" actId="20577"/>
          <ac:spMkLst>
            <pc:docMk/>
            <pc:sldMk cId="173346241" sldId="2147483642"/>
            <ac:spMk id="199" creationId="{65A79A15-5AC1-6391-A838-E9840B19EDB7}"/>
          </ac:spMkLst>
        </pc:spChg>
        <pc:spChg chg="mod">
          <ac:chgData name="Youssef Heneine (MiddleEast)" userId="c3334817-6464-468d-bc4a-4b0a184a4fbf" providerId="ADAL" clId="{CBF1E13D-E01C-449C-9C0C-FAA9452BD395}" dt="2026-05-24T11:21:04.256" v="1515" actId="20577"/>
          <ac:spMkLst>
            <pc:docMk/>
            <pc:sldMk cId="173346241" sldId="2147483642"/>
            <ac:spMk id="200" creationId="{DE8D4327-D1E8-CB8D-EF7F-8A3F22BD2048}"/>
          </ac:spMkLst>
        </pc:spChg>
        <pc:spChg chg="mod">
          <ac:chgData name="Youssef Heneine (MiddleEast)" userId="c3334817-6464-468d-bc4a-4b0a184a4fbf" providerId="ADAL" clId="{CBF1E13D-E01C-449C-9C0C-FAA9452BD395}" dt="2026-05-24T11:21:16.179" v="1519" actId="20577"/>
          <ac:spMkLst>
            <pc:docMk/>
            <pc:sldMk cId="173346241" sldId="2147483642"/>
            <ac:spMk id="201" creationId="{A7F282A0-DC1E-5908-E040-87E80623ACA9}"/>
          </ac:spMkLst>
        </pc:spChg>
        <pc:spChg chg="mod">
          <ac:chgData name="Youssef Heneine (MiddleEast)" userId="c3334817-6464-468d-bc4a-4b0a184a4fbf" providerId="ADAL" clId="{CBF1E13D-E01C-449C-9C0C-FAA9452BD395}" dt="2026-05-24T11:21:19.597" v="1520" actId="20577"/>
          <ac:spMkLst>
            <pc:docMk/>
            <pc:sldMk cId="173346241" sldId="2147483642"/>
            <ac:spMk id="202" creationId="{95784193-84AF-66B7-6C83-2C1AB0C3A77B}"/>
          </ac:spMkLst>
        </pc:spChg>
        <pc:spChg chg="mod">
          <ac:chgData name="Youssef Heneine (MiddleEast)" userId="c3334817-6464-468d-bc4a-4b0a184a4fbf" providerId="ADAL" clId="{CBF1E13D-E01C-449C-9C0C-FAA9452BD395}" dt="2026-05-24T11:21:06.903" v="1516" actId="20577"/>
          <ac:spMkLst>
            <pc:docMk/>
            <pc:sldMk cId="173346241" sldId="2147483642"/>
            <ac:spMk id="203" creationId="{E7451800-9422-4EA3-EB8B-AAE94087BC4C}"/>
          </ac:spMkLst>
        </pc:spChg>
        <pc:spChg chg="mod">
          <ac:chgData name="Youssef Heneine (MiddleEast)" userId="c3334817-6464-468d-bc4a-4b0a184a4fbf" providerId="ADAL" clId="{CBF1E13D-E01C-449C-9C0C-FAA9452BD395}" dt="2026-05-24T11:21:09.882" v="1517" actId="20577"/>
          <ac:spMkLst>
            <pc:docMk/>
            <pc:sldMk cId="173346241" sldId="2147483642"/>
            <ac:spMk id="204" creationId="{A2EDF611-42E3-50B3-0778-05B2D0BA5A1D}"/>
          </ac:spMkLst>
        </pc:spChg>
        <pc:spChg chg="mod">
          <ac:chgData name="Youssef Heneine (MiddleEast)" userId="c3334817-6464-468d-bc4a-4b0a184a4fbf" providerId="ADAL" clId="{CBF1E13D-E01C-449C-9C0C-FAA9452BD395}" dt="2026-05-24T11:21:13.152" v="1518" actId="20577"/>
          <ac:spMkLst>
            <pc:docMk/>
            <pc:sldMk cId="173346241" sldId="2147483642"/>
            <ac:spMk id="205" creationId="{BA24383B-DABA-D417-A1F3-94A87BDD7EA0}"/>
          </ac:spMkLst>
        </pc:spChg>
        <pc:spChg chg="mod">
          <ac:chgData name="Youssef Heneine (MiddleEast)" userId="c3334817-6464-468d-bc4a-4b0a184a4fbf" providerId="ADAL" clId="{CBF1E13D-E01C-449C-9C0C-FAA9452BD395}" dt="2026-05-24T11:21:37.288" v="1525" actId="20577"/>
          <ac:spMkLst>
            <pc:docMk/>
            <pc:sldMk cId="173346241" sldId="2147483642"/>
            <ac:spMk id="211" creationId="{884390BD-62E7-2D2D-E8F7-51C2F5596D8E}"/>
          </ac:spMkLst>
        </pc:spChg>
        <pc:spChg chg="mod">
          <ac:chgData name="Youssef Heneine (MiddleEast)" userId="c3334817-6464-468d-bc4a-4b0a184a4fbf" providerId="ADAL" clId="{CBF1E13D-E01C-449C-9C0C-FAA9452BD395}" dt="2026-05-24T11:21:34.714" v="1524" actId="20577"/>
          <ac:spMkLst>
            <pc:docMk/>
            <pc:sldMk cId="173346241" sldId="2147483642"/>
            <ac:spMk id="212" creationId="{0E0A7ABC-4EF8-0454-F55E-D154464CAAD0}"/>
          </ac:spMkLst>
        </pc:spChg>
        <pc:spChg chg="mod">
          <ac:chgData name="Youssef Heneine (MiddleEast)" userId="c3334817-6464-468d-bc4a-4b0a184a4fbf" providerId="ADAL" clId="{CBF1E13D-E01C-449C-9C0C-FAA9452BD395}" dt="2026-05-24T11:21:31.350" v="1523" actId="20577"/>
          <ac:spMkLst>
            <pc:docMk/>
            <pc:sldMk cId="173346241" sldId="2147483642"/>
            <ac:spMk id="213" creationId="{42D10EBA-4DA0-E85D-39A6-BB24BD586AA8}"/>
          </ac:spMkLst>
        </pc:spChg>
        <pc:spChg chg="mod">
          <ac:chgData name="Youssef Heneine (MiddleEast)" userId="c3334817-6464-468d-bc4a-4b0a184a4fbf" providerId="ADAL" clId="{CBF1E13D-E01C-449C-9C0C-FAA9452BD395}" dt="2026-05-24T11:21:26.989" v="1522" actId="20577"/>
          <ac:spMkLst>
            <pc:docMk/>
            <pc:sldMk cId="173346241" sldId="2147483642"/>
            <ac:spMk id="214" creationId="{E29C0084-833D-9951-4BB3-DE478D17ECA7}"/>
          </ac:spMkLst>
        </pc:spChg>
        <pc:spChg chg="mod">
          <ac:chgData name="Youssef Heneine (MiddleEast)" userId="c3334817-6464-468d-bc4a-4b0a184a4fbf" providerId="ADAL" clId="{CBF1E13D-E01C-449C-9C0C-FAA9452BD395}" dt="2026-05-24T11:21:24.039" v="1521" actId="20577"/>
          <ac:spMkLst>
            <pc:docMk/>
            <pc:sldMk cId="173346241" sldId="2147483642"/>
            <ac:spMk id="215" creationId="{84D68000-AFDC-D01D-557F-10C0C3BAE836}"/>
          </ac:spMkLst>
        </pc:spChg>
        <pc:grpChg chg="mod">
          <ac:chgData name="Youssef Heneine (MiddleEast)" userId="c3334817-6464-468d-bc4a-4b0a184a4fbf" providerId="ADAL" clId="{CBF1E13D-E01C-449C-9C0C-FAA9452BD395}" dt="2026-05-23T17:47:05.525" v="489" actId="14100"/>
          <ac:grpSpMkLst>
            <pc:docMk/>
            <pc:sldMk cId="173346241" sldId="2147483642"/>
            <ac:grpSpMk id="6" creationId="{869AD322-6033-8107-015F-4D7202DD74CE}"/>
          </ac:grpSpMkLst>
        </pc:grpChg>
        <pc:grpChg chg="mod">
          <ac:chgData name="Youssef Heneine (MiddleEast)" userId="c3334817-6464-468d-bc4a-4b0a184a4fbf" providerId="ADAL" clId="{CBF1E13D-E01C-449C-9C0C-FAA9452BD395}" dt="2026-05-23T17:47:10.590" v="490" actId="14100"/>
          <ac:grpSpMkLst>
            <pc:docMk/>
            <pc:sldMk cId="173346241" sldId="2147483642"/>
            <ac:grpSpMk id="157" creationId="{EF9FA1CE-5B41-679B-0404-CD884B561075}"/>
          </ac:grpSpMkLst>
        </pc:grpChg>
        <pc:grpChg chg="mod">
          <ac:chgData name="Youssef Heneine (MiddleEast)" userId="c3334817-6464-468d-bc4a-4b0a184a4fbf" providerId="ADAL" clId="{CBF1E13D-E01C-449C-9C0C-FAA9452BD395}" dt="2026-05-23T17:46:32.841" v="488" actId="14100"/>
          <ac:grpSpMkLst>
            <pc:docMk/>
            <pc:sldMk cId="173346241" sldId="2147483642"/>
            <ac:grpSpMk id="183" creationId="{B24B7A14-82E9-639C-79FE-D24B9E72E330}"/>
          </ac:grpSpMkLst>
        </pc:grpChg>
        <pc:picChg chg="add mod">
          <ac:chgData name="Youssef Heneine (MiddleEast)" userId="c3334817-6464-468d-bc4a-4b0a184a4fbf" providerId="ADAL" clId="{CBF1E13D-E01C-449C-9C0C-FAA9452BD395}" dt="2026-05-24T11:27:36.052" v="1551" actId="1038"/>
          <ac:picMkLst>
            <pc:docMk/>
            <pc:sldMk cId="173346241" sldId="2147483642"/>
            <ac:picMk id="28" creationId="{ADE12CBC-F515-26C6-102B-EE0CC4294694}"/>
          </ac:picMkLst>
        </pc:picChg>
        <pc:picChg chg="mod">
          <ac:chgData name="Youssef Heneine (MiddleEast)" userId="c3334817-6464-468d-bc4a-4b0a184a4fbf" providerId="ADAL" clId="{CBF1E13D-E01C-449C-9C0C-FAA9452BD395}" dt="2026-05-24T11:29:32.911" v="1562" actId="1036"/>
          <ac:picMkLst>
            <pc:docMk/>
            <pc:sldMk cId="173346241" sldId="2147483642"/>
            <ac:picMk id="186" creationId="{B2328E92-7494-9C83-D33B-823B85D9A43A}"/>
          </ac:picMkLst>
        </pc:picChg>
      </pc:sldChg>
      <pc:sldChg chg="delSp modSp mod">
        <pc:chgData name="Youssef Heneine (MiddleEast)" userId="c3334817-6464-468d-bc4a-4b0a184a4fbf" providerId="ADAL" clId="{CBF1E13D-E01C-449C-9C0C-FAA9452BD395}" dt="2026-06-01T04:06:13.730" v="8010" actId="20577"/>
        <pc:sldMkLst>
          <pc:docMk/>
          <pc:sldMk cId="3015163812" sldId="2147483644"/>
        </pc:sldMkLst>
        <pc:spChg chg="mod">
          <ac:chgData name="Youssef Heneine (MiddleEast)" userId="c3334817-6464-468d-bc4a-4b0a184a4fbf" providerId="ADAL" clId="{CBF1E13D-E01C-449C-9C0C-FAA9452BD395}" dt="2026-06-01T04:06:13.730" v="8010" actId="20577"/>
          <ac:spMkLst>
            <pc:docMk/>
            <pc:sldMk cId="3015163812" sldId="2147483644"/>
            <ac:spMk id="3" creationId="{92572883-A1F4-35A6-B5AD-6AC2BE26CB74}"/>
          </ac:spMkLst>
        </pc:spChg>
        <pc:spChg chg="mod">
          <ac:chgData name="Youssef Heneine (MiddleEast)" userId="c3334817-6464-468d-bc4a-4b0a184a4fbf" providerId="ADAL" clId="{CBF1E13D-E01C-449C-9C0C-FAA9452BD395}" dt="2026-05-23T17:18:22.583" v="95" actId="20577"/>
          <ac:spMkLst>
            <pc:docMk/>
            <pc:sldMk cId="3015163812" sldId="2147483644"/>
            <ac:spMk id="4" creationId="{E774783D-2363-5957-BFBD-5BF8F56E7349}"/>
          </ac:spMkLst>
        </pc:spChg>
        <pc:spChg chg="mod">
          <ac:chgData name="Youssef Heneine (MiddleEast)" userId="c3334817-6464-468d-bc4a-4b0a184a4fbf" providerId="ADAL" clId="{CBF1E13D-E01C-449C-9C0C-FAA9452BD395}" dt="2026-05-23T17:18:38.562" v="97" actId="20577"/>
          <ac:spMkLst>
            <pc:docMk/>
            <pc:sldMk cId="3015163812" sldId="2147483644"/>
            <ac:spMk id="30" creationId="{91A40C6E-727A-AECA-CEAB-EC065757F5E4}"/>
          </ac:spMkLst>
        </pc:spChg>
        <pc:spChg chg="mod">
          <ac:chgData name="Youssef Heneine (MiddleEast)" userId="c3334817-6464-468d-bc4a-4b0a184a4fbf" providerId="ADAL" clId="{CBF1E13D-E01C-449C-9C0C-FAA9452BD395}" dt="2026-05-23T17:20:24.258" v="110" actId="6549"/>
          <ac:spMkLst>
            <pc:docMk/>
            <pc:sldMk cId="3015163812" sldId="2147483644"/>
            <ac:spMk id="60" creationId="{D6E45BD4-067C-6337-216B-BD2AE4A570FD}"/>
          </ac:spMkLst>
        </pc:spChg>
        <pc:spChg chg="mod">
          <ac:chgData name="Youssef Heneine (MiddleEast)" userId="c3334817-6464-468d-bc4a-4b0a184a4fbf" providerId="ADAL" clId="{CBF1E13D-E01C-449C-9C0C-FAA9452BD395}" dt="2026-05-23T17:19:48.489" v="107" actId="20577"/>
          <ac:spMkLst>
            <pc:docMk/>
            <pc:sldMk cId="3015163812" sldId="2147483644"/>
            <ac:spMk id="62" creationId="{8556AF60-E0A8-5BEF-9B23-80BE4907804A}"/>
          </ac:spMkLst>
        </pc:spChg>
      </pc:sldChg>
      <pc:sldChg chg="delSp modSp mod">
        <pc:chgData name="Youssef Heneine (MiddleEast)" userId="c3334817-6464-468d-bc4a-4b0a184a4fbf" providerId="ADAL" clId="{CBF1E13D-E01C-449C-9C0C-FAA9452BD395}" dt="2026-05-31T16:51:54.578" v="5307" actId="113"/>
        <pc:sldMkLst>
          <pc:docMk/>
          <pc:sldMk cId="1312516210" sldId="2147483647"/>
        </pc:sldMkLst>
        <pc:spChg chg="mod">
          <ac:chgData name="Youssef Heneine (MiddleEast)" userId="c3334817-6464-468d-bc4a-4b0a184a4fbf" providerId="ADAL" clId="{CBF1E13D-E01C-449C-9C0C-FAA9452BD395}" dt="2026-05-31T10:17:32.317" v="3845" actId="20577"/>
          <ac:spMkLst>
            <pc:docMk/>
            <pc:sldMk cId="1312516210" sldId="2147483647"/>
            <ac:spMk id="5" creationId="{DB685945-50F3-D349-F8D1-BFCA4C5171B5}"/>
          </ac:spMkLst>
        </pc:spChg>
        <pc:spChg chg="mod">
          <ac:chgData name="Youssef Heneine (MiddleEast)" userId="c3334817-6464-468d-bc4a-4b0a184a4fbf" providerId="ADAL" clId="{CBF1E13D-E01C-449C-9C0C-FAA9452BD395}" dt="2026-05-31T10:14:52.295" v="3842" actId="20577"/>
          <ac:spMkLst>
            <pc:docMk/>
            <pc:sldMk cId="1312516210" sldId="2147483647"/>
            <ac:spMk id="7" creationId="{91224A28-3897-C003-C18B-FC597F417262}"/>
          </ac:spMkLst>
        </pc:spChg>
        <pc:spChg chg="mod">
          <ac:chgData name="Youssef Heneine (MiddleEast)" userId="c3334817-6464-468d-bc4a-4b0a184a4fbf" providerId="ADAL" clId="{CBF1E13D-E01C-449C-9C0C-FAA9452BD395}" dt="2026-05-31T16:51:54.578" v="5307" actId="113"/>
          <ac:spMkLst>
            <pc:docMk/>
            <pc:sldMk cId="1312516210" sldId="2147483647"/>
            <ac:spMk id="10" creationId="{026095B2-0849-E109-246D-8D52BDC3F351}"/>
          </ac:spMkLst>
        </pc:spChg>
        <pc:spChg chg="mod">
          <ac:chgData name="Youssef Heneine (MiddleEast)" userId="c3334817-6464-468d-bc4a-4b0a184a4fbf" providerId="ADAL" clId="{CBF1E13D-E01C-449C-9C0C-FAA9452BD395}" dt="2026-05-31T10:14:47.534" v="3840" actId="20577"/>
          <ac:spMkLst>
            <pc:docMk/>
            <pc:sldMk cId="1312516210" sldId="2147483647"/>
            <ac:spMk id="27" creationId="{1C6BA3F0-9C5C-A184-850D-80C34275D2CE}"/>
          </ac:spMkLst>
        </pc:spChg>
      </pc:sldChg>
      <pc:sldMasterChg chg="addSp delSp modSp mod modSldLayout">
        <pc:chgData name="Youssef Heneine (MiddleEast)" userId="c3334817-6464-468d-bc4a-4b0a184a4fbf" providerId="ADAL" clId="{CBF1E13D-E01C-449C-9C0C-FAA9452BD395}" dt="2026-05-24T10:22:09.569" v="1172"/>
        <pc:sldMasterMkLst>
          <pc:docMk/>
          <pc:sldMasterMk cId="1299047895" sldId="2147483749"/>
        </pc:sldMasterMkLst>
        <pc:spChg chg="add mod">
          <ac:chgData name="Youssef Heneine (MiddleEast)" userId="c3334817-6464-468d-bc4a-4b0a184a4fbf" providerId="ADAL" clId="{CBF1E13D-E01C-449C-9C0C-FAA9452BD395}" dt="2026-05-24T10:22:09.569" v="1172"/>
          <ac:spMkLst>
            <pc:docMk/>
            <pc:sldMasterMk cId="1299047895" sldId="2147483749"/>
            <ac:spMk id="7" creationId="{2B78655E-CA5B-0481-4C8B-D86D5B6EDB64}"/>
          </ac:spMkLst>
        </pc:spChg>
        <pc:spChg chg="add mod">
          <ac:chgData name="Youssef Heneine (MiddleEast)" userId="c3334817-6464-468d-bc4a-4b0a184a4fbf" providerId="ADAL" clId="{CBF1E13D-E01C-449C-9C0C-FAA9452BD395}" dt="2026-05-24T10:22:09.569" v="1172"/>
          <ac:spMkLst>
            <pc:docMk/>
            <pc:sldMasterMk cId="1299047895" sldId="2147483749"/>
            <ac:spMk id="8" creationId="{C4224C89-FDF3-2DF3-263B-BBA1C85BD135}"/>
          </ac:spMkLst>
        </pc:spChg>
        <pc:sldLayoutChg chg="delSp mod">
          <pc:chgData name="Youssef Heneine (MiddleEast)" userId="c3334817-6464-468d-bc4a-4b0a184a4fbf" providerId="ADAL" clId="{CBF1E13D-E01C-449C-9C0C-FAA9452BD395}" dt="2026-05-24T10:21:52.444" v="1170" actId="478"/>
          <pc:sldLayoutMkLst>
            <pc:docMk/>
            <pc:sldMasterMk cId="1299047895" sldId="2147483749"/>
            <pc:sldLayoutMk cId="2766610833" sldId="2147483894"/>
          </pc:sldLayoutMkLst>
        </pc:sldLayoutChg>
      </pc:sldMasterChg>
    </pc:docChg>
  </pc:docChgLst>
  <pc:docChgLst>
    <pc:chgData name="Santiago Matallana (MiddleEast)" userId="83699cee-f725-415f-817e-0d466a269b29" providerId="ADAL" clId="{E9193DBC-B25E-493C-96C8-9CBD69BA49B8}"/>
    <pc:docChg chg="undo redo custSel addSld delSld modSld sldOrd delSection modSection">
      <pc:chgData name="Santiago Matallana (MiddleEast)" userId="83699cee-f725-415f-817e-0d466a269b29" providerId="ADAL" clId="{E9193DBC-B25E-493C-96C8-9CBD69BA49B8}" dt="2026-06-04T11:22:01.245" v="6027" actId="14100"/>
      <pc:docMkLst>
        <pc:docMk/>
      </pc:docMkLst>
      <pc:sldChg chg="addSp delSp modSp del mod modShow">
        <pc:chgData name="Santiago Matallana (MiddleEast)" userId="83699cee-f725-415f-817e-0d466a269b29" providerId="ADAL" clId="{E9193DBC-B25E-493C-96C8-9CBD69BA49B8}" dt="2026-06-04T11:18:12.269" v="5960" actId="47"/>
        <pc:sldMkLst>
          <pc:docMk/>
          <pc:sldMk cId="1609299776" sldId="256"/>
        </pc:sldMkLst>
        <pc:spChg chg="add mod">
          <ac:chgData name="Santiago Matallana (MiddleEast)" userId="83699cee-f725-415f-817e-0d466a269b29" providerId="ADAL" clId="{E9193DBC-B25E-493C-96C8-9CBD69BA49B8}" dt="2026-05-31T13:51:04.268" v="5910"/>
          <ac:spMkLst>
            <pc:docMk/>
            <pc:sldMk cId="1609299776" sldId="256"/>
            <ac:spMk id="19" creationId="{06A18DE6-14DB-2A9B-FD5C-0428B7693450}"/>
          </ac:spMkLst>
        </pc:spChg>
      </pc:sldChg>
      <pc:sldChg chg="addSp delSp modSp new mod modClrScheme chgLayout">
        <pc:chgData name="Santiago Matallana (MiddleEast)" userId="83699cee-f725-415f-817e-0d466a269b29" providerId="ADAL" clId="{E9193DBC-B25E-493C-96C8-9CBD69BA49B8}" dt="2026-06-04T11:22:01.245" v="6027" actId="14100"/>
        <pc:sldMkLst>
          <pc:docMk/>
          <pc:sldMk cId="3218126811" sldId="256"/>
        </pc:sldMkLst>
        <pc:spChg chg="del mod ord">
          <ac:chgData name="Santiago Matallana (MiddleEast)" userId="83699cee-f725-415f-817e-0d466a269b29" providerId="ADAL" clId="{E9193DBC-B25E-493C-96C8-9CBD69BA49B8}" dt="2026-06-04T11:18:43.724" v="5967" actId="700"/>
          <ac:spMkLst>
            <pc:docMk/>
            <pc:sldMk cId="3218126811" sldId="256"/>
            <ac:spMk id="2" creationId="{EB7336F8-8B44-E2AB-0434-B4DBBB107E3D}"/>
          </ac:spMkLst>
        </pc:spChg>
        <pc:spChg chg="del mod ord">
          <ac:chgData name="Santiago Matallana (MiddleEast)" userId="83699cee-f725-415f-817e-0d466a269b29" providerId="ADAL" clId="{E9193DBC-B25E-493C-96C8-9CBD69BA49B8}" dt="2026-06-04T11:18:43.724" v="5967" actId="700"/>
          <ac:spMkLst>
            <pc:docMk/>
            <pc:sldMk cId="3218126811" sldId="256"/>
            <ac:spMk id="3" creationId="{99858155-83EF-AFBC-0F71-D5ACE794BCA2}"/>
          </ac:spMkLst>
        </pc:spChg>
        <pc:spChg chg="add del mod ord">
          <ac:chgData name="Santiago Matallana (MiddleEast)" userId="83699cee-f725-415f-817e-0d466a269b29" providerId="ADAL" clId="{E9193DBC-B25E-493C-96C8-9CBD69BA49B8}" dt="2026-06-04T11:19:12.857" v="5988" actId="478"/>
          <ac:spMkLst>
            <pc:docMk/>
            <pc:sldMk cId="3218126811" sldId="256"/>
            <ac:spMk id="4" creationId="{BE65F8BA-5C90-2862-1E0E-DEC6654002A7}"/>
          </ac:spMkLst>
        </pc:spChg>
        <pc:spChg chg="add mod ord">
          <ac:chgData name="Santiago Matallana (MiddleEast)" userId="83699cee-f725-415f-817e-0d466a269b29" providerId="ADAL" clId="{E9193DBC-B25E-493C-96C8-9CBD69BA49B8}" dt="2026-06-04T11:21:08.880" v="6016" actId="1076"/>
          <ac:spMkLst>
            <pc:docMk/>
            <pc:sldMk cId="3218126811" sldId="256"/>
            <ac:spMk id="5" creationId="{8ADE85FD-11D8-3872-BAAA-0FB98124CC28}"/>
          </ac:spMkLst>
        </pc:spChg>
        <pc:spChg chg="add del mod ord">
          <ac:chgData name="Santiago Matallana (MiddleEast)" userId="83699cee-f725-415f-817e-0d466a269b29" providerId="ADAL" clId="{E9193DBC-B25E-493C-96C8-9CBD69BA49B8}" dt="2026-06-04T11:19:12.857" v="5988" actId="478"/>
          <ac:spMkLst>
            <pc:docMk/>
            <pc:sldMk cId="3218126811" sldId="256"/>
            <ac:spMk id="6" creationId="{89B24D54-F3AE-9A2D-2D39-826002B8AF78}"/>
          </ac:spMkLst>
        </pc:spChg>
        <pc:spChg chg="add del mod ord">
          <ac:chgData name="Santiago Matallana (MiddleEast)" userId="83699cee-f725-415f-817e-0d466a269b29" providerId="ADAL" clId="{E9193DBC-B25E-493C-96C8-9CBD69BA49B8}" dt="2026-06-04T11:19:12.857" v="5988" actId="478"/>
          <ac:spMkLst>
            <pc:docMk/>
            <pc:sldMk cId="3218126811" sldId="256"/>
            <ac:spMk id="7" creationId="{22778170-2681-3F59-E2D6-72A025D28B32}"/>
          </ac:spMkLst>
        </pc:spChg>
        <pc:spChg chg="add mod">
          <ac:chgData name="Santiago Matallana (MiddleEast)" userId="83699cee-f725-415f-817e-0d466a269b29" providerId="ADAL" clId="{E9193DBC-B25E-493C-96C8-9CBD69BA49B8}" dt="2026-06-04T11:21:56.418" v="6026" actId="14100"/>
          <ac:spMkLst>
            <pc:docMk/>
            <pc:sldMk cId="3218126811" sldId="256"/>
            <ac:spMk id="9" creationId="{11A71D76-6575-FCF0-7134-96ACBF449AD2}"/>
          </ac:spMkLst>
        </pc:spChg>
        <pc:spChg chg="add mod">
          <ac:chgData name="Santiago Matallana (MiddleEast)" userId="83699cee-f725-415f-817e-0d466a269b29" providerId="ADAL" clId="{E9193DBC-B25E-493C-96C8-9CBD69BA49B8}" dt="2026-06-04T11:21:56.418" v="6026" actId="14100"/>
          <ac:spMkLst>
            <pc:docMk/>
            <pc:sldMk cId="3218126811" sldId="256"/>
            <ac:spMk id="10" creationId="{8CD2A8E2-C15C-2C12-F177-F1605D4DD217}"/>
          </ac:spMkLst>
        </pc:spChg>
        <pc:spChg chg="add mod">
          <ac:chgData name="Santiago Matallana (MiddleEast)" userId="83699cee-f725-415f-817e-0d466a269b29" providerId="ADAL" clId="{E9193DBC-B25E-493C-96C8-9CBD69BA49B8}" dt="2026-06-04T11:21:56.418" v="6026" actId="14100"/>
          <ac:spMkLst>
            <pc:docMk/>
            <pc:sldMk cId="3218126811" sldId="256"/>
            <ac:spMk id="11" creationId="{D61DF86E-7076-2303-1C3E-C46A98A970BA}"/>
          </ac:spMkLst>
        </pc:spChg>
        <pc:spChg chg="add mod">
          <ac:chgData name="Santiago Matallana (MiddleEast)" userId="83699cee-f725-415f-817e-0d466a269b29" providerId="ADAL" clId="{E9193DBC-B25E-493C-96C8-9CBD69BA49B8}" dt="2026-06-04T11:21:56.418" v="6026" actId="14100"/>
          <ac:spMkLst>
            <pc:docMk/>
            <pc:sldMk cId="3218126811" sldId="256"/>
            <ac:spMk id="12" creationId="{90EBFB4B-03F6-B996-7488-BF4246DB6648}"/>
          </ac:spMkLst>
        </pc:spChg>
        <pc:spChg chg="add mod">
          <ac:chgData name="Santiago Matallana (MiddleEast)" userId="83699cee-f725-415f-817e-0d466a269b29" providerId="ADAL" clId="{E9193DBC-B25E-493C-96C8-9CBD69BA49B8}" dt="2026-06-04T11:21:56.418" v="6026" actId="14100"/>
          <ac:spMkLst>
            <pc:docMk/>
            <pc:sldMk cId="3218126811" sldId="256"/>
            <ac:spMk id="13" creationId="{DA4382B0-5023-6496-D2CE-BE060112B78E}"/>
          </ac:spMkLst>
        </pc:spChg>
        <pc:spChg chg="add mod">
          <ac:chgData name="Santiago Matallana (MiddleEast)" userId="83699cee-f725-415f-817e-0d466a269b29" providerId="ADAL" clId="{E9193DBC-B25E-493C-96C8-9CBD69BA49B8}" dt="2026-06-04T11:22:01.245" v="6027" actId="14100"/>
          <ac:spMkLst>
            <pc:docMk/>
            <pc:sldMk cId="3218126811" sldId="256"/>
            <ac:spMk id="14" creationId="{5E144F91-4DB9-B8A2-A80F-43DB6500140F}"/>
          </ac:spMkLst>
        </pc:spChg>
        <pc:spChg chg="add mod">
          <ac:chgData name="Santiago Matallana (MiddleEast)" userId="83699cee-f725-415f-817e-0d466a269b29" providerId="ADAL" clId="{E9193DBC-B25E-493C-96C8-9CBD69BA49B8}" dt="2026-06-04T11:22:01.245" v="6027" actId="14100"/>
          <ac:spMkLst>
            <pc:docMk/>
            <pc:sldMk cId="3218126811" sldId="256"/>
            <ac:spMk id="15" creationId="{D97941EB-5989-9DE0-B1D6-44C1DA77B3AC}"/>
          </ac:spMkLst>
        </pc:spChg>
        <pc:spChg chg="add mod">
          <ac:chgData name="Santiago Matallana (MiddleEast)" userId="83699cee-f725-415f-817e-0d466a269b29" providerId="ADAL" clId="{E9193DBC-B25E-493C-96C8-9CBD69BA49B8}" dt="2026-06-04T11:22:01.245" v="6027" actId="14100"/>
          <ac:spMkLst>
            <pc:docMk/>
            <pc:sldMk cId="3218126811" sldId="256"/>
            <ac:spMk id="16" creationId="{3FFF8712-6CA7-99CE-58C2-45EC800BA8FC}"/>
          </ac:spMkLst>
        </pc:spChg>
        <pc:spChg chg="add mod">
          <ac:chgData name="Santiago Matallana (MiddleEast)" userId="83699cee-f725-415f-817e-0d466a269b29" providerId="ADAL" clId="{E9193DBC-B25E-493C-96C8-9CBD69BA49B8}" dt="2026-06-04T11:22:01.245" v="6027" actId="14100"/>
          <ac:spMkLst>
            <pc:docMk/>
            <pc:sldMk cId="3218126811" sldId="256"/>
            <ac:spMk id="17" creationId="{70D0A183-C4AB-C5FC-1330-6AE17A8C88EF}"/>
          </ac:spMkLst>
        </pc:spChg>
        <pc:spChg chg="add mod">
          <ac:chgData name="Santiago Matallana (MiddleEast)" userId="83699cee-f725-415f-817e-0d466a269b29" providerId="ADAL" clId="{E9193DBC-B25E-493C-96C8-9CBD69BA49B8}" dt="2026-06-04T11:22:01.245" v="6027" actId="14100"/>
          <ac:spMkLst>
            <pc:docMk/>
            <pc:sldMk cId="3218126811" sldId="256"/>
            <ac:spMk id="18" creationId="{71BB552C-AC68-7322-1ABD-D84ECB385980}"/>
          </ac:spMkLst>
        </pc:spChg>
        <pc:spChg chg="add del mod">
          <ac:chgData name="Santiago Matallana (MiddleEast)" userId="83699cee-f725-415f-817e-0d466a269b29" providerId="ADAL" clId="{E9193DBC-B25E-493C-96C8-9CBD69BA49B8}" dt="2026-06-04T11:21:16.036" v="6017" actId="478"/>
          <ac:spMkLst>
            <pc:docMk/>
            <pc:sldMk cId="3218126811" sldId="256"/>
            <ac:spMk id="19" creationId="{86FD065C-5AEE-644A-AC27-F8F5C5AEB59A}"/>
          </ac:spMkLst>
        </pc:spChg>
        <pc:spChg chg="add del mod">
          <ac:chgData name="Santiago Matallana (MiddleEast)" userId="83699cee-f725-415f-817e-0d466a269b29" providerId="ADAL" clId="{E9193DBC-B25E-493C-96C8-9CBD69BA49B8}" dt="2026-06-04T11:21:16.036" v="6017" actId="478"/>
          <ac:spMkLst>
            <pc:docMk/>
            <pc:sldMk cId="3218126811" sldId="256"/>
            <ac:spMk id="20" creationId="{2B734023-422A-CF6E-3F26-DAED3100D13B}"/>
          </ac:spMkLst>
        </pc:spChg>
        <pc:spChg chg="add mod">
          <ac:chgData name="Santiago Matallana (MiddleEast)" userId="83699cee-f725-415f-817e-0d466a269b29" providerId="ADAL" clId="{E9193DBC-B25E-493C-96C8-9CBD69BA49B8}" dt="2026-06-04T11:20:58.221" v="6013" actId="207"/>
          <ac:spMkLst>
            <pc:docMk/>
            <pc:sldMk cId="3218126811" sldId="256"/>
            <ac:spMk id="21" creationId="{E7EFFD4D-1FC7-E11E-7A24-812411B18C99}"/>
          </ac:spMkLst>
        </pc:spChg>
        <pc:spChg chg="add del mod">
          <ac:chgData name="Santiago Matallana (MiddleEast)" userId="83699cee-f725-415f-817e-0d466a269b29" providerId="ADAL" clId="{E9193DBC-B25E-493C-96C8-9CBD69BA49B8}" dt="2026-06-04T11:21:16.036" v="6017" actId="478"/>
          <ac:spMkLst>
            <pc:docMk/>
            <pc:sldMk cId="3218126811" sldId="256"/>
            <ac:spMk id="22" creationId="{94BF20EC-BF57-D9E6-23B2-1C47C154F2F7}"/>
          </ac:spMkLst>
        </pc:spChg>
        <pc:spChg chg="add del mod">
          <ac:chgData name="Santiago Matallana (MiddleEast)" userId="83699cee-f725-415f-817e-0d466a269b29" providerId="ADAL" clId="{E9193DBC-B25E-493C-96C8-9CBD69BA49B8}" dt="2026-06-04T11:21:16.036" v="6017" actId="478"/>
          <ac:spMkLst>
            <pc:docMk/>
            <pc:sldMk cId="3218126811" sldId="256"/>
            <ac:spMk id="23" creationId="{20FD7A2B-2310-4531-BF8C-806E84F19719}"/>
          </ac:spMkLst>
        </pc:spChg>
        <pc:spChg chg="add mod">
          <ac:chgData name="Santiago Matallana (MiddleEast)" userId="83699cee-f725-415f-817e-0d466a269b29" providerId="ADAL" clId="{E9193DBC-B25E-493C-96C8-9CBD69BA49B8}" dt="2026-06-04T11:19:58.763" v="6001" actId="207"/>
          <ac:spMkLst>
            <pc:docMk/>
            <pc:sldMk cId="3218126811" sldId="256"/>
            <ac:spMk id="24" creationId="{591E6800-B88F-0788-27F6-CFEF00B31E22}"/>
          </ac:spMkLst>
        </pc:spChg>
        <pc:spChg chg="add del mod">
          <ac:chgData name="Santiago Matallana (MiddleEast)" userId="83699cee-f725-415f-817e-0d466a269b29" providerId="ADAL" clId="{E9193DBC-B25E-493C-96C8-9CBD69BA49B8}" dt="2026-06-04T11:21:16.036" v="6017" actId="478"/>
          <ac:spMkLst>
            <pc:docMk/>
            <pc:sldMk cId="3218126811" sldId="256"/>
            <ac:spMk id="25" creationId="{8AFE89B3-441C-D0E3-1926-6733F2459A79}"/>
          </ac:spMkLst>
        </pc:spChg>
        <pc:spChg chg="add mod">
          <ac:chgData name="Santiago Matallana (MiddleEast)" userId="83699cee-f725-415f-817e-0d466a269b29" providerId="ADAL" clId="{E9193DBC-B25E-493C-96C8-9CBD69BA49B8}" dt="2026-06-04T11:21:01.495" v="6014" actId="207"/>
          <ac:spMkLst>
            <pc:docMk/>
            <pc:sldMk cId="3218126811" sldId="256"/>
            <ac:spMk id="26" creationId="{ACFD4CB5-10E8-DDA7-A370-BF48343A143C}"/>
          </ac:spMkLst>
        </pc:spChg>
        <pc:spChg chg="add del mod">
          <ac:chgData name="Santiago Matallana (MiddleEast)" userId="83699cee-f725-415f-817e-0d466a269b29" providerId="ADAL" clId="{E9193DBC-B25E-493C-96C8-9CBD69BA49B8}" dt="2026-06-04T11:21:16.036" v="6017" actId="478"/>
          <ac:spMkLst>
            <pc:docMk/>
            <pc:sldMk cId="3218126811" sldId="256"/>
            <ac:spMk id="27" creationId="{1D1EDF05-938D-8789-0C16-3F68929AE1B4}"/>
          </ac:spMkLst>
        </pc:spChg>
        <pc:spChg chg="add del mod">
          <ac:chgData name="Santiago Matallana (MiddleEast)" userId="83699cee-f725-415f-817e-0d466a269b29" providerId="ADAL" clId="{E9193DBC-B25E-493C-96C8-9CBD69BA49B8}" dt="2026-06-04T11:21:16.036" v="6017" actId="478"/>
          <ac:spMkLst>
            <pc:docMk/>
            <pc:sldMk cId="3218126811" sldId="256"/>
            <ac:spMk id="28" creationId="{12CB3762-57F4-FAC1-500C-A1C3B50A595D}"/>
          </ac:spMkLst>
        </pc:spChg>
        <pc:spChg chg="add mod">
          <ac:chgData name="Santiago Matallana (MiddleEast)" userId="83699cee-f725-415f-817e-0d466a269b29" providerId="ADAL" clId="{E9193DBC-B25E-493C-96C8-9CBD69BA49B8}" dt="2026-06-04T11:20:03.106" v="6002" actId="207"/>
          <ac:spMkLst>
            <pc:docMk/>
            <pc:sldMk cId="3218126811" sldId="256"/>
            <ac:spMk id="29" creationId="{EAA3C42D-98D7-A114-B2A4-1A636547E625}"/>
          </ac:spMkLst>
        </pc:spChg>
        <pc:spChg chg="add del mod">
          <ac:chgData name="Santiago Matallana (MiddleEast)" userId="83699cee-f725-415f-817e-0d466a269b29" providerId="ADAL" clId="{E9193DBC-B25E-493C-96C8-9CBD69BA49B8}" dt="2026-06-04T11:21:16.036" v="6017" actId="478"/>
          <ac:spMkLst>
            <pc:docMk/>
            <pc:sldMk cId="3218126811" sldId="256"/>
            <ac:spMk id="30" creationId="{0323CD49-4F7F-7687-252B-4927DE5DECCE}"/>
          </ac:spMkLst>
        </pc:spChg>
        <pc:spChg chg="add mod">
          <ac:chgData name="Santiago Matallana (MiddleEast)" userId="83699cee-f725-415f-817e-0d466a269b29" providerId="ADAL" clId="{E9193DBC-B25E-493C-96C8-9CBD69BA49B8}" dt="2026-06-04T11:19:38.384" v="5996" actId="571"/>
          <ac:spMkLst>
            <pc:docMk/>
            <pc:sldMk cId="3218126811" sldId="256"/>
            <ac:spMk id="31" creationId="{C7BCF7A6-52AE-369D-5A96-6C1377EDCDA2}"/>
          </ac:spMkLst>
        </pc:spChg>
        <pc:spChg chg="add del mod">
          <ac:chgData name="Santiago Matallana (MiddleEast)" userId="83699cee-f725-415f-817e-0d466a269b29" providerId="ADAL" clId="{E9193DBC-B25E-493C-96C8-9CBD69BA49B8}" dt="2026-06-04T11:21:16.036" v="6017" actId="478"/>
          <ac:spMkLst>
            <pc:docMk/>
            <pc:sldMk cId="3218126811" sldId="256"/>
            <ac:spMk id="32" creationId="{1981F792-BE4F-3466-2FE0-A2EECBED7AEC}"/>
          </ac:spMkLst>
        </pc:spChg>
        <pc:spChg chg="add mod">
          <ac:chgData name="Santiago Matallana (MiddleEast)" userId="83699cee-f725-415f-817e-0d466a269b29" providerId="ADAL" clId="{E9193DBC-B25E-493C-96C8-9CBD69BA49B8}" dt="2026-06-04T11:19:38.384" v="5996" actId="571"/>
          <ac:spMkLst>
            <pc:docMk/>
            <pc:sldMk cId="3218126811" sldId="256"/>
            <ac:spMk id="33" creationId="{5C71C52F-C41F-2611-C880-CE5FDBAC6084}"/>
          </ac:spMkLst>
        </pc:spChg>
        <pc:spChg chg="add del mod">
          <ac:chgData name="Santiago Matallana (MiddleEast)" userId="83699cee-f725-415f-817e-0d466a269b29" providerId="ADAL" clId="{E9193DBC-B25E-493C-96C8-9CBD69BA49B8}" dt="2026-06-04T11:21:16.036" v="6017" actId="478"/>
          <ac:spMkLst>
            <pc:docMk/>
            <pc:sldMk cId="3218126811" sldId="256"/>
            <ac:spMk id="34" creationId="{95D53957-0262-E548-E9B0-CD25FEA10C30}"/>
          </ac:spMkLst>
        </pc:spChg>
        <pc:spChg chg="add mod">
          <ac:chgData name="Santiago Matallana (MiddleEast)" userId="83699cee-f725-415f-817e-0d466a269b29" providerId="ADAL" clId="{E9193DBC-B25E-493C-96C8-9CBD69BA49B8}" dt="2026-06-04T11:20:39.636" v="6010" actId="207"/>
          <ac:spMkLst>
            <pc:docMk/>
            <pc:sldMk cId="3218126811" sldId="256"/>
            <ac:spMk id="35" creationId="{B1CC6893-D2C6-EE34-6FD9-A41AB705286A}"/>
          </ac:spMkLst>
        </pc:spChg>
        <pc:spChg chg="add mod">
          <ac:chgData name="Santiago Matallana (MiddleEast)" userId="83699cee-f725-415f-817e-0d466a269b29" providerId="ADAL" clId="{E9193DBC-B25E-493C-96C8-9CBD69BA49B8}" dt="2026-06-04T11:19:40.161" v="5997" actId="571"/>
          <ac:spMkLst>
            <pc:docMk/>
            <pc:sldMk cId="3218126811" sldId="256"/>
            <ac:spMk id="36" creationId="{08C73873-A014-9135-D1B3-7A0DAE2EA2B9}"/>
          </ac:spMkLst>
        </pc:spChg>
        <pc:spChg chg="add mod">
          <ac:chgData name="Santiago Matallana (MiddleEast)" userId="83699cee-f725-415f-817e-0d466a269b29" providerId="ADAL" clId="{E9193DBC-B25E-493C-96C8-9CBD69BA49B8}" dt="2026-06-04T11:19:40.161" v="5997" actId="571"/>
          <ac:spMkLst>
            <pc:docMk/>
            <pc:sldMk cId="3218126811" sldId="256"/>
            <ac:spMk id="37" creationId="{C84E6B81-344F-0B66-4A17-4B893F125313}"/>
          </ac:spMkLst>
        </pc:spChg>
        <pc:spChg chg="add mod">
          <ac:chgData name="Santiago Matallana (MiddleEast)" userId="83699cee-f725-415f-817e-0d466a269b29" providerId="ADAL" clId="{E9193DBC-B25E-493C-96C8-9CBD69BA49B8}" dt="2026-06-04T11:19:40.161" v="5997" actId="571"/>
          <ac:spMkLst>
            <pc:docMk/>
            <pc:sldMk cId="3218126811" sldId="256"/>
            <ac:spMk id="38" creationId="{D641CB27-E109-B4F1-1FAD-6F6771D30503}"/>
          </ac:spMkLst>
        </pc:spChg>
        <pc:spChg chg="add del mod">
          <ac:chgData name="Santiago Matallana (MiddleEast)" userId="83699cee-f725-415f-817e-0d466a269b29" providerId="ADAL" clId="{E9193DBC-B25E-493C-96C8-9CBD69BA49B8}" dt="2026-06-04T11:20:12.750" v="6004" actId="478"/>
          <ac:spMkLst>
            <pc:docMk/>
            <pc:sldMk cId="3218126811" sldId="256"/>
            <ac:spMk id="39" creationId="{850CA3DB-4FDA-5704-A09E-1327D92207CA}"/>
          </ac:spMkLst>
        </pc:spChg>
        <pc:spChg chg="add del mod">
          <ac:chgData name="Santiago Matallana (MiddleEast)" userId="83699cee-f725-415f-817e-0d466a269b29" providerId="ADAL" clId="{E9193DBC-B25E-493C-96C8-9CBD69BA49B8}" dt="2026-06-04T11:20:12.750" v="6004" actId="478"/>
          <ac:spMkLst>
            <pc:docMk/>
            <pc:sldMk cId="3218126811" sldId="256"/>
            <ac:spMk id="40" creationId="{93E06F98-0A19-173B-BEDD-557A7D145DC7}"/>
          </ac:spMkLst>
        </pc:spChg>
        <pc:spChg chg="add del mod">
          <ac:chgData name="Santiago Matallana (MiddleEast)" userId="83699cee-f725-415f-817e-0d466a269b29" providerId="ADAL" clId="{E9193DBC-B25E-493C-96C8-9CBD69BA49B8}" dt="2026-06-04T11:20:12.750" v="6004" actId="478"/>
          <ac:spMkLst>
            <pc:docMk/>
            <pc:sldMk cId="3218126811" sldId="256"/>
            <ac:spMk id="41" creationId="{51298316-BCAB-4B55-440A-BB1FC1165E58}"/>
          </ac:spMkLst>
        </pc:spChg>
        <pc:spChg chg="add del mod">
          <ac:chgData name="Santiago Matallana (MiddleEast)" userId="83699cee-f725-415f-817e-0d466a269b29" providerId="ADAL" clId="{E9193DBC-B25E-493C-96C8-9CBD69BA49B8}" dt="2026-06-04T11:20:12.750" v="6004" actId="478"/>
          <ac:spMkLst>
            <pc:docMk/>
            <pc:sldMk cId="3218126811" sldId="256"/>
            <ac:spMk id="42" creationId="{01DD035B-571F-AFBE-BA61-9353D2A29B34}"/>
          </ac:spMkLst>
        </pc:spChg>
        <pc:spChg chg="add del mod">
          <ac:chgData name="Santiago Matallana (MiddleEast)" userId="83699cee-f725-415f-817e-0d466a269b29" providerId="ADAL" clId="{E9193DBC-B25E-493C-96C8-9CBD69BA49B8}" dt="2026-06-04T11:20:12.750" v="6004" actId="478"/>
          <ac:spMkLst>
            <pc:docMk/>
            <pc:sldMk cId="3218126811" sldId="256"/>
            <ac:spMk id="43" creationId="{EFB0F5B4-08C1-E77A-85F2-CB58CE3B66D5}"/>
          </ac:spMkLst>
        </pc:spChg>
        <pc:graphicFrameChg chg="add mod ord modVis">
          <ac:chgData name="Santiago Matallana (MiddleEast)" userId="83699cee-f725-415f-817e-0d466a269b29" providerId="ADAL" clId="{E9193DBC-B25E-493C-96C8-9CBD69BA49B8}" dt="2026-06-04T11:19:13.384" v="5990"/>
          <ac:graphicFrameMkLst>
            <pc:docMk/>
            <pc:sldMk cId="3218126811" sldId="256"/>
            <ac:graphicFrameMk id="8" creationId="{94251601-6496-161C-D16B-50BF56AC8713}"/>
          </ac:graphicFrameMkLst>
        </pc:graphicFrameChg>
      </pc:sldChg>
      <pc:sldChg chg="del">
        <pc:chgData name="Santiago Matallana (MiddleEast)" userId="83699cee-f725-415f-817e-0d466a269b29" providerId="ADAL" clId="{E9193DBC-B25E-493C-96C8-9CBD69BA49B8}" dt="2026-06-04T11:18:18.075" v="5962" actId="47"/>
        <pc:sldMkLst>
          <pc:docMk/>
          <pc:sldMk cId="309092213" sldId="257"/>
        </pc:sldMkLst>
      </pc:sldChg>
      <pc:sldChg chg="modSp mod">
        <pc:chgData name="Santiago Matallana (MiddleEast)" userId="83699cee-f725-415f-817e-0d466a269b29" providerId="ADAL" clId="{E9193DBC-B25E-493C-96C8-9CBD69BA49B8}" dt="2026-05-25T10:13:37.627" v="4112" actId="1037"/>
        <pc:sldMkLst>
          <pc:docMk/>
          <pc:sldMk cId="3262377946" sldId="258"/>
        </pc:sldMkLst>
        <pc:spChg chg="mod">
          <ac:chgData name="Santiago Matallana (MiddleEast)" userId="83699cee-f725-415f-817e-0d466a269b29" providerId="ADAL" clId="{E9193DBC-B25E-493C-96C8-9CBD69BA49B8}" dt="2026-05-25T10:11:49.368" v="4077" actId="1036"/>
          <ac:spMkLst>
            <pc:docMk/>
            <pc:sldMk cId="3262377946" sldId="258"/>
            <ac:spMk id="36" creationId="{1B84E3F5-C790-D1C2-CE73-EEADE2CBA5AB}"/>
          </ac:spMkLst>
        </pc:spChg>
        <pc:spChg chg="mod">
          <ac:chgData name="Santiago Matallana (MiddleEast)" userId="83699cee-f725-415f-817e-0d466a269b29" providerId="ADAL" clId="{E9193DBC-B25E-493C-96C8-9CBD69BA49B8}" dt="2026-05-25T10:10:50.975" v="4062" actId="1036"/>
          <ac:spMkLst>
            <pc:docMk/>
            <pc:sldMk cId="3262377946" sldId="258"/>
            <ac:spMk id="37" creationId="{FBAA0D4C-774C-3371-D586-0A0C4B1D7150}"/>
          </ac:spMkLst>
        </pc:spChg>
        <pc:spChg chg="mod">
          <ac:chgData name="Santiago Matallana (MiddleEast)" userId="83699cee-f725-415f-817e-0d466a269b29" providerId="ADAL" clId="{E9193DBC-B25E-493C-96C8-9CBD69BA49B8}" dt="2026-05-25T10:13:37.627" v="4112" actId="1037"/>
          <ac:spMkLst>
            <pc:docMk/>
            <pc:sldMk cId="3262377946" sldId="258"/>
            <ac:spMk id="38" creationId="{C5145B65-E486-8C89-7172-D746D3C32690}"/>
          </ac:spMkLst>
        </pc:spChg>
        <pc:spChg chg="mod">
          <ac:chgData name="Santiago Matallana (MiddleEast)" userId="83699cee-f725-415f-817e-0d466a269b29" providerId="ADAL" clId="{E9193DBC-B25E-493C-96C8-9CBD69BA49B8}" dt="2026-05-25T10:10:32.174" v="4023" actId="1036"/>
          <ac:spMkLst>
            <pc:docMk/>
            <pc:sldMk cId="3262377946" sldId="258"/>
            <ac:spMk id="39" creationId="{C9BDDB6F-AD2D-7099-98DC-3330D9C6DE1F}"/>
          </ac:spMkLst>
        </pc:spChg>
        <pc:spChg chg="mod">
          <ac:chgData name="Santiago Matallana (MiddleEast)" userId="83699cee-f725-415f-817e-0d466a269b29" providerId="ADAL" clId="{E9193DBC-B25E-493C-96C8-9CBD69BA49B8}" dt="2026-05-25T10:10:24.749" v="4018" actId="1036"/>
          <ac:spMkLst>
            <pc:docMk/>
            <pc:sldMk cId="3262377946" sldId="258"/>
            <ac:spMk id="40" creationId="{CDC8CC51-CD09-F8DC-0984-8A250E7A49F9}"/>
          </ac:spMkLst>
        </pc:spChg>
        <pc:spChg chg="mod">
          <ac:chgData name="Santiago Matallana (MiddleEast)" userId="83699cee-f725-415f-817e-0d466a269b29" providerId="ADAL" clId="{E9193DBC-B25E-493C-96C8-9CBD69BA49B8}" dt="2026-05-25T10:12:28.578" v="4087" actId="1036"/>
          <ac:spMkLst>
            <pc:docMk/>
            <pc:sldMk cId="3262377946" sldId="258"/>
            <ac:spMk id="46" creationId="{1EA66EAD-A96C-77B9-A694-0DB76EE39D40}"/>
          </ac:spMkLst>
        </pc:spChg>
        <pc:spChg chg="mod">
          <ac:chgData name="Santiago Matallana (MiddleEast)" userId="83699cee-f725-415f-817e-0d466a269b29" providerId="ADAL" clId="{E9193DBC-B25E-493C-96C8-9CBD69BA49B8}" dt="2026-05-25T10:13:19.162" v="4102" actId="207"/>
          <ac:spMkLst>
            <pc:docMk/>
            <pc:sldMk cId="3262377946" sldId="258"/>
            <ac:spMk id="50" creationId="{027EFA25-FA52-B97E-F4D0-A8FD42138724}"/>
          </ac:spMkLst>
        </pc:spChg>
      </pc:sldChg>
      <pc:sldChg chg="addSp modSp mod">
        <pc:chgData name="Santiago Matallana (MiddleEast)" userId="83699cee-f725-415f-817e-0d466a269b29" providerId="ADAL" clId="{E9193DBC-B25E-493C-96C8-9CBD69BA49B8}" dt="2026-05-31T13:55:00.573" v="5956" actId="1036"/>
        <pc:sldMkLst>
          <pc:docMk/>
          <pc:sldMk cId="3132449272" sldId="259"/>
        </pc:sldMkLst>
        <pc:spChg chg="mod">
          <ac:chgData name="Santiago Matallana (MiddleEast)" userId="83699cee-f725-415f-817e-0d466a269b29" providerId="ADAL" clId="{E9193DBC-B25E-493C-96C8-9CBD69BA49B8}" dt="2026-05-31T13:54:36.130" v="5944" actId="14100"/>
          <ac:spMkLst>
            <pc:docMk/>
            <pc:sldMk cId="3132449272" sldId="259"/>
            <ac:spMk id="8" creationId="{D701C467-5790-4F1B-C497-4E3ACDF49A8F}"/>
          </ac:spMkLst>
        </pc:spChg>
        <pc:spChg chg="mod">
          <ac:chgData name="Santiago Matallana (MiddleEast)" userId="83699cee-f725-415f-817e-0d466a269b29" providerId="ADAL" clId="{E9193DBC-B25E-493C-96C8-9CBD69BA49B8}" dt="2026-05-31T13:53:06.479" v="5912" actId="14100"/>
          <ac:spMkLst>
            <pc:docMk/>
            <pc:sldMk cId="3132449272" sldId="259"/>
            <ac:spMk id="54" creationId="{CCE497E1-DD06-9A06-5927-4F87C5F1199A}"/>
          </ac:spMkLst>
        </pc:spChg>
        <pc:spChg chg="mod">
          <ac:chgData name="Santiago Matallana (MiddleEast)" userId="83699cee-f725-415f-817e-0d466a269b29" providerId="ADAL" clId="{E9193DBC-B25E-493C-96C8-9CBD69BA49B8}" dt="2026-05-31T13:54:52.791" v="5951" actId="1036"/>
          <ac:spMkLst>
            <pc:docMk/>
            <pc:sldMk cId="3132449272" sldId="259"/>
            <ac:spMk id="1024" creationId="{426B008F-B850-9953-4511-721F7E168C3D}"/>
          </ac:spMkLst>
        </pc:spChg>
        <pc:spChg chg="mod">
          <ac:chgData name="Santiago Matallana (MiddleEast)" userId="83699cee-f725-415f-817e-0d466a269b29" providerId="ADAL" clId="{E9193DBC-B25E-493C-96C8-9CBD69BA49B8}" dt="2026-05-31T13:54:52.791" v="5951" actId="1036"/>
          <ac:spMkLst>
            <pc:docMk/>
            <pc:sldMk cId="3132449272" sldId="259"/>
            <ac:spMk id="1030" creationId="{1B37325D-55E9-1311-A8DA-EDDA8F8088C5}"/>
          </ac:spMkLst>
        </pc:spChg>
        <pc:spChg chg="mod">
          <ac:chgData name="Santiago Matallana (MiddleEast)" userId="83699cee-f725-415f-817e-0d466a269b29" providerId="ADAL" clId="{E9193DBC-B25E-493C-96C8-9CBD69BA49B8}" dt="2026-05-31T13:54:12.344" v="5923" actId="1037"/>
          <ac:spMkLst>
            <pc:docMk/>
            <pc:sldMk cId="3132449272" sldId="259"/>
            <ac:spMk id="1033" creationId="{B8770E94-EDC4-D922-E4BE-8EDBA4F2EFAF}"/>
          </ac:spMkLst>
        </pc:spChg>
        <pc:spChg chg="mod">
          <ac:chgData name="Santiago Matallana (MiddleEast)" userId="83699cee-f725-415f-817e-0d466a269b29" providerId="ADAL" clId="{E9193DBC-B25E-493C-96C8-9CBD69BA49B8}" dt="2026-05-31T13:54:52.791" v="5951" actId="1036"/>
          <ac:spMkLst>
            <pc:docMk/>
            <pc:sldMk cId="3132449272" sldId="259"/>
            <ac:spMk id="1035" creationId="{0F49D5D4-298C-1DFE-E566-E72553C0C4BA}"/>
          </ac:spMkLst>
        </pc:spChg>
        <pc:grpChg chg="mod">
          <ac:chgData name="Santiago Matallana (MiddleEast)" userId="83699cee-f725-415f-817e-0d466a269b29" providerId="ADAL" clId="{E9193DBC-B25E-493C-96C8-9CBD69BA49B8}" dt="2026-05-31T13:51:37.469" v="5911" actId="14100"/>
          <ac:grpSpMkLst>
            <pc:docMk/>
            <pc:sldMk cId="3132449272" sldId="259"/>
            <ac:grpSpMk id="44" creationId="{D4BF73DD-C87A-9470-AE18-1B24562750B0}"/>
          </ac:grpSpMkLst>
        </pc:grpChg>
        <pc:picChg chg="mod">
          <ac:chgData name="Santiago Matallana (MiddleEast)" userId="83699cee-f725-415f-817e-0d466a269b29" providerId="ADAL" clId="{E9193DBC-B25E-493C-96C8-9CBD69BA49B8}" dt="2026-05-31T13:55:00.573" v="5956" actId="1036"/>
          <ac:picMkLst>
            <pc:docMk/>
            <pc:sldMk cId="3132449272" sldId="259"/>
            <ac:picMk id="1025" creationId="{579F342E-B8A2-DF26-2927-624DBF511915}"/>
          </ac:picMkLst>
        </pc:picChg>
        <pc:picChg chg="mod">
          <ac:chgData name="Santiago Matallana (MiddleEast)" userId="83699cee-f725-415f-817e-0d466a269b29" providerId="ADAL" clId="{E9193DBC-B25E-493C-96C8-9CBD69BA49B8}" dt="2026-05-31T13:55:00.573" v="5956" actId="1036"/>
          <ac:picMkLst>
            <pc:docMk/>
            <pc:sldMk cId="3132449272" sldId="259"/>
            <ac:picMk id="1031" creationId="{FCFB7CD1-DC44-AD8C-B962-73230378EDD3}"/>
          </ac:picMkLst>
        </pc:picChg>
        <pc:picChg chg="mod">
          <ac:chgData name="Santiago Matallana (MiddleEast)" userId="83699cee-f725-415f-817e-0d466a269b29" providerId="ADAL" clId="{E9193DBC-B25E-493C-96C8-9CBD69BA49B8}" dt="2026-05-31T13:55:00.573" v="5956" actId="1036"/>
          <ac:picMkLst>
            <pc:docMk/>
            <pc:sldMk cId="3132449272" sldId="259"/>
            <ac:picMk id="1034" creationId="{ECBC06A2-903B-30E9-22C0-8330E513F161}"/>
          </ac:picMkLst>
        </pc:picChg>
      </pc:sldChg>
      <pc:sldChg chg="new">
        <pc:chgData name="Santiago Matallana (MiddleEast)" userId="83699cee-f725-415f-817e-0d466a269b29" providerId="ADAL" clId="{E9193DBC-B25E-493C-96C8-9CBD69BA49B8}" dt="2026-06-04T11:18:00.595" v="5957" actId="680"/>
        <pc:sldMkLst>
          <pc:docMk/>
          <pc:sldMk cId="706761592" sldId="260"/>
        </pc:sldMkLst>
      </pc:sldChg>
      <pc:sldChg chg="del">
        <pc:chgData name="Santiago Matallana (MiddleEast)" userId="83699cee-f725-415f-817e-0d466a269b29" providerId="ADAL" clId="{E9193DBC-B25E-493C-96C8-9CBD69BA49B8}" dt="2026-06-04T11:18:08.283" v="5959" actId="47"/>
        <pc:sldMkLst>
          <pc:docMk/>
          <pc:sldMk cId="2525348211" sldId="268"/>
        </pc:sldMkLst>
      </pc:sldChg>
      <pc:sldChg chg="addSp delSp modSp mod">
        <pc:chgData name="Santiago Matallana (MiddleEast)" userId="83699cee-f725-415f-817e-0d466a269b29" providerId="ADAL" clId="{E9193DBC-B25E-493C-96C8-9CBD69BA49B8}" dt="2026-05-22T12:00:16.824" v="3127" actId="1037"/>
        <pc:sldMkLst>
          <pc:docMk/>
          <pc:sldMk cId="3663923344" sldId="283"/>
        </pc:sldMkLst>
        <pc:spChg chg="mod">
          <ac:chgData name="Santiago Matallana (MiddleEast)" userId="83699cee-f725-415f-817e-0d466a269b29" providerId="ADAL" clId="{E9193DBC-B25E-493C-96C8-9CBD69BA49B8}" dt="2026-05-22T11:54:44.901" v="3019" actId="948"/>
          <ac:spMkLst>
            <pc:docMk/>
            <pc:sldMk cId="3663923344" sldId="283"/>
            <ac:spMk id="2" creationId="{E4A37183-0B47-12BF-932A-CB222CFF7630}"/>
          </ac:spMkLst>
        </pc:spChg>
        <pc:spChg chg="mod">
          <ac:chgData name="Santiago Matallana (MiddleEast)" userId="83699cee-f725-415f-817e-0d466a269b29" providerId="ADAL" clId="{E9193DBC-B25E-493C-96C8-9CBD69BA49B8}" dt="2026-05-22T11:59:49.401" v="3123" actId="14100"/>
          <ac:spMkLst>
            <pc:docMk/>
            <pc:sldMk cId="3663923344" sldId="283"/>
            <ac:spMk id="37" creationId="{8F2C9ADF-5636-E44D-DFE5-3E23E13EDD9E}"/>
          </ac:spMkLst>
        </pc:spChg>
        <pc:spChg chg="mod">
          <ac:chgData name="Santiago Matallana (MiddleEast)" userId="83699cee-f725-415f-817e-0d466a269b29" providerId="ADAL" clId="{E9193DBC-B25E-493C-96C8-9CBD69BA49B8}" dt="2026-05-22T11:58:57.391" v="3109" actId="1076"/>
          <ac:spMkLst>
            <pc:docMk/>
            <pc:sldMk cId="3663923344" sldId="283"/>
            <ac:spMk id="38" creationId="{5F5E9772-C419-A231-C565-900013AD6490}"/>
          </ac:spMkLst>
        </pc:spChg>
        <pc:spChg chg="mod">
          <ac:chgData name="Santiago Matallana (MiddleEast)" userId="83699cee-f725-415f-817e-0d466a269b29" providerId="ADAL" clId="{E9193DBC-B25E-493C-96C8-9CBD69BA49B8}" dt="2026-05-22T12:00:16.824" v="3127" actId="1037"/>
          <ac:spMkLst>
            <pc:docMk/>
            <pc:sldMk cId="3663923344" sldId="283"/>
            <ac:spMk id="39" creationId="{A7FA7491-7C83-90F7-FE06-87312EC0B6C5}"/>
          </ac:spMkLst>
        </pc:spChg>
        <pc:spChg chg="mod">
          <ac:chgData name="Santiago Matallana (MiddleEast)" userId="83699cee-f725-415f-817e-0d466a269b29" providerId="ADAL" clId="{E9193DBC-B25E-493C-96C8-9CBD69BA49B8}" dt="2026-05-22T11:59:49.401" v="3123" actId="14100"/>
          <ac:spMkLst>
            <pc:docMk/>
            <pc:sldMk cId="3663923344" sldId="283"/>
            <ac:spMk id="40" creationId="{5EF80435-A50C-69C8-6663-F5F2D1F4B3FB}"/>
          </ac:spMkLst>
        </pc:spChg>
        <pc:spChg chg="mod">
          <ac:chgData name="Santiago Matallana (MiddleEast)" userId="83699cee-f725-415f-817e-0d466a269b29" providerId="ADAL" clId="{E9193DBC-B25E-493C-96C8-9CBD69BA49B8}" dt="2026-05-22T11:59:05.858" v="3110" actId="12789"/>
          <ac:spMkLst>
            <pc:docMk/>
            <pc:sldMk cId="3663923344" sldId="283"/>
            <ac:spMk id="41" creationId="{A3782D64-F170-1B70-6F34-FC77336A7A15}"/>
          </ac:spMkLst>
        </pc:spChg>
        <pc:spChg chg="mod topLvl">
          <ac:chgData name="Santiago Matallana (MiddleEast)" userId="83699cee-f725-415f-817e-0d466a269b29" providerId="ADAL" clId="{E9193DBC-B25E-493C-96C8-9CBD69BA49B8}" dt="2026-05-22T12:00:16.824" v="3127" actId="1037"/>
          <ac:spMkLst>
            <pc:docMk/>
            <pc:sldMk cId="3663923344" sldId="283"/>
            <ac:spMk id="46" creationId="{78DF18EF-2903-E9C7-5EBE-382C847CC4A2}"/>
          </ac:spMkLst>
        </pc:spChg>
        <pc:spChg chg="mod topLvl">
          <ac:chgData name="Santiago Matallana (MiddleEast)" userId="83699cee-f725-415f-817e-0d466a269b29" providerId="ADAL" clId="{E9193DBC-B25E-493C-96C8-9CBD69BA49B8}" dt="2026-05-22T11:59:58.484" v="3124" actId="1076"/>
          <ac:spMkLst>
            <pc:docMk/>
            <pc:sldMk cId="3663923344" sldId="283"/>
            <ac:spMk id="51" creationId="{45BA6152-52C5-37A4-5D73-0D5E9ADD9C0D}"/>
          </ac:spMkLst>
        </pc:spChg>
        <pc:spChg chg="mod topLvl">
          <ac:chgData name="Santiago Matallana (MiddleEast)" userId="83699cee-f725-415f-817e-0d466a269b29" providerId="ADAL" clId="{E9193DBC-B25E-493C-96C8-9CBD69BA49B8}" dt="2026-05-22T11:59:17.329" v="3113" actId="1036"/>
          <ac:spMkLst>
            <pc:docMk/>
            <pc:sldMk cId="3663923344" sldId="283"/>
            <ac:spMk id="52" creationId="{27B65368-5843-60D4-1E24-6933DE56B06F}"/>
          </ac:spMkLst>
        </pc:spChg>
        <pc:spChg chg="mod topLvl">
          <ac:chgData name="Santiago Matallana (MiddleEast)" userId="83699cee-f725-415f-817e-0d466a269b29" providerId="ADAL" clId="{E9193DBC-B25E-493C-96C8-9CBD69BA49B8}" dt="2026-05-22T12:00:16.824" v="3127" actId="1037"/>
          <ac:spMkLst>
            <pc:docMk/>
            <pc:sldMk cId="3663923344" sldId="283"/>
            <ac:spMk id="53" creationId="{C7708678-3709-0BC0-BB73-4AE5D1A6C47A}"/>
          </ac:spMkLst>
        </pc:spChg>
        <pc:spChg chg="mod">
          <ac:chgData name="Santiago Matallana (MiddleEast)" userId="83699cee-f725-415f-817e-0d466a269b29" providerId="ADAL" clId="{E9193DBC-B25E-493C-96C8-9CBD69BA49B8}" dt="2026-05-22T11:59:49.401" v="3123" actId="14100"/>
          <ac:spMkLst>
            <pc:docMk/>
            <pc:sldMk cId="3663923344" sldId="283"/>
            <ac:spMk id="54" creationId="{755F8195-869E-FFC0-B3ED-8F64AE37FDA6}"/>
          </ac:spMkLst>
        </pc:spChg>
        <pc:spChg chg="mod">
          <ac:chgData name="Santiago Matallana (MiddleEast)" userId="83699cee-f725-415f-817e-0d466a269b29" providerId="ADAL" clId="{E9193DBC-B25E-493C-96C8-9CBD69BA49B8}" dt="2026-05-22T11:59:25.219" v="3121" actId="1036"/>
          <ac:spMkLst>
            <pc:docMk/>
            <pc:sldMk cId="3663923344" sldId="283"/>
            <ac:spMk id="55" creationId="{99EEEEE1-0710-0C63-8F9A-B524CBF1FEFA}"/>
          </ac:spMkLst>
        </pc:spChg>
        <pc:spChg chg="mod topLvl">
          <ac:chgData name="Santiago Matallana (MiddleEast)" userId="83699cee-f725-415f-817e-0d466a269b29" providerId="ADAL" clId="{E9193DBC-B25E-493C-96C8-9CBD69BA49B8}" dt="2026-05-22T12:00:16.824" v="3127" actId="1037"/>
          <ac:spMkLst>
            <pc:docMk/>
            <pc:sldMk cId="3663923344" sldId="283"/>
            <ac:spMk id="56" creationId="{6D8AED7E-0CA1-C83F-D3FF-CA940AD6275D}"/>
          </ac:spMkLst>
        </pc:spChg>
        <pc:spChg chg="mod topLvl">
          <ac:chgData name="Santiago Matallana (MiddleEast)" userId="83699cee-f725-415f-817e-0d466a269b29" providerId="ADAL" clId="{E9193DBC-B25E-493C-96C8-9CBD69BA49B8}" dt="2026-05-22T11:59:49.401" v="3123" actId="14100"/>
          <ac:spMkLst>
            <pc:docMk/>
            <pc:sldMk cId="3663923344" sldId="283"/>
            <ac:spMk id="57" creationId="{AA9F44C1-C251-3922-2897-2FB5EB63559D}"/>
          </ac:spMkLst>
        </pc:spChg>
        <pc:spChg chg="mod topLvl">
          <ac:chgData name="Santiago Matallana (MiddleEast)" userId="83699cee-f725-415f-817e-0d466a269b29" providerId="ADAL" clId="{E9193DBC-B25E-493C-96C8-9CBD69BA49B8}" dt="2026-05-22T11:59:28.983" v="3122" actId="12789"/>
          <ac:spMkLst>
            <pc:docMk/>
            <pc:sldMk cId="3663923344" sldId="283"/>
            <ac:spMk id="58" creationId="{90160A0D-57D2-E94C-A80A-2C4079C80C25}"/>
          </ac:spMkLst>
        </pc:spChg>
        <pc:spChg chg="mod topLvl">
          <ac:chgData name="Santiago Matallana (MiddleEast)" userId="83699cee-f725-415f-817e-0d466a269b29" providerId="ADAL" clId="{E9193DBC-B25E-493C-96C8-9CBD69BA49B8}" dt="2026-05-22T12:00:16.824" v="3127" actId="1037"/>
          <ac:spMkLst>
            <pc:docMk/>
            <pc:sldMk cId="3663923344" sldId="283"/>
            <ac:spMk id="59" creationId="{7B3B14C7-356F-FD69-C86C-E12C9E19EB10}"/>
          </ac:spMkLst>
        </pc:spChg>
        <pc:spChg chg="mod">
          <ac:chgData name="Santiago Matallana (MiddleEast)" userId="83699cee-f725-415f-817e-0d466a269b29" providerId="ADAL" clId="{E9193DBC-B25E-493C-96C8-9CBD69BA49B8}" dt="2026-05-22T11:57:40.356" v="3044" actId="165"/>
          <ac:spMkLst>
            <pc:docMk/>
            <pc:sldMk cId="3663923344" sldId="283"/>
            <ac:spMk id="61" creationId="{CB70A056-93CE-BC3C-445C-38393B58E67A}"/>
          </ac:spMkLst>
        </pc:spChg>
        <pc:spChg chg="mod">
          <ac:chgData name="Santiago Matallana (MiddleEast)" userId="83699cee-f725-415f-817e-0d466a269b29" providerId="ADAL" clId="{E9193DBC-B25E-493C-96C8-9CBD69BA49B8}" dt="2026-05-22T11:57:40.356" v="3044" actId="165"/>
          <ac:spMkLst>
            <pc:docMk/>
            <pc:sldMk cId="3663923344" sldId="283"/>
            <ac:spMk id="62" creationId="{59FB6357-6012-D571-3BF8-5A44DFAE6AD4}"/>
          </ac:spMkLst>
        </pc:spChg>
        <pc:grpChg chg="mod">
          <ac:chgData name="Santiago Matallana (MiddleEast)" userId="83699cee-f725-415f-817e-0d466a269b29" providerId="ADAL" clId="{E9193DBC-B25E-493C-96C8-9CBD69BA49B8}" dt="2026-05-22T11:59:28.983" v="3122" actId="12789"/>
          <ac:grpSpMkLst>
            <pc:docMk/>
            <pc:sldMk cId="3663923344" sldId="283"/>
            <ac:grpSpMk id="126" creationId="{BF2E3139-D5DB-E07C-4769-7B06783771A8}"/>
          </ac:grpSpMkLst>
        </pc:grpChg>
        <pc:grpChg chg="mod">
          <ac:chgData name="Santiago Matallana (MiddleEast)" userId="83699cee-f725-415f-817e-0d466a269b29" providerId="ADAL" clId="{E9193DBC-B25E-493C-96C8-9CBD69BA49B8}" dt="2026-05-22T11:59:25.219" v="3121" actId="1036"/>
          <ac:grpSpMkLst>
            <pc:docMk/>
            <pc:sldMk cId="3663923344" sldId="283"/>
            <ac:grpSpMk id="127" creationId="{B1B8CEC9-94ED-0943-883B-3B3B5104EEC1}"/>
          </ac:grpSpMkLst>
        </pc:grpChg>
        <pc:grpChg chg="mod">
          <ac:chgData name="Santiago Matallana (MiddleEast)" userId="83699cee-f725-415f-817e-0d466a269b29" providerId="ADAL" clId="{E9193DBC-B25E-493C-96C8-9CBD69BA49B8}" dt="2026-05-22T11:59:17.329" v="3113" actId="1036"/>
          <ac:grpSpMkLst>
            <pc:docMk/>
            <pc:sldMk cId="3663923344" sldId="283"/>
            <ac:grpSpMk id="128" creationId="{2E8CAF20-B571-7D46-90B8-F00AB13807CD}"/>
          </ac:grpSpMkLst>
        </pc:grpChg>
        <pc:grpChg chg="mod">
          <ac:chgData name="Santiago Matallana (MiddleEast)" userId="83699cee-f725-415f-817e-0d466a269b29" providerId="ADAL" clId="{E9193DBC-B25E-493C-96C8-9CBD69BA49B8}" dt="2026-05-22T11:59:05.858" v="3110" actId="12789"/>
          <ac:grpSpMkLst>
            <pc:docMk/>
            <pc:sldMk cId="3663923344" sldId="283"/>
            <ac:grpSpMk id="129" creationId="{A4ABBE90-54B9-EF1F-6233-D43B6608E211}"/>
          </ac:grpSpMkLst>
        </pc:grpChg>
        <pc:grpChg chg="mod">
          <ac:chgData name="Santiago Matallana (MiddleEast)" userId="83699cee-f725-415f-817e-0d466a269b29" providerId="ADAL" clId="{E9193DBC-B25E-493C-96C8-9CBD69BA49B8}" dt="2026-05-22T11:58:57.391" v="3109" actId="1076"/>
          <ac:grpSpMkLst>
            <pc:docMk/>
            <pc:sldMk cId="3663923344" sldId="283"/>
            <ac:grpSpMk id="130" creationId="{6543DE69-EDA7-2632-F261-56BF58AA5D82}"/>
          </ac:grpSpMkLst>
        </pc:grpChg>
        <pc:graphicFrameChg chg="mod">
          <ac:chgData name="Santiago Matallana (MiddleEast)" userId="83699cee-f725-415f-817e-0d466a269b29" providerId="ADAL" clId="{E9193DBC-B25E-493C-96C8-9CBD69BA49B8}" dt="2026-05-22T11:58:26.304" v="3099"/>
          <ac:graphicFrameMkLst>
            <pc:docMk/>
            <pc:sldMk cId="3663923344" sldId="283"/>
            <ac:graphicFrameMk id="8" creationId="{4688B4B4-6BFA-51A5-1F60-8C10FAF68554}"/>
          </ac:graphicFrameMkLst>
        </pc:graphicFrameChg>
        <pc:cxnChg chg="mod">
          <ac:chgData name="Santiago Matallana (MiddleEast)" userId="83699cee-f725-415f-817e-0d466a269b29" providerId="ADAL" clId="{E9193DBC-B25E-493C-96C8-9CBD69BA49B8}" dt="2026-05-22T12:00:07.316" v="3125" actId="14100"/>
          <ac:cxnSpMkLst>
            <pc:docMk/>
            <pc:sldMk cId="3663923344" sldId="283"/>
            <ac:cxnSpMk id="64" creationId="{0748D204-2C2B-B171-6C4D-2A985BDF335A}"/>
          </ac:cxnSpMkLst>
        </pc:cxnChg>
      </pc:sldChg>
      <pc:sldChg chg="addSp delSp modSp del mod ord">
        <pc:chgData name="Santiago Matallana (MiddleEast)" userId="83699cee-f725-415f-817e-0d466a269b29" providerId="ADAL" clId="{E9193DBC-B25E-493C-96C8-9CBD69BA49B8}" dt="2026-06-04T11:18:17.379" v="5961" actId="47"/>
        <pc:sldMkLst>
          <pc:docMk/>
          <pc:sldMk cId="3742581188" sldId="295"/>
        </pc:sldMkLst>
        <pc:spChg chg="mod">
          <ac:chgData name="Santiago Matallana (MiddleEast)" userId="83699cee-f725-415f-817e-0d466a269b29" providerId="ADAL" clId="{E9193DBC-B25E-493C-96C8-9CBD69BA49B8}" dt="2026-05-23T11:09:39.633" v="3767" actId="948"/>
          <ac:spMkLst>
            <pc:docMk/>
            <pc:sldMk cId="3742581188" sldId="295"/>
            <ac:spMk id="2" creationId="{7C23FECF-90AD-FEAA-F9EB-32CE513670C9}"/>
          </ac:spMkLst>
        </pc:spChg>
        <pc:spChg chg="mod">
          <ac:chgData name="Santiago Matallana (MiddleEast)" userId="83699cee-f725-415f-817e-0d466a269b29" providerId="ADAL" clId="{E9193DBC-B25E-493C-96C8-9CBD69BA49B8}" dt="2026-05-22T11:47:53.987" v="2914"/>
          <ac:spMkLst>
            <pc:docMk/>
            <pc:sldMk cId="3742581188" sldId="295"/>
            <ac:spMk id="3" creationId="{6FFF33CD-5938-31CC-AC27-FDD0F193020E}"/>
          </ac:spMkLst>
        </pc:spChg>
        <pc:spChg chg="mod">
          <ac:chgData name="Santiago Matallana (MiddleEast)" userId="83699cee-f725-415f-817e-0d466a269b29" providerId="ADAL" clId="{E9193DBC-B25E-493C-96C8-9CBD69BA49B8}" dt="2026-05-22T11:49:10.499" v="2933" actId="113"/>
          <ac:spMkLst>
            <pc:docMk/>
            <pc:sldMk cId="3742581188" sldId="295"/>
            <ac:spMk id="5" creationId="{7B8355D5-3B26-ED33-D4C4-0701C4C274D5}"/>
          </ac:spMkLst>
        </pc:spChg>
        <pc:spChg chg="mod">
          <ac:chgData name="Santiago Matallana (MiddleEast)" userId="83699cee-f725-415f-817e-0d466a269b29" providerId="ADAL" clId="{E9193DBC-B25E-493C-96C8-9CBD69BA49B8}" dt="2026-05-22T11:49:10.499" v="2933" actId="113"/>
          <ac:spMkLst>
            <pc:docMk/>
            <pc:sldMk cId="3742581188" sldId="295"/>
            <ac:spMk id="6" creationId="{37384A57-38C5-FA1E-71EE-79C77FE1B9CE}"/>
          </ac:spMkLst>
        </pc:spChg>
        <pc:spChg chg="mod">
          <ac:chgData name="Santiago Matallana (MiddleEast)" userId="83699cee-f725-415f-817e-0d466a269b29" providerId="ADAL" clId="{E9193DBC-B25E-493C-96C8-9CBD69BA49B8}" dt="2026-05-31T13:17:50.757" v="5663" actId="164"/>
          <ac:spMkLst>
            <pc:docMk/>
            <pc:sldMk cId="3742581188" sldId="295"/>
            <ac:spMk id="10" creationId="{A5681ED1-F306-D476-991C-19FC0A0B9055}"/>
          </ac:spMkLst>
        </pc:spChg>
        <pc:spChg chg="mod">
          <ac:chgData name="Santiago Matallana (MiddleEast)" userId="83699cee-f725-415f-817e-0d466a269b29" providerId="ADAL" clId="{E9193DBC-B25E-493C-96C8-9CBD69BA49B8}" dt="2026-05-31T13:17:40.204" v="5660" actId="164"/>
          <ac:spMkLst>
            <pc:docMk/>
            <pc:sldMk cId="3742581188" sldId="295"/>
            <ac:spMk id="11" creationId="{7CCCED92-5600-0109-FEC5-65B8DBFF410D}"/>
          </ac:spMkLst>
        </pc:spChg>
        <pc:spChg chg="mod">
          <ac:chgData name="Santiago Matallana (MiddleEast)" userId="83699cee-f725-415f-817e-0d466a269b29" providerId="ADAL" clId="{E9193DBC-B25E-493C-96C8-9CBD69BA49B8}" dt="2026-05-31T13:17:50.757" v="5663" actId="164"/>
          <ac:spMkLst>
            <pc:docMk/>
            <pc:sldMk cId="3742581188" sldId="295"/>
            <ac:spMk id="23" creationId="{F1205B02-FC16-C229-CA5E-8150CF8A40A6}"/>
          </ac:spMkLst>
        </pc:spChg>
        <pc:spChg chg="mod">
          <ac:chgData name="Santiago Matallana (MiddleEast)" userId="83699cee-f725-415f-817e-0d466a269b29" providerId="ADAL" clId="{E9193DBC-B25E-493C-96C8-9CBD69BA49B8}" dt="2026-05-31T13:17:50.757" v="5663" actId="164"/>
          <ac:spMkLst>
            <pc:docMk/>
            <pc:sldMk cId="3742581188" sldId="295"/>
            <ac:spMk id="26" creationId="{6C1F563F-77C1-E019-8C68-C813EF0ACD81}"/>
          </ac:spMkLst>
        </pc:spChg>
        <pc:spChg chg="mod">
          <ac:chgData name="Santiago Matallana (MiddleEast)" userId="83699cee-f725-415f-817e-0d466a269b29" providerId="ADAL" clId="{E9193DBC-B25E-493C-96C8-9CBD69BA49B8}" dt="2026-05-31T13:17:50.757" v="5663" actId="164"/>
          <ac:spMkLst>
            <pc:docMk/>
            <pc:sldMk cId="3742581188" sldId="295"/>
            <ac:spMk id="28" creationId="{497711B6-9B11-EB1E-65AE-124850F24C65}"/>
          </ac:spMkLst>
        </pc:spChg>
        <pc:spChg chg="mod">
          <ac:chgData name="Santiago Matallana (MiddleEast)" userId="83699cee-f725-415f-817e-0d466a269b29" providerId="ADAL" clId="{E9193DBC-B25E-493C-96C8-9CBD69BA49B8}" dt="2026-05-25T10:04:04.671" v="3986" actId="255"/>
          <ac:spMkLst>
            <pc:docMk/>
            <pc:sldMk cId="3742581188" sldId="295"/>
            <ac:spMk id="29" creationId="{73F8BA72-BDBC-B494-ED88-AC87F40FEBC5}"/>
          </ac:spMkLst>
        </pc:spChg>
        <pc:spChg chg="mod">
          <ac:chgData name="Santiago Matallana (MiddleEast)" userId="83699cee-f725-415f-817e-0d466a269b29" providerId="ADAL" clId="{E9193DBC-B25E-493C-96C8-9CBD69BA49B8}" dt="2026-05-22T11:50:06.625" v="2950" actId="113"/>
          <ac:spMkLst>
            <pc:docMk/>
            <pc:sldMk cId="3742581188" sldId="295"/>
            <ac:spMk id="39" creationId="{AC15E5F2-F14C-D6BE-3807-F8DF1B86C185}"/>
          </ac:spMkLst>
        </pc:spChg>
        <pc:spChg chg="mod">
          <ac:chgData name="Santiago Matallana (MiddleEast)" userId="83699cee-f725-415f-817e-0d466a269b29" providerId="ADAL" clId="{E9193DBC-B25E-493C-96C8-9CBD69BA49B8}" dt="2026-05-31T13:17:50.757" v="5663" actId="164"/>
          <ac:spMkLst>
            <pc:docMk/>
            <pc:sldMk cId="3742581188" sldId="295"/>
            <ac:spMk id="42" creationId="{0A63085E-6A4F-2CF0-D3C1-D55707FE32E6}"/>
          </ac:spMkLst>
        </pc:spChg>
        <pc:spChg chg="mod">
          <ac:chgData name="Santiago Matallana (MiddleEast)" userId="83699cee-f725-415f-817e-0d466a269b29" providerId="ADAL" clId="{E9193DBC-B25E-493C-96C8-9CBD69BA49B8}" dt="2026-05-31T13:17:50.757" v="5663" actId="164"/>
          <ac:spMkLst>
            <pc:docMk/>
            <pc:sldMk cId="3742581188" sldId="295"/>
            <ac:spMk id="44" creationId="{BF6B6AD7-EA12-3A62-B303-4AD2AEF6B7CD}"/>
          </ac:spMkLst>
        </pc:spChg>
        <pc:spChg chg="mod">
          <ac:chgData name="Santiago Matallana (MiddleEast)" userId="83699cee-f725-415f-817e-0d466a269b29" providerId="ADAL" clId="{E9193DBC-B25E-493C-96C8-9CBD69BA49B8}" dt="2026-05-31T13:17:50.757" v="5663" actId="164"/>
          <ac:spMkLst>
            <pc:docMk/>
            <pc:sldMk cId="3742581188" sldId="295"/>
            <ac:spMk id="45" creationId="{2161B991-5A33-731B-5B9A-97F8A097D18E}"/>
          </ac:spMkLst>
        </pc:spChg>
        <pc:spChg chg="mod">
          <ac:chgData name="Santiago Matallana (MiddleEast)" userId="83699cee-f725-415f-817e-0d466a269b29" providerId="ADAL" clId="{E9193DBC-B25E-493C-96C8-9CBD69BA49B8}" dt="2026-05-31T13:17:40.204" v="5660" actId="164"/>
          <ac:spMkLst>
            <pc:docMk/>
            <pc:sldMk cId="3742581188" sldId="295"/>
            <ac:spMk id="54" creationId="{6FBE1867-A062-5F0D-3984-DFB6DC6F32DD}"/>
          </ac:spMkLst>
        </pc:spChg>
        <pc:spChg chg="mod">
          <ac:chgData name="Santiago Matallana (MiddleEast)" userId="83699cee-f725-415f-817e-0d466a269b29" providerId="ADAL" clId="{E9193DBC-B25E-493C-96C8-9CBD69BA49B8}" dt="2026-05-25T10:04:04.671" v="3986" actId="255"/>
          <ac:spMkLst>
            <pc:docMk/>
            <pc:sldMk cId="3742581188" sldId="295"/>
            <ac:spMk id="61" creationId="{37F20B98-AEB3-A87D-23A4-3182FDB0105C}"/>
          </ac:spMkLst>
        </pc:spChg>
        <pc:spChg chg="mod">
          <ac:chgData name="Santiago Matallana (MiddleEast)" userId="83699cee-f725-415f-817e-0d466a269b29" providerId="ADAL" clId="{E9193DBC-B25E-493C-96C8-9CBD69BA49B8}" dt="2026-05-31T13:17:50.757" v="5663" actId="164"/>
          <ac:spMkLst>
            <pc:docMk/>
            <pc:sldMk cId="3742581188" sldId="295"/>
            <ac:spMk id="63" creationId="{920D1214-3AF4-2E0F-7E0F-D35A58813C59}"/>
          </ac:spMkLst>
        </pc:spChg>
        <pc:spChg chg="mod">
          <ac:chgData name="Santiago Matallana (MiddleEast)" userId="83699cee-f725-415f-817e-0d466a269b29" providerId="ADAL" clId="{E9193DBC-B25E-493C-96C8-9CBD69BA49B8}" dt="2026-05-22T11:49:10.499" v="2933" actId="113"/>
          <ac:spMkLst>
            <pc:docMk/>
            <pc:sldMk cId="3742581188" sldId="295"/>
            <ac:spMk id="66" creationId="{35EA5930-8C98-FF2A-85B5-247EB200CCA7}"/>
          </ac:spMkLst>
        </pc:spChg>
        <pc:spChg chg="mod">
          <ac:chgData name="Santiago Matallana (MiddleEast)" userId="83699cee-f725-415f-817e-0d466a269b29" providerId="ADAL" clId="{E9193DBC-B25E-493C-96C8-9CBD69BA49B8}" dt="2026-05-31T13:17:50.757" v="5663" actId="164"/>
          <ac:spMkLst>
            <pc:docMk/>
            <pc:sldMk cId="3742581188" sldId="295"/>
            <ac:spMk id="68" creationId="{7681A193-C6F1-FF55-49F7-20B75714B518}"/>
          </ac:spMkLst>
        </pc:spChg>
        <pc:spChg chg="mod">
          <ac:chgData name="Santiago Matallana (MiddleEast)" userId="83699cee-f725-415f-817e-0d466a269b29" providerId="ADAL" clId="{E9193DBC-B25E-493C-96C8-9CBD69BA49B8}" dt="2026-05-31T13:17:50.757" v="5663" actId="164"/>
          <ac:spMkLst>
            <pc:docMk/>
            <pc:sldMk cId="3742581188" sldId="295"/>
            <ac:spMk id="69" creationId="{AD264885-124C-288E-7F81-4390D981C700}"/>
          </ac:spMkLst>
        </pc:spChg>
        <pc:spChg chg="mod">
          <ac:chgData name="Santiago Matallana (MiddleEast)" userId="83699cee-f725-415f-817e-0d466a269b29" providerId="ADAL" clId="{E9193DBC-B25E-493C-96C8-9CBD69BA49B8}" dt="2026-05-22T11:49:10.499" v="2933" actId="113"/>
          <ac:spMkLst>
            <pc:docMk/>
            <pc:sldMk cId="3742581188" sldId="295"/>
            <ac:spMk id="112" creationId="{0C965D20-F9D2-0A04-883A-36B15B09580F}"/>
          </ac:spMkLst>
        </pc:spChg>
        <pc:spChg chg="mod">
          <ac:chgData name="Santiago Matallana (MiddleEast)" userId="83699cee-f725-415f-817e-0d466a269b29" providerId="ADAL" clId="{E9193DBC-B25E-493C-96C8-9CBD69BA49B8}" dt="2026-05-22T11:49:10.499" v="2933" actId="113"/>
          <ac:spMkLst>
            <pc:docMk/>
            <pc:sldMk cId="3742581188" sldId="295"/>
            <ac:spMk id="113" creationId="{91EA9974-5BB7-34AC-9E0B-80B522876B5D}"/>
          </ac:spMkLst>
        </pc:spChg>
        <pc:grpChg chg="mod">
          <ac:chgData name="Santiago Matallana (MiddleEast)" userId="83699cee-f725-415f-817e-0d466a269b29" providerId="ADAL" clId="{E9193DBC-B25E-493C-96C8-9CBD69BA49B8}" dt="2026-05-25T09:46:43.942" v="3975" actId="1035"/>
          <ac:grpSpMkLst>
            <pc:docMk/>
            <pc:sldMk cId="3742581188" sldId="295"/>
            <ac:grpSpMk id="15" creationId="{F8060403-673E-E336-D724-3AEEF15C9C52}"/>
          </ac:grpSpMkLst>
        </pc:grpChg>
        <pc:grpChg chg="mod">
          <ac:chgData name="Santiago Matallana (MiddleEast)" userId="83699cee-f725-415f-817e-0d466a269b29" providerId="ADAL" clId="{E9193DBC-B25E-493C-96C8-9CBD69BA49B8}" dt="2026-05-25T09:46:43.942" v="3975" actId="1035"/>
          <ac:grpSpMkLst>
            <pc:docMk/>
            <pc:sldMk cId="3742581188" sldId="295"/>
            <ac:grpSpMk id="51" creationId="{9B2B6026-518A-678D-0023-B740EB6164C6}"/>
          </ac:grpSpMkLst>
        </pc:grpChg>
        <pc:graphicFrameChg chg="mod">
          <ac:chgData name="Santiago Matallana (MiddleEast)" userId="83699cee-f725-415f-817e-0d466a269b29" providerId="ADAL" clId="{E9193DBC-B25E-493C-96C8-9CBD69BA49B8}" dt="2026-05-23T11:09:39.721" v="3791"/>
          <ac:graphicFrameMkLst>
            <pc:docMk/>
            <pc:sldMk cId="3742581188" sldId="295"/>
            <ac:graphicFrameMk id="110" creationId="{5B88AA09-05CA-D015-7499-2CC385E63306}"/>
          </ac:graphicFrameMkLst>
        </pc:graphicFrameChg>
      </pc:sldChg>
      <pc:sldChg chg="del">
        <pc:chgData name="Santiago Matallana (MiddleEast)" userId="83699cee-f725-415f-817e-0d466a269b29" providerId="ADAL" clId="{E9193DBC-B25E-493C-96C8-9CBD69BA49B8}" dt="2026-06-04T11:18:26.359" v="5965" actId="47"/>
        <pc:sldMkLst>
          <pc:docMk/>
          <pc:sldMk cId="3649345861" sldId="298"/>
        </pc:sldMkLst>
      </pc:sldChg>
      <pc:sldChg chg="addSp delSp modSp del mod">
        <pc:chgData name="Santiago Matallana (MiddleEast)" userId="83699cee-f725-415f-817e-0d466a269b29" providerId="ADAL" clId="{E9193DBC-B25E-493C-96C8-9CBD69BA49B8}" dt="2026-06-04T11:18:21.815" v="5963" actId="47"/>
        <pc:sldMkLst>
          <pc:docMk/>
          <pc:sldMk cId="3025274122" sldId="313"/>
        </pc:sldMkLst>
        <pc:spChg chg="mod">
          <ac:chgData name="Santiago Matallana (MiddleEast)" userId="83699cee-f725-415f-817e-0d466a269b29" providerId="ADAL" clId="{E9193DBC-B25E-493C-96C8-9CBD69BA49B8}" dt="2026-05-22T12:11:48.062" v="3289" actId="948"/>
          <ac:spMkLst>
            <pc:docMk/>
            <pc:sldMk cId="3025274122" sldId="313"/>
            <ac:spMk id="2" creationId="{0787AD0B-8DA5-99CB-C2A6-51403B65E979}"/>
          </ac:spMkLst>
        </pc:spChg>
        <pc:spChg chg="mod">
          <ac:chgData name="Santiago Matallana (MiddleEast)" userId="83699cee-f725-415f-817e-0d466a269b29" providerId="ADAL" clId="{E9193DBC-B25E-493C-96C8-9CBD69BA49B8}" dt="2026-05-22T12:12:41.863" v="3622"/>
          <ac:spMkLst>
            <pc:docMk/>
            <pc:sldMk cId="3025274122" sldId="313"/>
            <ac:spMk id="5" creationId="{3C10180D-76E0-B387-14B9-81C693CABE1E}"/>
          </ac:spMkLst>
        </pc:spChg>
        <pc:spChg chg="mod">
          <ac:chgData name="Santiago Matallana (MiddleEast)" userId="83699cee-f725-415f-817e-0d466a269b29" providerId="ADAL" clId="{E9193DBC-B25E-493C-96C8-9CBD69BA49B8}" dt="2026-05-22T12:13:15.314" v="3627"/>
          <ac:spMkLst>
            <pc:docMk/>
            <pc:sldMk cId="3025274122" sldId="313"/>
            <ac:spMk id="12" creationId="{B89781F6-56CB-7975-C6AB-DDD0E39BA9BD}"/>
          </ac:spMkLst>
        </pc:spChg>
        <pc:spChg chg="mod">
          <ac:chgData name="Santiago Matallana (MiddleEast)" userId="83699cee-f725-415f-817e-0d466a269b29" providerId="ADAL" clId="{E9193DBC-B25E-493C-96C8-9CBD69BA49B8}" dt="2026-05-22T12:13:49.457" v="3630" actId="20577"/>
          <ac:spMkLst>
            <pc:docMk/>
            <pc:sldMk cId="3025274122" sldId="313"/>
            <ac:spMk id="13" creationId="{560414A7-6A8B-6D17-5034-BF78F9EBF199}"/>
          </ac:spMkLst>
        </pc:spChg>
        <pc:spChg chg="mod">
          <ac:chgData name="Santiago Matallana (MiddleEast)" userId="83699cee-f725-415f-817e-0d466a269b29" providerId="ADAL" clId="{E9193DBC-B25E-493C-96C8-9CBD69BA49B8}" dt="2026-05-22T12:13:05.302" v="3625"/>
          <ac:spMkLst>
            <pc:docMk/>
            <pc:sldMk cId="3025274122" sldId="313"/>
            <ac:spMk id="16" creationId="{992B63DE-79A1-073A-CDDA-42B064B3E9DE}"/>
          </ac:spMkLst>
        </pc:spChg>
        <pc:spChg chg="mod">
          <ac:chgData name="Santiago Matallana (MiddleEast)" userId="83699cee-f725-415f-817e-0d466a269b29" providerId="ADAL" clId="{E9193DBC-B25E-493C-96C8-9CBD69BA49B8}" dt="2026-05-22T12:12:52.299" v="3623"/>
          <ac:spMkLst>
            <pc:docMk/>
            <pc:sldMk cId="3025274122" sldId="313"/>
            <ac:spMk id="17" creationId="{82E804A1-749C-6777-08DF-FC8C824778F0}"/>
          </ac:spMkLst>
        </pc:spChg>
        <pc:spChg chg="mod">
          <ac:chgData name="Santiago Matallana (MiddleEast)" userId="83699cee-f725-415f-817e-0d466a269b29" providerId="ADAL" clId="{E9193DBC-B25E-493C-96C8-9CBD69BA49B8}" dt="2026-05-22T12:12:57.861" v="3624"/>
          <ac:spMkLst>
            <pc:docMk/>
            <pc:sldMk cId="3025274122" sldId="313"/>
            <ac:spMk id="18" creationId="{3934EA95-2B16-A1A3-E184-0E3A7A43F6BA}"/>
          </ac:spMkLst>
        </pc:spChg>
        <pc:spChg chg="mod">
          <ac:chgData name="Santiago Matallana (MiddleEast)" userId="83699cee-f725-415f-817e-0d466a269b29" providerId="ADAL" clId="{E9193DBC-B25E-493C-96C8-9CBD69BA49B8}" dt="2026-05-22T12:13:54.304" v="3631"/>
          <ac:spMkLst>
            <pc:docMk/>
            <pc:sldMk cId="3025274122" sldId="313"/>
            <ac:spMk id="79" creationId="{96D90C33-A8D9-59C7-76A4-96FE410A82E4}"/>
          </ac:spMkLst>
        </pc:spChg>
        <pc:spChg chg="mod">
          <ac:chgData name="Santiago Matallana (MiddleEast)" userId="83699cee-f725-415f-817e-0d466a269b29" providerId="ADAL" clId="{E9193DBC-B25E-493C-96C8-9CBD69BA49B8}" dt="2026-05-25T10:08:15.955" v="4012"/>
          <ac:spMkLst>
            <pc:docMk/>
            <pc:sldMk cId="3025274122" sldId="313"/>
            <ac:spMk id="90" creationId="{33C415A7-17E0-5517-7EBC-FCBFCBA0734C}"/>
          </ac:spMkLst>
        </pc:spChg>
        <pc:spChg chg="mod">
          <ac:chgData name="Santiago Matallana (MiddleEast)" userId="83699cee-f725-415f-817e-0d466a269b29" providerId="ADAL" clId="{E9193DBC-B25E-493C-96C8-9CBD69BA49B8}" dt="2026-05-22T12:15:12.600" v="3642" actId="1037"/>
          <ac:spMkLst>
            <pc:docMk/>
            <pc:sldMk cId="3025274122" sldId="313"/>
            <ac:spMk id="151" creationId="{46E0A59C-35BB-9387-224C-BA66DEAA028D}"/>
          </ac:spMkLst>
        </pc:spChg>
        <pc:spChg chg="mod">
          <ac:chgData name="Santiago Matallana (MiddleEast)" userId="83699cee-f725-415f-817e-0d466a269b29" providerId="ADAL" clId="{E9193DBC-B25E-493C-96C8-9CBD69BA49B8}" dt="2026-05-22T12:15:12.600" v="3642" actId="1037"/>
          <ac:spMkLst>
            <pc:docMk/>
            <pc:sldMk cId="3025274122" sldId="313"/>
            <ac:spMk id="152" creationId="{1A8A32F5-887F-9694-063B-F2D864C50079}"/>
          </ac:spMkLst>
        </pc:spChg>
        <pc:spChg chg="mod">
          <ac:chgData name="Santiago Matallana (MiddleEast)" userId="83699cee-f725-415f-817e-0d466a269b29" providerId="ADAL" clId="{E9193DBC-B25E-493C-96C8-9CBD69BA49B8}" dt="2026-05-22T12:15:12.600" v="3642" actId="1037"/>
          <ac:spMkLst>
            <pc:docMk/>
            <pc:sldMk cId="3025274122" sldId="313"/>
            <ac:spMk id="153" creationId="{CFC310A6-8544-47F9-0B4C-8F286FCD62E6}"/>
          </ac:spMkLst>
        </pc:spChg>
        <pc:spChg chg="mod">
          <ac:chgData name="Santiago Matallana (MiddleEast)" userId="83699cee-f725-415f-817e-0d466a269b29" providerId="ADAL" clId="{E9193DBC-B25E-493C-96C8-9CBD69BA49B8}" dt="2026-05-22T12:15:12.600" v="3642" actId="1037"/>
          <ac:spMkLst>
            <pc:docMk/>
            <pc:sldMk cId="3025274122" sldId="313"/>
            <ac:spMk id="154" creationId="{8C424575-7367-5D8A-8C89-67E3DDA51DD1}"/>
          </ac:spMkLst>
        </pc:spChg>
        <pc:graphicFrameChg chg="mod">
          <ac:chgData name="Santiago Matallana (MiddleEast)" userId="83699cee-f725-415f-817e-0d466a269b29" providerId="ADAL" clId="{E9193DBC-B25E-493C-96C8-9CBD69BA49B8}" dt="2026-05-22T12:12:05.173" v="3614"/>
          <ac:graphicFrameMkLst>
            <pc:docMk/>
            <pc:sldMk cId="3025274122" sldId="313"/>
            <ac:graphicFrameMk id="6" creationId="{B8E9321E-A602-3709-E8A8-36D4B20DB41C}"/>
          </ac:graphicFrameMkLst>
        </pc:graphicFrameChg>
      </pc:sldChg>
      <pc:sldChg chg="addSp delSp modSp new mod modClrScheme chgLayout">
        <pc:chgData name="Santiago Matallana (MiddleEast)" userId="83699cee-f725-415f-817e-0d466a269b29" providerId="ADAL" clId="{E9193DBC-B25E-493C-96C8-9CBD69BA49B8}" dt="2026-05-22T06:29:00.190" v="2687"/>
        <pc:sldMkLst>
          <pc:docMk/>
          <pc:sldMk cId="3656861375" sldId="314"/>
        </pc:sldMkLst>
        <pc:spChg chg="add mod ord">
          <ac:chgData name="Santiago Matallana (MiddleEast)" userId="83699cee-f725-415f-817e-0d466a269b29" providerId="ADAL" clId="{E9193DBC-B25E-493C-96C8-9CBD69BA49B8}" dt="2026-05-22T06:28:54.029" v="2320"/>
          <ac:spMkLst>
            <pc:docMk/>
            <pc:sldMk cId="3656861375" sldId="314"/>
            <ac:spMk id="4" creationId="{8CF5C4AC-F937-F9C2-C085-6985E287BD52}"/>
          </ac:spMkLst>
        </pc:spChg>
        <pc:spChg chg="add mod ord">
          <ac:chgData name="Santiago Matallana (MiddleEast)" userId="83699cee-f725-415f-817e-0d466a269b29" providerId="ADAL" clId="{E9193DBC-B25E-493C-96C8-9CBD69BA49B8}" dt="2026-05-22T06:29:00.190" v="2687"/>
          <ac:spMkLst>
            <pc:docMk/>
            <pc:sldMk cId="3656861375" sldId="314"/>
            <ac:spMk id="7" creationId="{AA8D23B4-EE3A-BC08-AAAE-B257E5505A4F}"/>
          </ac:spMkLst>
        </pc:spChg>
        <pc:spChg chg="mod ord">
          <ac:chgData name="Santiago Matallana (MiddleEast)" userId="83699cee-f725-415f-817e-0d466a269b29" providerId="ADAL" clId="{E9193DBC-B25E-493C-96C8-9CBD69BA49B8}" dt="2026-05-22T06:28:54.032" v="2324"/>
          <ac:spMkLst>
            <pc:docMk/>
            <pc:sldMk cId="3656861375" sldId="314"/>
            <ac:spMk id="86" creationId="{686617F7-F7C9-F13E-C90C-18689993650C}"/>
          </ac:spMkLst>
        </pc:spChg>
        <pc:spChg chg="mod ord">
          <ac:chgData name="Santiago Matallana (MiddleEast)" userId="83699cee-f725-415f-817e-0d466a269b29" providerId="ADAL" clId="{E9193DBC-B25E-493C-96C8-9CBD69BA49B8}" dt="2026-05-22T06:28:54.049" v="2338"/>
          <ac:spMkLst>
            <pc:docMk/>
            <pc:sldMk cId="3656861375" sldId="314"/>
            <ac:spMk id="93" creationId="{7ED21FB8-09E3-2ADB-2CC4-23395D7B9877}"/>
          </ac:spMkLst>
        </pc:spChg>
        <pc:spChg chg="mod ord">
          <ac:chgData name="Santiago Matallana (MiddleEast)" userId="83699cee-f725-415f-817e-0d466a269b29" providerId="ADAL" clId="{E9193DBC-B25E-493C-96C8-9CBD69BA49B8}" dt="2026-05-22T06:28:54.053" v="2340"/>
          <ac:spMkLst>
            <pc:docMk/>
            <pc:sldMk cId="3656861375" sldId="314"/>
            <ac:spMk id="94" creationId="{0E6365F1-AF64-35DA-FB92-EC9C60BAF829}"/>
          </ac:spMkLst>
        </pc:spChg>
        <pc:spChg chg="mod ord">
          <ac:chgData name="Santiago Matallana (MiddleEast)" userId="83699cee-f725-415f-817e-0d466a269b29" providerId="ADAL" clId="{E9193DBC-B25E-493C-96C8-9CBD69BA49B8}" dt="2026-05-22T06:28:54.053" v="2342"/>
          <ac:spMkLst>
            <pc:docMk/>
            <pc:sldMk cId="3656861375" sldId="314"/>
            <ac:spMk id="95" creationId="{4235E6B2-0762-6B96-4ABD-10D6D67D455F}"/>
          </ac:spMkLst>
        </pc:spChg>
        <pc:spChg chg="add mod ord">
          <ac:chgData name="Santiago Matallana (MiddleEast)" userId="83699cee-f725-415f-817e-0d466a269b29" providerId="ADAL" clId="{E9193DBC-B25E-493C-96C8-9CBD69BA49B8}" dt="2026-05-22T06:28:54.053" v="2344"/>
          <ac:spMkLst>
            <pc:docMk/>
            <pc:sldMk cId="3656861375" sldId="314"/>
            <ac:spMk id="96" creationId="{106B1682-7A9A-E9E9-A6C6-BAEE1AE5493D}"/>
          </ac:spMkLst>
        </pc:spChg>
        <pc:spChg chg="mod ord">
          <ac:chgData name="Santiago Matallana (MiddleEast)" userId="83699cee-f725-415f-817e-0d466a269b29" providerId="ADAL" clId="{E9193DBC-B25E-493C-96C8-9CBD69BA49B8}" dt="2026-05-22T06:28:54.058" v="2346"/>
          <ac:spMkLst>
            <pc:docMk/>
            <pc:sldMk cId="3656861375" sldId="314"/>
            <ac:spMk id="97" creationId="{72E39688-3513-179A-343F-9A987FCF65BF}"/>
          </ac:spMkLst>
        </pc:spChg>
        <pc:spChg chg="mod ord">
          <ac:chgData name="Santiago Matallana (MiddleEast)" userId="83699cee-f725-415f-817e-0d466a269b29" providerId="ADAL" clId="{E9193DBC-B25E-493C-96C8-9CBD69BA49B8}" dt="2026-05-22T06:28:54.061" v="2348"/>
          <ac:spMkLst>
            <pc:docMk/>
            <pc:sldMk cId="3656861375" sldId="314"/>
            <ac:spMk id="98" creationId="{9C032A86-5E6E-78DC-945C-E01B771BD774}"/>
          </ac:spMkLst>
        </pc:spChg>
        <pc:spChg chg="add mod">
          <ac:chgData name="Santiago Matallana (MiddleEast)" userId="83699cee-f725-415f-817e-0d466a269b29" providerId="ADAL" clId="{E9193DBC-B25E-493C-96C8-9CBD69BA49B8}" dt="2026-05-22T06:28:54.066" v="2353"/>
          <ac:spMkLst>
            <pc:docMk/>
            <pc:sldMk cId="3656861375" sldId="314"/>
            <ac:spMk id="101" creationId="{4B8FBAE1-D48E-F8CF-528A-9499466776DA}"/>
          </ac:spMkLst>
        </pc:spChg>
        <pc:spChg chg="mod ord">
          <ac:chgData name="Santiago Matallana (MiddleEast)" userId="83699cee-f725-415f-817e-0d466a269b29" providerId="ADAL" clId="{E9193DBC-B25E-493C-96C8-9CBD69BA49B8}" dt="2026-05-22T06:28:54.066" v="2355"/>
          <ac:spMkLst>
            <pc:docMk/>
            <pc:sldMk cId="3656861375" sldId="314"/>
            <ac:spMk id="102" creationId="{041FFFB8-1B14-1AA3-E924-EF3914F437F5}"/>
          </ac:spMkLst>
        </pc:spChg>
        <pc:spChg chg="mod ord">
          <ac:chgData name="Santiago Matallana (MiddleEast)" userId="83699cee-f725-415f-817e-0d466a269b29" providerId="ADAL" clId="{E9193DBC-B25E-493C-96C8-9CBD69BA49B8}" dt="2026-05-22T06:28:54.068" v="2357"/>
          <ac:spMkLst>
            <pc:docMk/>
            <pc:sldMk cId="3656861375" sldId="314"/>
            <ac:spMk id="103" creationId="{91CF07F5-B454-DBF3-7F0D-BAC140DCC0D8}"/>
          </ac:spMkLst>
        </pc:spChg>
        <pc:spChg chg="mod">
          <ac:chgData name="Santiago Matallana (MiddleEast)" userId="83699cee-f725-415f-817e-0d466a269b29" providerId="ADAL" clId="{E9193DBC-B25E-493C-96C8-9CBD69BA49B8}" dt="2026-05-22T06:28:54.069" v="2358"/>
          <ac:spMkLst>
            <pc:docMk/>
            <pc:sldMk cId="3656861375" sldId="314"/>
            <ac:spMk id="104" creationId="{E6E1F6C0-A807-5705-CC94-3F41E15694BE}"/>
          </ac:spMkLst>
        </pc:spChg>
        <pc:spChg chg="mod">
          <ac:chgData name="Santiago Matallana (MiddleEast)" userId="83699cee-f725-415f-817e-0d466a269b29" providerId="ADAL" clId="{E9193DBC-B25E-493C-96C8-9CBD69BA49B8}" dt="2026-05-22T06:28:54.069" v="2359"/>
          <ac:spMkLst>
            <pc:docMk/>
            <pc:sldMk cId="3656861375" sldId="314"/>
            <ac:spMk id="105" creationId="{5D95C6BF-E2A0-3389-F442-574F8F85F6E4}"/>
          </ac:spMkLst>
        </pc:spChg>
        <pc:spChg chg="mod">
          <ac:chgData name="Santiago Matallana (MiddleEast)" userId="83699cee-f725-415f-817e-0d466a269b29" providerId="ADAL" clId="{E9193DBC-B25E-493C-96C8-9CBD69BA49B8}" dt="2026-05-22T06:28:54.069" v="2360"/>
          <ac:spMkLst>
            <pc:docMk/>
            <pc:sldMk cId="3656861375" sldId="314"/>
            <ac:spMk id="106" creationId="{1BDCF8A7-BAC3-CF07-8022-05E89BD66EE1}"/>
          </ac:spMkLst>
        </pc:spChg>
        <pc:spChg chg="mod">
          <ac:chgData name="Santiago Matallana (MiddleEast)" userId="83699cee-f725-415f-817e-0d466a269b29" providerId="ADAL" clId="{E9193DBC-B25E-493C-96C8-9CBD69BA49B8}" dt="2026-05-22T06:28:54.069" v="2361"/>
          <ac:spMkLst>
            <pc:docMk/>
            <pc:sldMk cId="3656861375" sldId="314"/>
            <ac:spMk id="107" creationId="{B070EABE-2643-6A9B-AE91-59CC4AAF1EBD}"/>
          </ac:spMkLst>
        </pc:spChg>
        <pc:spChg chg="add mod">
          <ac:chgData name="Santiago Matallana (MiddleEast)" userId="83699cee-f725-415f-817e-0d466a269b29" providerId="ADAL" clId="{E9193DBC-B25E-493C-96C8-9CBD69BA49B8}" dt="2026-05-22T06:28:54.072" v="2362"/>
          <ac:spMkLst>
            <pc:docMk/>
            <pc:sldMk cId="3656861375" sldId="314"/>
            <ac:spMk id="108" creationId="{ED49A0CA-97A0-5828-33AD-02000097AF83}"/>
          </ac:spMkLst>
        </pc:spChg>
        <pc:spChg chg="add mod">
          <ac:chgData name="Santiago Matallana (MiddleEast)" userId="83699cee-f725-415f-817e-0d466a269b29" providerId="ADAL" clId="{E9193DBC-B25E-493C-96C8-9CBD69BA49B8}" dt="2026-05-22T06:28:54.072" v="2363"/>
          <ac:spMkLst>
            <pc:docMk/>
            <pc:sldMk cId="3656861375" sldId="314"/>
            <ac:spMk id="109" creationId="{C3E30ED2-C62D-D6E0-6FE1-4BA7C115BD4C}"/>
          </ac:spMkLst>
        </pc:spChg>
        <pc:spChg chg="add mod">
          <ac:chgData name="Santiago Matallana (MiddleEast)" userId="83699cee-f725-415f-817e-0d466a269b29" providerId="ADAL" clId="{E9193DBC-B25E-493C-96C8-9CBD69BA49B8}" dt="2026-05-22T06:28:54.075" v="2364"/>
          <ac:spMkLst>
            <pc:docMk/>
            <pc:sldMk cId="3656861375" sldId="314"/>
            <ac:spMk id="110" creationId="{D9D5B954-0EF3-31BD-5DF6-44BB27B33930}"/>
          </ac:spMkLst>
        </pc:spChg>
        <pc:spChg chg="mod">
          <ac:chgData name="Santiago Matallana (MiddleEast)" userId="83699cee-f725-415f-817e-0d466a269b29" providerId="ADAL" clId="{E9193DBC-B25E-493C-96C8-9CBD69BA49B8}" dt="2026-05-22T06:28:54.075" v="2365"/>
          <ac:spMkLst>
            <pc:docMk/>
            <pc:sldMk cId="3656861375" sldId="314"/>
            <ac:spMk id="111" creationId="{70D0E003-BF2B-951E-8484-5EF26BA06278}"/>
          </ac:spMkLst>
        </pc:spChg>
        <pc:spChg chg="mod">
          <ac:chgData name="Santiago Matallana (MiddleEast)" userId="83699cee-f725-415f-817e-0d466a269b29" providerId="ADAL" clId="{E9193DBC-B25E-493C-96C8-9CBD69BA49B8}" dt="2026-05-22T06:28:54.077" v="2366"/>
          <ac:spMkLst>
            <pc:docMk/>
            <pc:sldMk cId="3656861375" sldId="314"/>
            <ac:spMk id="112" creationId="{A0799DA3-FE37-475D-DBD6-1E37761ABAAE}"/>
          </ac:spMkLst>
        </pc:spChg>
        <pc:spChg chg="mod">
          <ac:chgData name="Santiago Matallana (MiddleEast)" userId="83699cee-f725-415f-817e-0d466a269b29" providerId="ADAL" clId="{E9193DBC-B25E-493C-96C8-9CBD69BA49B8}" dt="2026-05-22T06:28:54.077" v="2367"/>
          <ac:spMkLst>
            <pc:docMk/>
            <pc:sldMk cId="3656861375" sldId="314"/>
            <ac:spMk id="113" creationId="{A57F5874-0CDF-6166-9798-1257C020F8F4}"/>
          </ac:spMkLst>
        </pc:spChg>
        <pc:spChg chg="add mod">
          <ac:chgData name="Santiago Matallana (MiddleEast)" userId="83699cee-f725-415f-817e-0d466a269b29" providerId="ADAL" clId="{E9193DBC-B25E-493C-96C8-9CBD69BA49B8}" dt="2026-05-22T06:28:54.077" v="2368"/>
          <ac:spMkLst>
            <pc:docMk/>
            <pc:sldMk cId="3656861375" sldId="314"/>
            <ac:spMk id="114" creationId="{6F9D0F56-9C61-F907-6DBC-8F6BA00FADAD}"/>
          </ac:spMkLst>
        </pc:spChg>
        <pc:spChg chg="mod">
          <ac:chgData name="Santiago Matallana (MiddleEast)" userId="83699cee-f725-415f-817e-0d466a269b29" providerId="ADAL" clId="{E9193DBC-B25E-493C-96C8-9CBD69BA49B8}" dt="2026-05-22T06:28:54.077" v="2369"/>
          <ac:spMkLst>
            <pc:docMk/>
            <pc:sldMk cId="3656861375" sldId="314"/>
            <ac:spMk id="115" creationId="{2A85A9F8-BD62-BBC3-D7D1-7CD7AB8EE2F8}"/>
          </ac:spMkLst>
        </pc:spChg>
        <pc:spChg chg="mod ord">
          <ac:chgData name="Santiago Matallana (MiddleEast)" userId="83699cee-f725-415f-817e-0d466a269b29" providerId="ADAL" clId="{E9193DBC-B25E-493C-96C8-9CBD69BA49B8}" dt="2026-05-22T06:28:54.104" v="2397"/>
          <ac:spMkLst>
            <pc:docMk/>
            <pc:sldMk cId="3656861375" sldId="314"/>
            <ac:spMk id="131" creationId="{5B10123E-8AE3-B4F7-D8FD-904EE5C72BE0}"/>
          </ac:spMkLst>
        </pc:spChg>
        <pc:spChg chg="mod ord">
          <ac:chgData name="Santiago Matallana (MiddleEast)" userId="83699cee-f725-415f-817e-0d466a269b29" providerId="ADAL" clId="{E9193DBC-B25E-493C-96C8-9CBD69BA49B8}" dt="2026-05-22T06:28:54.113" v="2411"/>
          <ac:spMkLst>
            <pc:docMk/>
            <pc:sldMk cId="3656861375" sldId="314"/>
            <ac:spMk id="138" creationId="{5D95FCCC-CF5E-41A5-9C9A-D125072D07AA}"/>
          </ac:spMkLst>
        </pc:spChg>
        <pc:spChg chg="add mod ord">
          <ac:chgData name="Santiago Matallana (MiddleEast)" userId="83699cee-f725-415f-817e-0d466a269b29" providerId="ADAL" clId="{E9193DBC-B25E-493C-96C8-9CBD69BA49B8}" dt="2026-05-22T06:28:54.117" v="2413"/>
          <ac:spMkLst>
            <pc:docMk/>
            <pc:sldMk cId="3656861375" sldId="314"/>
            <ac:spMk id="139" creationId="{FD44C325-1D37-B645-DAAF-4EC40FB8DFC3}"/>
          </ac:spMkLst>
        </pc:spChg>
        <pc:spChg chg="mod ord">
          <ac:chgData name="Santiago Matallana (MiddleEast)" userId="83699cee-f725-415f-817e-0d466a269b29" providerId="ADAL" clId="{E9193DBC-B25E-493C-96C8-9CBD69BA49B8}" dt="2026-05-22T06:28:54.119" v="2415"/>
          <ac:spMkLst>
            <pc:docMk/>
            <pc:sldMk cId="3656861375" sldId="314"/>
            <ac:spMk id="140" creationId="{245C683B-02A9-E6FC-FACB-A94FE19432F7}"/>
          </ac:spMkLst>
        </pc:spChg>
        <pc:spChg chg="mod ord">
          <ac:chgData name="Santiago Matallana (MiddleEast)" userId="83699cee-f725-415f-817e-0d466a269b29" providerId="ADAL" clId="{E9193DBC-B25E-493C-96C8-9CBD69BA49B8}" dt="2026-05-22T06:28:54.121" v="2417"/>
          <ac:spMkLst>
            <pc:docMk/>
            <pc:sldMk cId="3656861375" sldId="314"/>
            <ac:spMk id="141" creationId="{27E1448C-D59C-F339-F2F0-2147A72F44B1}"/>
          </ac:spMkLst>
        </pc:spChg>
        <pc:spChg chg="mod ord">
          <ac:chgData name="Santiago Matallana (MiddleEast)" userId="83699cee-f725-415f-817e-0d466a269b29" providerId="ADAL" clId="{E9193DBC-B25E-493C-96C8-9CBD69BA49B8}" dt="2026-05-22T06:28:54.123" v="2419"/>
          <ac:spMkLst>
            <pc:docMk/>
            <pc:sldMk cId="3656861375" sldId="314"/>
            <ac:spMk id="142" creationId="{D5CA4357-4174-AC0A-297F-98965152CE9C}"/>
          </ac:spMkLst>
        </pc:spChg>
        <pc:spChg chg="mod ord">
          <ac:chgData name="Santiago Matallana (MiddleEast)" userId="83699cee-f725-415f-817e-0d466a269b29" providerId="ADAL" clId="{E9193DBC-B25E-493C-96C8-9CBD69BA49B8}" dt="2026-05-22T06:28:54.125" v="2421"/>
          <ac:spMkLst>
            <pc:docMk/>
            <pc:sldMk cId="3656861375" sldId="314"/>
            <ac:spMk id="143" creationId="{24C9BF63-E530-74A1-9597-1A2CE9881EFA}"/>
          </ac:spMkLst>
        </pc:spChg>
        <pc:spChg chg="mod">
          <ac:chgData name="Santiago Matallana (MiddleEast)" userId="83699cee-f725-415f-817e-0d466a269b29" providerId="ADAL" clId="{E9193DBC-B25E-493C-96C8-9CBD69BA49B8}" dt="2026-05-22T06:28:54.127" v="2424"/>
          <ac:spMkLst>
            <pc:docMk/>
            <pc:sldMk cId="3656861375" sldId="314"/>
            <ac:spMk id="145" creationId="{BD92403E-5E77-A535-4CCF-19BB58F792DF}"/>
          </ac:spMkLst>
        </pc:spChg>
        <pc:spChg chg="mod">
          <ac:chgData name="Santiago Matallana (MiddleEast)" userId="83699cee-f725-415f-817e-0d466a269b29" providerId="ADAL" clId="{E9193DBC-B25E-493C-96C8-9CBD69BA49B8}" dt="2026-05-22T06:28:54.129" v="2425"/>
          <ac:spMkLst>
            <pc:docMk/>
            <pc:sldMk cId="3656861375" sldId="314"/>
            <ac:spMk id="146" creationId="{F40E5A31-CE74-DFC8-B35D-AB6B7B17869F}"/>
          </ac:spMkLst>
        </pc:spChg>
        <pc:spChg chg="mod">
          <ac:chgData name="Santiago Matallana (MiddleEast)" userId="83699cee-f725-415f-817e-0d466a269b29" providerId="ADAL" clId="{E9193DBC-B25E-493C-96C8-9CBD69BA49B8}" dt="2026-05-22T06:28:54.129" v="2426"/>
          <ac:spMkLst>
            <pc:docMk/>
            <pc:sldMk cId="3656861375" sldId="314"/>
            <ac:spMk id="147" creationId="{0208CD9B-864B-6EA0-3D80-EA65552B21C2}"/>
          </ac:spMkLst>
        </pc:spChg>
        <pc:spChg chg="mod">
          <ac:chgData name="Santiago Matallana (MiddleEast)" userId="83699cee-f725-415f-817e-0d466a269b29" providerId="ADAL" clId="{E9193DBC-B25E-493C-96C8-9CBD69BA49B8}" dt="2026-05-22T06:28:54.131" v="2427"/>
          <ac:spMkLst>
            <pc:docMk/>
            <pc:sldMk cId="3656861375" sldId="314"/>
            <ac:spMk id="148" creationId="{4953FC1D-DF7A-24E9-7D07-6122E92292B8}"/>
          </ac:spMkLst>
        </pc:spChg>
        <pc:spChg chg="mod">
          <ac:chgData name="Santiago Matallana (MiddleEast)" userId="83699cee-f725-415f-817e-0d466a269b29" providerId="ADAL" clId="{E9193DBC-B25E-493C-96C8-9CBD69BA49B8}" dt="2026-05-22T06:28:54.131" v="2428"/>
          <ac:spMkLst>
            <pc:docMk/>
            <pc:sldMk cId="3656861375" sldId="314"/>
            <ac:spMk id="149" creationId="{D617DD00-5676-3DD3-6AF6-5B36248071CA}"/>
          </ac:spMkLst>
        </pc:spChg>
        <pc:spChg chg="mod">
          <ac:chgData name="Santiago Matallana (MiddleEast)" userId="83699cee-f725-415f-817e-0d466a269b29" providerId="ADAL" clId="{E9193DBC-B25E-493C-96C8-9CBD69BA49B8}" dt="2026-05-22T06:28:54.133" v="2429"/>
          <ac:spMkLst>
            <pc:docMk/>
            <pc:sldMk cId="3656861375" sldId="314"/>
            <ac:spMk id="150" creationId="{04F0D28B-C367-F905-4852-BFD7B20CD205}"/>
          </ac:spMkLst>
        </pc:spChg>
        <pc:spChg chg="mod">
          <ac:chgData name="Santiago Matallana (MiddleEast)" userId="83699cee-f725-415f-817e-0d466a269b29" providerId="ADAL" clId="{E9193DBC-B25E-493C-96C8-9CBD69BA49B8}" dt="2026-05-22T06:28:54.135" v="2430"/>
          <ac:spMkLst>
            <pc:docMk/>
            <pc:sldMk cId="3656861375" sldId="314"/>
            <ac:spMk id="151" creationId="{C4415005-4F47-7F5F-BECF-A7C65554053B}"/>
          </ac:spMkLst>
        </pc:spChg>
        <pc:spChg chg="mod">
          <ac:chgData name="Santiago Matallana (MiddleEast)" userId="83699cee-f725-415f-817e-0d466a269b29" providerId="ADAL" clId="{E9193DBC-B25E-493C-96C8-9CBD69BA49B8}" dt="2026-05-22T06:28:54.135" v="2431"/>
          <ac:spMkLst>
            <pc:docMk/>
            <pc:sldMk cId="3656861375" sldId="314"/>
            <ac:spMk id="152" creationId="{ECABFB4C-E7FE-7F34-B9A6-8D4B958C8929}"/>
          </ac:spMkLst>
        </pc:spChg>
        <pc:spChg chg="add mod">
          <ac:chgData name="Santiago Matallana (MiddleEast)" userId="83699cee-f725-415f-817e-0d466a269b29" providerId="ADAL" clId="{E9193DBC-B25E-493C-96C8-9CBD69BA49B8}" dt="2026-05-22T06:28:54.137" v="2432"/>
          <ac:spMkLst>
            <pc:docMk/>
            <pc:sldMk cId="3656861375" sldId="314"/>
            <ac:spMk id="153" creationId="{7E81761B-CFD8-300B-4418-77547F8C28CF}"/>
          </ac:spMkLst>
        </pc:spChg>
        <pc:spChg chg="mod">
          <ac:chgData name="Santiago Matallana (MiddleEast)" userId="83699cee-f725-415f-817e-0d466a269b29" providerId="ADAL" clId="{E9193DBC-B25E-493C-96C8-9CBD69BA49B8}" dt="2026-05-22T06:28:54.139" v="2433"/>
          <ac:spMkLst>
            <pc:docMk/>
            <pc:sldMk cId="3656861375" sldId="314"/>
            <ac:spMk id="154" creationId="{4D455E85-929A-2C04-297F-953A4652F8A7}"/>
          </ac:spMkLst>
        </pc:spChg>
        <pc:spChg chg="mod">
          <ac:chgData name="Santiago Matallana (MiddleEast)" userId="83699cee-f725-415f-817e-0d466a269b29" providerId="ADAL" clId="{E9193DBC-B25E-493C-96C8-9CBD69BA49B8}" dt="2026-05-22T06:28:54.139" v="2434"/>
          <ac:spMkLst>
            <pc:docMk/>
            <pc:sldMk cId="3656861375" sldId="314"/>
            <ac:spMk id="155" creationId="{D6A4EC83-C182-8BBA-7378-3CD1F8880EB5}"/>
          </ac:spMkLst>
        </pc:spChg>
        <pc:spChg chg="mod">
          <ac:chgData name="Santiago Matallana (MiddleEast)" userId="83699cee-f725-415f-817e-0d466a269b29" providerId="ADAL" clId="{E9193DBC-B25E-493C-96C8-9CBD69BA49B8}" dt="2026-05-22T06:28:54.141" v="2435"/>
          <ac:spMkLst>
            <pc:docMk/>
            <pc:sldMk cId="3656861375" sldId="314"/>
            <ac:spMk id="156" creationId="{B926FE04-1556-2290-6E98-ED280FF2AB73}"/>
          </ac:spMkLst>
        </pc:spChg>
        <pc:spChg chg="mod ord">
          <ac:chgData name="Santiago Matallana (MiddleEast)" userId="83699cee-f725-415f-817e-0d466a269b29" providerId="ADAL" clId="{E9193DBC-B25E-493C-96C8-9CBD69BA49B8}" dt="2026-05-22T06:28:54.143" v="2437"/>
          <ac:spMkLst>
            <pc:docMk/>
            <pc:sldMk cId="3656861375" sldId="314"/>
            <ac:spMk id="157" creationId="{25C31388-E577-E125-8994-9C853B4B2D67}"/>
          </ac:spMkLst>
        </pc:spChg>
        <pc:spChg chg="mod ord">
          <ac:chgData name="Santiago Matallana (MiddleEast)" userId="83699cee-f725-415f-817e-0d466a269b29" providerId="ADAL" clId="{E9193DBC-B25E-493C-96C8-9CBD69BA49B8}" dt="2026-05-22T06:28:54.154" v="2451"/>
          <ac:spMkLst>
            <pc:docMk/>
            <pc:sldMk cId="3656861375" sldId="314"/>
            <ac:spMk id="164" creationId="{9B722C1F-50A1-138C-5000-DDCA23A3F32D}"/>
          </ac:spMkLst>
        </pc:spChg>
        <pc:spChg chg="mod ord">
          <ac:chgData name="Santiago Matallana (MiddleEast)" userId="83699cee-f725-415f-817e-0d466a269b29" providerId="ADAL" clId="{E9193DBC-B25E-493C-96C8-9CBD69BA49B8}" dt="2026-05-22T06:28:54.156" v="2453"/>
          <ac:spMkLst>
            <pc:docMk/>
            <pc:sldMk cId="3656861375" sldId="314"/>
            <ac:spMk id="165" creationId="{A170C2D1-BCFC-2216-0604-E993A70D472A}"/>
          </ac:spMkLst>
        </pc:spChg>
        <pc:spChg chg="mod ord">
          <ac:chgData name="Santiago Matallana (MiddleEast)" userId="83699cee-f725-415f-817e-0d466a269b29" providerId="ADAL" clId="{E9193DBC-B25E-493C-96C8-9CBD69BA49B8}" dt="2026-05-22T06:28:54.156" v="2455"/>
          <ac:spMkLst>
            <pc:docMk/>
            <pc:sldMk cId="3656861375" sldId="314"/>
            <ac:spMk id="166" creationId="{94EBE107-39D8-BDF3-2ADC-9988F1631096}"/>
          </ac:spMkLst>
        </pc:spChg>
        <pc:spChg chg="mod ord">
          <ac:chgData name="Santiago Matallana (MiddleEast)" userId="83699cee-f725-415f-817e-0d466a269b29" providerId="ADAL" clId="{E9193DBC-B25E-493C-96C8-9CBD69BA49B8}" dt="2026-05-22T06:28:54.160" v="2457"/>
          <ac:spMkLst>
            <pc:docMk/>
            <pc:sldMk cId="3656861375" sldId="314"/>
            <ac:spMk id="167" creationId="{C415CDA0-0AA3-E229-5A24-1EBCCE487BDC}"/>
          </ac:spMkLst>
        </pc:spChg>
        <pc:spChg chg="mod ord">
          <ac:chgData name="Santiago Matallana (MiddleEast)" userId="83699cee-f725-415f-817e-0d466a269b29" providerId="ADAL" clId="{E9193DBC-B25E-493C-96C8-9CBD69BA49B8}" dt="2026-05-22T06:28:54.162" v="2459"/>
          <ac:spMkLst>
            <pc:docMk/>
            <pc:sldMk cId="3656861375" sldId="314"/>
            <ac:spMk id="168" creationId="{099FEED7-61C3-C283-367A-00964C1F078C}"/>
          </ac:spMkLst>
        </pc:spChg>
        <pc:spChg chg="mod ord">
          <ac:chgData name="Santiago Matallana (MiddleEast)" userId="83699cee-f725-415f-817e-0d466a269b29" providerId="ADAL" clId="{E9193DBC-B25E-493C-96C8-9CBD69BA49B8}" dt="2026-05-22T06:28:54.164" v="2461"/>
          <ac:spMkLst>
            <pc:docMk/>
            <pc:sldMk cId="3656861375" sldId="314"/>
            <ac:spMk id="169" creationId="{A906DEFF-2C3B-FF08-DE60-9017CE42F614}"/>
          </ac:spMkLst>
        </pc:spChg>
        <pc:spChg chg="mod">
          <ac:chgData name="Santiago Matallana (MiddleEast)" userId="83699cee-f725-415f-817e-0d466a269b29" providerId="ADAL" clId="{E9193DBC-B25E-493C-96C8-9CBD69BA49B8}" dt="2026-05-22T06:28:54.167" v="2464"/>
          <ac:spMkLst>
            <pc:docMk/>
            <pc:sldMk cId="3656861375" sldId="314"/>
            <ac:spMk id="171" creationId="{5998A90F-71BF-CB84-8E40-1966C5628C11}"/>
          </ac:spMkLst>
        </pc:spChg>
        <pc:spChg chg="mod">
          <ac:chgData name="Santiago Matallana (MiddleEast)" userId="83699cee-f725-415f-817e-0d466a269b29" providerId="ADAL" clId="{E9193DBC-B25E-493C-96C8-9CBD69BA49B8}" dt="2026-05-22T06:28:54.167" v="2465"/>
          <ac:spMkLst>
            <pc:docMk/>
            <pc:sldMk cId="3656861375" sldId="314"/>
            <ac:spMk id="172" creationId="{4FC7D944-12D8-37B6-FF62-681D10B8E0CD}"/>
          </ac:spMkLst>
        </pc:spChg>
        <pc:spChg chg="mod ord">
          <ac:chgData name="Santiago Matallana (MiddleEast)" userId="83699cee-f725-415f-817e-0d466a269b29" providerId="ADAL" clId="{E9193DBC-B25E-493C-96C8-9CBD69BA49B8}" dt="2026-05-22T06:28:54.169" v="2467"/>
          <ac:spMkLst>
            <pc:docMk/>
            <pc:sldMk cId="3656861375" sldId="314"/>
            <ac:spMk id="173" creationId="{1258ABE3-658B-E70A-0B51-029CEDE0D456}"/>
          </ac:spMkLst>
        </pc:spChg>
        <pc:spChg chg="mod ord">
          <ac:chgData name="Santiago Matallana (MiddleEast)" userId="83699cee-f725-415f-817e-0d466a269b29" providerId="ADAL" clId="{E9193DBC-B25E-493C-96C8-9CBD69BA49B8}" dt="2026-05-22T06:28:54.171" v="2469"/>
          <ac:spMkLst>
            <pc:docMk/>
            <pc:sldMk cId="3656861375" sldId="314"/>
            <ac:spMk id="174" creationId="{23097147-D545-F06F-B7B1-4DAF8F63124E}"/>
          </ac:spMkLst>
        </pc:spChg>
        <pc:spChg chg="mod ord">
          <ac:chgData name="Santiago Matallana (MiddleEast)" userId="83699cee-f725-415f-817e-0d466a269b29" providerId="ADAL" clId="{E9193DBC-B25E-493C-96C8-9CBD69BA49B8}" dt="2026-05-22T06:28:54.173" v="2471"/>
          <ac:spMkLst>
            <pc:docMk/>
            <pc:sldMk cId="3656861375" sldId="314"/>
            <ac:spMk id="175" creationId="{A3630355-9531-9C5A-89D6-7EF713E21E66}"/>
          </ac:spMkLst>
        </pc:spChg>
        <pc:spChg chg="mod ord">
          <ac:chgData name="Santiago Matallana (MiddleEast)" userId="83699cee-f725-415f-817e-0d466a269b29" providerId="ADAL" clId="{E9193DBC-B25E-493C-96C8-9CBD69BA49B8}" dt="2026-05-22T06:28:54.173" v="2473"/>
          <ac:spMkLst>
            <pc:docMk/>
            <pc:sldMk cId="3656861375" sldId="314"/>
            <ac:spMk id="176" creationId="{B927BA28-8CB4-6FFE-C921-20D53A39810A}"/>
          </ac:spMkLst>
        </pc:spChg>
        <pc:spChg chg="mod">
          <ac:chgData name="Santiago Matallana (MiddleEast)" userId="83699cee-f725-415f-817e-0d466a269b29" providerId="ADAL" clId="{E9193DBC-B25E-493C-96C8-9CBD69BA49B8}" dt="2026-05-22T06:28:54.176" v="2474"/>
          <ac:spMkLst>
            <pc:docMk/>
            <pc:sldMk cId="3656861375" sldId="314"/>
            <ac:spMk id="177" creationId="{5C549063-1237-BB85-6843-ED00EE5E443F}"/>
          </ac:spMkLst>
        </pc:spChg>
        <pc:spChg chg="mod">
          <ac:chgData name="Santiago Matallana (MiddleEast)" userId="83699cee-f725-415f-817e-0d466a269b29" providerId="ADAL" clId="{E9193DBC-B25E-493C-96C8-9CBD69BA49B8}" dt="2026-05-22T06:28:54.177" v="2475"/>
          <ac:spMkLst>
            <pc:docMk/>
            <pc:sldMk cId="3656861375" sldId="314"/>
            <ac:spMk id="178" creationId="{E4161209-18B3-DFE4-1021-B6B41312EAFC}"/>
          </ac:spMkLst>
        </pc:spChg>
        <pc:spChg chg="mod">
          <ac:chgData name="Santiago Matallana (MiddleEast)" userId="83699cee-f725-415f-817e-0d466a269b29" providerId="ADAL" clId="{E9193DBC-B25E-493C-96C8-9CBD69BA49B8}" dt="2026-05-22T06:28:54.177" v="2476"/>
          <ac:spMkLst>
            <pc:docMk/>
            <pc:sldMk cId="3656861375" sldId="314"/>
            <ac:spMk id="179" creationId="{3FBC14B1-F4A1-29C6-585E-D09E6F059DB7}"/>
          </ac:spMkLst>
        </pc:spChg>
        <pc:spChg chg="add mod">
          <ac:chgData name="Santiago Matallana (MiddleEast)" userId="83699cee-f725-415f-817e-0d466a269b29" providerId="ADAL" clId="{E9193DBC-B25E-493C-96C8-9CBD69BA49B8}" dt="2026-05-22T06:28:54.179" v="2477"/>
          <ac:spMkLst>
            <pc:docMk/>
            <pc:sldMk cId="3656861375" sldId="314"/>
            <ac:spMk id="180" creationId="{A2FDAB0A-6D11-1B8C-7A4A-A9C05DB2D17C}"/>
          </ac:spMkLst>
        </pc:spChg>
        <pc:spChg chg="mod">
          <ac:chgData name="Santiago Matallana (MiddleEast)" userId="83699cee-f725-415f-817e-0d466a269b29" providerId="ADAL" clId="{E9193DBC-B25E-493C-96C8-9CBD69BA49B8}" dt="2026-05-22T06:28:54.180" v="2478"/>
          <ac:spMkLst>
            <pc:docMk/>
            <pc:sldMk cId="3656861375" sldId="314"/>
            <ac:spMk id="181" creationId="{8FA9ABC9-138E-9586-B31F-48CAD468B9E3}"/>
          </ac:spMkLst>
        </pc:spChg>
        <pc:spChg chg="mod">
          <ac:chgData name="Santiago Matallana (MiddleEast)" userId="83699cee-f725-415f-817e-0d466a269b29" providerId="ADAL" clId="{E9193DBC-B25E-493C-96C8-9CBD69BA49B8}" dt="2026-05-22T06:28:54.182" v="2479"/>
          <ac:spMkLst>
            <pc:docMk/>
            <pc:sldMk cId="3656861375" sldId="314"/>
            <ac:spMk id="182" creationId="{52FE833E-0707-2A3D-311A-3F866775C812}"/>
          </ac:spMkLst>
        </pc:spChg>
        <pc:spChg chg="add mod">
          <ac:chgData name="Santiago Matallana (MiddleEast)" userId="83699cee-f725-415f-817e-0d466a269b29" providerId="ADAL" clId="{E9193DBC-B25E-493C-96C8-9CBD69BA49B8}" dt="2026-05-22T06:28:54.183" v="2480"/>
          <ac:spMkLst>
            <pc:docMk/>
            <pc:sldMk cId="3656861375" sldId="314"/>
            <ac:spMk id="183" creationId="{7AED7924-8DBD-31E3-2FAF-4E8AFC15B7AB}"/>
          </ac:spMkLst>
        </pc:spChg>
        <pc:spChg chg="mod">
          <ac:chgData name="Santiago Matallana (MiddleEast)" userId="83699cee-f725-415f-817e-0d466a269b29" providerId="ADAL" clId="{E9193DBC-B25E-493C-96C8-9CBD69BA49B8}" dt="2026-05-22T06:28:54.183" v="2481"/>
          <ac:spMkLst>
            <pc:docMk/>
            <pc:sldMk cId="3656861375" sldId="314"/>
            <ac:spMk id="184" creationId="{5FB95B09-2E8F-4660-4390-1D5709F3BE1E}"/>
          </ac:spMkLst>
        </pc:spChg>
        <pc:spChg chg="mod">
          <ac:chgData name="Santiago Matallana (MiddleEast)" userId="83699cee-f725-415f-817e-0d466a269b29" providerId="ADAL" clId="{E9193DBC-B25E-493C-96C8-9CBD69BA49B8}" dt="2026-05-22T06:28:54.183" v="2482"/>
          <ac:spMkLst>
            <pc:docMk/>
            <pc:sldMk cId="3656861375" sldId="314"/>
            <ac:spMk id="185" creationId="{4F2AF675-0836-1E8C-81E8-D5F09FEFF1FD}"/>
          </ac:spMkLst>
        </pc:spChg>
        <pc:spChg chg="mod">
          <ac:chgData name="Santiago Matallana (MiddleEast)" userId="83699cee-f725-415f-817e-0d466a269b29" providerId="ADAL" clId="{E9193DBC-B25E-493C-96C8-9CBD69BA49B8}" dt="2026-05-22T06:28:54.187" v="2483"/>
          <ac:spMkLst>
            <pc:docMk/>
            <pc:sldMk cId="3656861375" sldId="314"/>
            <ac:spMk id="186" creationId="{D8DE6774-20D7-345D-C8CD-DB49C0DA3B11}"/>
          </ac:spMkLst>
        </pc:spChg>
        <pc:spChg chg="mod">
          <ac:chgData name="Santiago Matallana (MiddleEast)" userId="83699cee-f725-415f-817e-0d466a269b29" providerId="ADAL" clId="{E9193DBC-B25E-493C-96C8-9CBD69BA49B8}" dt="2026-05-22T06:28:54.187" v="2484"/>
          <ac:spMkLst>
            <pc:docMk/>
            <pc:sldMk cId="3656861375" sldId="314"/>
            <ac:spMk id="187" creationId="{FA32D910-E9F0-4C0B-0CA2-5F046A0B815E}"/>
          </ac:spMkLst>
        </pc:spChg>
        <pc:spChg chg="mod">
          <ac:chgData name="Santiago Matallana (MiddleEast)" userId="83699cee-f725-415f-817e-0d466a269b29" providerId="ADAL" clId="{E9193DBC-B25E-493C-96C8-9CBD69BA49B8}" dt="2026-05-22T06:28:54.187" v="2485"/>
          <ac:spMkLst>
            <pc:docMk/>
            <pc:sldMk cId="3656861375" sldId="314"/>
            <ac:spMk id="188" creationId="{CE07EBC9-CD43-C255-1BD5-7698201C6EE7}"/>
          </ac:spMkLst>
        </pc:spChg>
        <pc:spChg chg="mod ord">
          <ac:chgData name="Santiago Matallana (MiddleEast)" userId="83699cee-f725-415f-817e-0d466a269b29" providerId="ADAL" clId="{E9193DBC-B25E-493C-96C8-9CBD69BA49B8}" dt="2026-05-22T06:28:54.192" v="2489"/>
          <ac:spMkLst>
            <pc:docMk/>
            <pc:sldMk cId="3656861375" sldId="314"/>
            <ac:spMk id="194" creationId="{12C750CF-228A-8D59-87B4-8CE75171E3C2}"/>
          </ac:spMkLst>
        </pc:spChg>
        <pc:spChg chg="mod ord">
          <ac:chgData name="Santiago Matallana (MiddleEast)" userId="83699cee-f725-415f-817e-0d466a269b29" providerId="ADAL" clId="{E9193DBC-B25E-493C-96C8-9CBD69BA49B8}" dt="2026-05-22T06:28:54.192" v="2491"/>
          <ac:spMkLst>
            <pc:docMk/>
            <pc:sldMk cId="3656861375" sldId="314"/>
            <ac:spMk id="195" creationId="{F5E201D3-4DC8-1F01-BB76-F34CC5726187}"/>
          </ac:spMkLst>
        </pc:spChg>
        <pc:spChg chg="mod ord">
          <ac:chgData name="Santiago Matallana (MiddleEast)" userId="83699cee-f725-415f-817e-0d466a269b29" providerId="ADAL" clId="{E9193DBC-B25E-493C-96C8-9CBD69BA49B8}" dt="2026-05-22T06:28:54.194" v="2493"/>
          <ac:spMkLst>
            <pc:docMk/>
            <pc:sldMk cId="3656861375" sldId="314"/>
            <ac:spMk id="196" creationId="{31E200F2-A6AD-0E07-A705-1D8ADC3B4B51}"/>
          </ac:spMkLst>
        </pc:spChg>
        <pc:spChg chg="mod">
          <ac:chgData name="Santiago Matallana (MiddleEast)" userId="83699cee-f725-415f-817e-0d466a269b29" providerId="ADAL" clId="{E9193DBC-B25E-493C-96C8-9CBD69BA49B8}" dt="2026-05-22T06:28:54.196" v="2494"/>
          <ac:spMkLst>
            <pc:docMk/>
            <pc:sldMk cId="3656861375" sldId="314"/>
            <ac:spMk id="197" creationId="{5C79D0B3-C7A8-47A0-817F-B7BFD3500D6C}"/>
          </ac:spMkLst>
        </pc:spChg>
        <pc:spChg chg="mod">
          <ac:chgData name="Santiago Matallana (MiddleEast)" userId="83699cee-f725-415f-817e-0d466a269b29" providerId="ADAL" clId="{E9193DBC-B25E-493C-96C8-9CBD69BA49B8}" dt="2026-05-22T06:28:54.198" v="2497"/>
          <ac:spMkLst>
            <pc:docMk/>
            <pc:sldMk cId="3656861375" sldId="314"/>
            <ac:spMk id="199" creationId="{51E10B8F-B67C-C302-7F86-24114820F392}"/>
          </ac:spMkLst>
        </pc:spChg>
        <pc:spChg chg="mod">
          <ac:chgData name="Santiago Matallana (MiddleEast)" userId="83699cee-f725-415f-817e-0d466a269b29" providerId="ADAL" clId="{E9193DBC-B25E-493C-96C8-9CBD69BA49B8}" dt="2026-05-22T06:28:54.200" v="2500"/>
          <ac:spMkLst>
            <pc:docMk/>
            <pc:sldMk cId="3656861375" sldId="314"/>
            <ac:spMk id="201" creationId="{8FBDB919-3829-6D03-7569-6BCA415DFD12}"/>
          </ac:spMkLst>
        </pc:spChg>
        <pc:spChg chg="mod ord">
          <ac:chgData name="Santiago Matallana (MiddleEast)" userId="83699cee-f725-415f-817e-0d466a269b29" providerId="ADAL" clId="{E9193DBC-B25E-493C-96C8-9CBD69BA49B8}" dt="2026-05-22T06:28:54.203" v="2504"/>
          <ac:spMkLst>
            <pc:docMk/>
            <pc:sldMk cId="3656861375" sldId="314"/>
            <ac:spMk id="207" creationId="{BBAFA146-A517-F809-D42E-32DE59984CA0}"/>
          </ac:spMkLst>
        </pc:spChg>
        <pc:spChg chg="mod ord">
          <ac:chgData name="Santiago Matallana (MiddleEast)" userId="83699cee-f725-415f-817e-0d466a269b29" providerId="ADAL" clId="{E9193DBC-B25E-493C-96C8-9CBD69BA49B8}" dt="2026-05-22T06:28:54.219" v="2518"/>
          <ac:spMkLst>
            <pc:docMk/>
            <pc:sldMk cId="3656861375" sldId="314"/>
            <ac:spMk id="214" creationId="{EA0FFFB5-BD54-13B9-BD90-BBAAADA9AEB8}"/>
          </ac:spMkLst>
        </pc:spChg>
        <pc:spChg chg="mod ord">
          <ac:chgData name="Santiago Matallana (MiddleEast)" userId="83699cee-f725-415f-817e-0d466a269b29" providerId="ADAL" clId="{E9193DBC-B25E-493C-96C8-9CBD69BA49B8}" dt="2026-05-22T06:28:54.219" v="2520"/>
          <ac:spMkLst>
            <pc:docMk/>
            <pc:sldMk cId="3656861375" sldId="314"/>
            <ac:spMk id="215" creationId="{F03241E5-401F-34C8-1337-678B01B2103C}"/>
          </ac:spMkLst>
        </pc:spChg>
        <pc:spChg chg="mod ord">
          <ac:chgData name="Santiago Matallana (MiddleEast)" userId="83699cee-f725-415f-817e-0d466a269b29" providerId="ADAL" clId="{E9193DBC-B25E-493C-96C8-9CBD69BA49B8}" dt="2026-05-22T06:28:54.223" v="2522"/>
          <ac:spMkLst>
            <pc:docMk/>
            <pc:sldMk cId="3656861375" sldId="314"/>
            <ac:spMk id="216" creationId="{A47CBE56-5D2D-BDB1-FB7D-D4B168A3AF23}"/>
          </ac:spMkLst>
        </pc:spChg>
        <pc:spChg chg="mod ord">
          <ac:chgData name="Santiago Matallana (MiddleEast)" userId="83699cee-f725-415f-817e-0d466a269b29" providerId="ADAL" clId="{E9193DBC-B25E-493C-96C8-9CBD69BA49B8}" dt="2026-05-22T06:28:54.223" v="2524"/>
          <ac:spMkLst>
            <pc:docMk/>
            <pc:sldMk cId="3656861375" sldId="314"/>
            <ac:spMk id="217" creationId="{DE47CB2F-E77C-510D-D936-4FF0A7273B39}"/>
          </ac:spMkLst>
        </pc:spChg>
        <pc:spChg chg="mod ord">
          <ac:chgData name="Santiago Matallana (MiddleEast)" userId="83699cee-f725-415f-817e-0d466a269b29" providerId="ADAL" clId="{E9193DBC-B25E-493C-96C8-9CBD69BA49B8}" dt="2026-05-22T06:28:54.225" v="2526"/>
          <ac:spMkLst>
            <pc:docMk/>
            <pc:sldMk cId="3656861375" sldId="314"/>
            <ac:spMk id="218" creationId="{F6714BF4-DD96-2130-3072-160AEF3ABDF7}"/>
          </ac:spMkLst>
        </pc:spChg>
        <pc:spChg chg="mod ord">
          <ac:chgData name="Santiago Matallana (MiddleEast)" userId="83699cee-f725-415f-817e-0d466a269b29" providerId="ADAL" clId="{E9193DBC-B25E-493C-96C8-9CBD69BA49B8}" dt="2026-05-22T06:28:54.228" v="2528"/>
          <ac:spMkLst>
            <pc:docMk/>
            <pc:sldMk cId="3656861375" sldId="314"/>
            <ac:spMk id="219" creationId="{40C3B4F4-F971-4D64-CE2A-5EC09F89D9F9}"/>
          </ac:spMkLst>
        </pc:spChg>
        <pc:spChg chg="mod">
          <ac:chgData name="Santiago Matallana (MiddleEast)" userId="83699cee-f725-415f-817e-0d466a269b29" providerId="ADAL" clId="{E9193DBC-B25E-493C-96C8-9CBD69BA49B8}" dt="2026-05-22T06:28:54.232" v="2533"/>
          <ac:spMkLst>
            <pc:docMk/>
            <pc:sldMk cId="3656861375" sldId="314"/>
            <ac:spMk id="222" creationId="{3D00BB9A-5601-27F1-B15E-D218543FC90E}"/>
          </ac:spMkLst>
        </pc:spChg>
        <pc:spChg chg="add mod ord">
          <ac:chgData name="Santiago Matallana (MiddleEast)" userId="83699cee-f725-415f-817e-0d466a269b29" providerId="ADAL" clId="{E9193DBC-B25E-493C-96C8-9CBD69BA49B8}" dt="2026-05-22T06:28:54.234" v="2535"/>
          <ac:spMkLst>
            <pc:docMk/>
            <pc:sldMk cId="3656861375" sldId="314"/>
            <ac:spMk id="223" creationId="{64E8CF7F-4947-DBD9-529E-F23233575E7C}"/>
          </ac:spMkLst>
        </pc:spChg>
        <pc:spChg chg="add mod ord">
          <ac:chgData name="Santiago Matallana (MiddleEast)" userId="83699cee-f725-415f-817e-0d466a269b29" providerId="ADAL" clId="{E9193DBC-B25E-493C-96C8-9CBD69BA49B8}" dt="2026-05-22T06:28:54.234" v="2537"/>
          <ac:spMkLst>
            <pc:docMk/>
            <pc:sldMk cId="3656861375" sldId="314"/>
            <ac:spMk id="224" creationId="{0646B35D-FE49-7C42-6EB8-C775343F645B}"/>
          </ac:spMkLst>
        </pc:spChg>
        <pc:spChg chg="mod">
          <ac:chgData name="Santiago Matallana (MiddleEast)" userId="83699cee-f725-415f-817e-0d466a269b29" providerId="ADAL" clId="{E9193DBC-B25E-493C-96C8-9CBD69BA49B8}" dt="2026-05-22T06:28:54.234" v="2538"/>
          <ac:spMkLst>
            <pc:docMk/>
            <pc:sldMk cId="3656861375" sldId="314"/>
            <ac:spMk id="225" creationId="{EB32AAE5-FEDA-1669-970E-DCBF96146599}"/>
          </ac:spMkLst>
        </pc:spChg>
        <pc:spChg chg="mod">
          <ac:chgData name="Santiago Matallana (MiddleEast)" userId="83699cee-f725-415f-817e-0d466a269b29" providerId="ADAL" clId="{E9193DBC-B25E-493C-96C8-9CBD69BA49B8}" dt="2026-05-22T06:28:54.234" v="2539"/>
          <ac:spMkLst>
            <pc:docMk/>
            <pc:sldMk cId="3656861375" sldId="314"/>
            <ac:spMk id="226" creationId="{678AB952-1DCD-D580-E2AE-958959DC29E2}"/>
          </ac:spMkLst>
        </pc:spChg>
        <pc:spChg chg="mod">
          <ac:chgData name="Santiago Matallana (MiddleEast)" userId="83699cee-f725-415f-817e-0d466a269b29" providerId="ADAL" clId="{E9193DBC-B25E-493C-96C8-9CBD69BA49B8}" dt="2026-05-22T06:28:54.234" v="2540"/>
          <ac:spMkLst>
            <pc:docMk/>
            <pc:sldMk cId="3656861375" sldId="314"/>
            <ac:spMk id="227" creationId="{E78DFBCA-EA30-0C62-F3C9-FF208FFDFEA5}"/>
          </ac:spMkLst>
        </pc:spChg>
        <pc:spChg chg="mod">
          <ac:chgData name="Santiago Matallana (MiddleEast)" userId="83699cee-f725-415f-817e-0d466a269b29" providerId="ADAL" clId="{E9193DBC-B25E-493C-96C8-9CBD69BA49B8}" dt="2026-05-22T06:28:54.241" v="2541"/>
          <ac:spMkLst>
            <pc:docMk/>
            <pc:sldMk cId="3656861375" sldId="314"/>
            <ac:spMk id="228" creationId="{4994782E-76B4-2ABB-1206-30CB9155CA79}"/>
          </ac:spMkLst>
        </pc:spChg>
        <pc:spChg chg="mod">
          <ac:chgData name="Santiago Matallana (MiddleEast)" userId="83699cee-f725-415f-817e-0d466a269b29" providerId="ADAL" clId="{E9193DBC-B25E-493C-96C8-9CBD69BA49B8}" dt="2026-05-22T06:28:54.241" v="2542"/>
          <ac:spMkLst>
            <pc:docMk/>
            <pc:sldMk cId="3656861375" sldId="314"/>
            <ac:spMk id="229" creationId="{16CF7EA6-AAF4-48AF-93B0-83DD74CFD03F}"/>
          </ac:spMkLst>
        </pc:spChg>
        <pc:spChg chg="mod">
          <ac:chgData name="Santiago Matallana (MiddleEast)" userId="83699cee-f725-415f-817e-0d466a269b29" providerId="ADAL" clId="{E9193DBC-B25E-493C-96C8-9CBD69BA49B8}" dt="2026-05-22T06:28:54.243" v="2543"/>
          <ac:spMkLst>
            <pc:docMk/>
            <pc:sldMk cId="3656861375" sldId="314"/>
            <ac:spMk id="230" creationId="{82103B97-90A1-5DC4-7B4A-28C9D8D15C09}"/>
          </ac:spMkLst>
        </pc:spChg>
        <pc:spChg chg="mod">
          <ac:chgData name="Santiago Matallana (MiddleEast)" userId="83699cee-f725-415f-817e-0d466a269b29" providerId="ADAL" clId="{E9193DBC-B25E-493C-96C8-9CBD69BA49B8}" dt="2026-05-22T06:28:54.244" v="2544"/>
          <ac:spMkLst>
            <pc:docMk/>
            <pc:sldMk cId="3656861375" sldId="314"/>
            <ac:spMk id="231" creationId="{405A286D-FAAA-AF8A-F87E-13923A69B458}"/>
          </ac:spMkLst>
        </pc:spChg>
        <pc:spChg chg="add mod">
          <ac:chgData name="Santiago Matallana (MiddleEast)" userId="83699cee-f725-415f-817e-0d466a269b29" providerId="ADAL" clId="{E9193DBC-B25E-493C-96C8-9CBD69BA49B8}" dt="2026-05-22T06:28:54.244" v="2545"/>
          <ac:spMkLst>
            <pc:docMk/>
            <pc:sldMk cId="3656861375" sldId="314"/>
            <ac:spMk id="232" creationId="{B2A2BF14-A0C6-A93E-4AAD-2B394A732CF6}"/>
          </ac:spMkLst>
        </pc:spChg>
        <pc:spChg chg="mod">
          <ac:chgData name="Santiago Matallana (MiddleEast)" userId="83699cee-f725-415f-817e-0d466a269b29" providerId="ADAL" clId="{E9193DBC-B25E-493C-96C8-9CBD69BA49B8}" dt="2026-05-22T06:28:54.246" v="2546"/>
          <ac:spMkLst>
            <pc:docMk/>
            <pc:sldMk cId="3656861375" sldId="314"/>
            <ac:spMk id="233" creationId="{8D421E1C-1D8B-B696-64EC-A1A51869C906}"/>
          </ac:spMkLst>
        </pc:spChg>
        <pc:spChg chg="mod">
          <ac:chgData name="Santiago Matallana (MiddleEast)" userId="83699cee-f725-415f-817e-0d466a269b29" providerId="ADAL" clId="{E9193DBC-B25E-493C-96C8-9CBD69BA49B8}" dt="2026-05-22T06:28:54.246" v="2547"/>
          <ac:spMkLst>
            <pc:docMk/>
            <pc:sldMk cId="3656861375" sldId="314"/>
            <ac:spMk id="234" creationId="{50C04326-71A5-20FD-A630-841570C59D6B}"/>
          </ac:spMkLst>
        </pc:spChg>
        <pc:spChg chg="add mod">
          <ac:chgData name="Santiago Matallana (MiddleEast)" userId="83699cee-f725-415f-817e-0d466a269b29" providerId="ADAL" clId="{E9193DBC-B25E-493C-96C8-9CBD69BA49B8}" dt="2026-05-22T06:28:54.246" v="2548"/>
          <ac:spMkLst>
            <pc:docMk/>
            <pc:sldMk cId="3656861375" sldId="314"/>
            <ac:spMk id="235" creationId="{1C1C5D42-BBFC-35BC-52F7-B91437E75962}"/>
          </ac:spMkLst>
        </pc:spChg>
        <pc:spChg chg="mod">
          <ac:chgData name="Santiago Matallana (MiddleEast)" userId="83699cee-f725-415f-817e-0d466a269b29" providerId="ADAL" clId="{E9193DBC-B25E-493C-96C8-9CBD69BA49B8}" dt="2026-05-22T06:28:54.248" v="2549"/>
          <ac:spMkLst>
            <pc:docMk/>
            <pc:sldMk cId="3656861375" sldId="314"/>
            <ac:spMk id="236" creationId="{783D105A-5048-9E23-1A6F-166335BC3B13}"/>
          </ac:spMkLst>
        </pc:spChg>
        <pc:spChg chg="mod ord">
          <ac:chgData name="Santiago Matallana (MiddleEast)" userId="83699cee-f725-415f-817e-0d466a269b29" providerId="ADAL" clId="{E9193DBC-B25E-493C-96C8-9CBD69BA49B8}" dt="2026-05-22T06:28:54.271" v="2577"/>
          <ac:spMkLst>
            <pc:docMk/>
            <pc:sldMk cId="3656861375" sldId="314"/>
            <ac:spMk id="252" creationId="{5E877FB9-5D34-7658-266C-6538308ACE98}"/>
          </ac:spMkLst>
        </pc:spChg>
        <pc:spChg chg="mod ord">
          <ac:chgData name="Santiago Matallana (MiddleEast)" userId="83699cee-f725-415f-817e-0d466a269b29" providerId="ADAL" clId="{E9193DBC-B25E-493C-96C8-9CBD69BA49B8}" dt="2026-05-22T06:28:54.283" v="2591"/>
          <ac:spMkLst>
            <pc:docMk/>
            <pc:sldMk cId="3656861375" sldId="314"/>
            <ac:spMk id="259" creationId="{F60BBB2C-E9D4-51A9-0D57-F702160EF4A2}"/>
          </ac:spMkLst>
        </pc:spChg>
        <pc:spChg chg="mod ord">
          <ac:chgData name="Santiago Matallana (MiddleEast)" userId="83699cee-f725-415f-817e-0d466a269b29" providerId="ADAL" clId="{E9193DBC-B25E-493C-96C8-9CBD69BA49B8}" dt="2026-05-22T06:28:54.283" v="2593"/>
          <ac:spMkLst>
            <pc:docMk/>
            <pc:sldMk cId="3656861375" sldId="314"/>
            <ac:spMk id="260" creationId="{15167C14-F4E7-29D6-6BEB-ACAFA0FC8C3C}"/>
          </ac:spMkLst>
        </pc:spChg>
        <pc:spChg chg="mod ord">
          <ac:chgData name="Santiago Matallana (MiddleEast)" userId="83699cee-f725-415f-817e-0d466a269b29" providerId="ADAL" clId="{E9193DBC-B25E-493C-96C8-9CBD69BA49B8}" dt="2026-05-22T06:28:54.288" v="2595"/>
          <ac:spMkLst>
            <pc:docMk/>
            <pc:sldMk cId="3656861375" sldId="314"/>
            <ac:spMk id="261" creationId="{40C89153-4921-25E8-5E41-862018828799}"/>
          </ac:spMkLst>
        </pc:spChg>
        <pc:spChg chg="mod ord">
          <ac:chgData name="Santiago Matallana (MiddleEast)" userId="83699cee-f725-415f-817e-0d466a269b29" providerId="ADAL" clId="{E9193DBC-B25E-493C-96C8-9CBD69BA49B8}" dt="2026-05-22T06:28:54.291" v="2597"/>
          <ac:spMkLst>
            <pc:docMk/>
            <pc:sldMk cId="3656861375" sldId="314"/>
            <ac:spMk id="262" creationId="{C9ADFC44-5D8B-DCD6-79E8-2F4EBA5D5861}"/>
          </ac:spMkLst>
        </pc:spChg>
        <pc:spChg chg="add mod ord">
          <ac:chgData name="Santiago Matallana (MiddleEast)" userId="83699cee-f725-415f-817e-0d466a269b29" providerId="ADAL" clId="{E9193DBC-B25E-493C-96C8-9CBD69BA49B8}" dt="2026-05-22T06:28:54.291" v="2599"/>
          <ac:spMkLst>
            <pc:docMk/>
            <pc:sldMk cId="3656861375" sldId="314"/>
            <ac:spMk id="263" creationId="{4357DC13-B7DE-5082-288C-46FB947E14E1}"/>
          </ac:spMkLst>
        </pc:spChg>
        <pc:spChg chg="mod ord">
          <ac:chgData name="Santiago Matallana (MiddleEast)" userId="83699cee-f725-415f-817e-0d466a269b29" providerId="ADAL" clId="{E9193DBC-B25E-493C-96C8-9CBD69BA49B8}" dt="2026-05-22T06:28:54.294" v="2601"/>
          <ac:spMkLst>
            <pc:docMk/>
            <pc:sldMk cId="3656861375" sldId="314"/>
            <ac:spMk id="264" creationId="{1BE62BDA-2B4F-DD7B-8A58-85A9384FE24C}"/>
          </ac:spMkLst>
        </pc:spChg>
        <pc:spChg chg="mod">
          <ac:chgData name="Santiago Matallana (MiddleEast)" userId="83699cee-f725-415f-817e-0d466a269b29" providerId="ADAL" clId="{E9193DBC-B25E-493C-96C8-9CBD69BA49B8}" dt="2026-05-22T06:28:54.294" v="2604"/>
          <ac:spMkLst>
            <pc:docMk/>
            <pc:sldMk cId="3656861375" sldId="314"/>
            <ac:spMk id="266" creationId="{D4213776-8DB0-C944-951D-BBCA678A92C7}"/>
          </ac:spMkLst>
        </pc:spChg>
        <pc:spChg chg="add mod">
          <ac:chgData name="Santiago Matallana (MiddleEast)" userId="83699cee-f725-415f-817e-0d466a269b29" providerId="ADAL" clId="{E9193DBC-B25E-493C-96C8-9CBD69BA49B8}" dt="2026-05-22T06:28:54.299" v="2605"/>
          <ac:spMkLst>
            <pc:docMk/>
            <pc:sldMk cId="3656861375" sldId="314"/>
            <ac:spMk id="267" creationId="{845CD717-56A8-F731-7A65-9CCE34BCECD9}"/>
          </ac:spMkLst>
        </pc:spChg>
        <pc:spChg chg="mod">
          <ac:chgData name="Santiago Matallana (MiddleEast)" userId="83699cee-f725-415f-817e-0d466a269b29" providerId="ADAL" clId="{E9193DBC-B25E-493C-96C8-9CBD69BA49B8}" dt="2026-05-22T06:28:54.299" v="2606"/>
          <ac:spMkLst>
            <pc:docMk/>
            <pc:sldMk cId="3656861375" sldId="314"/>
            <ac:spMk id="268" creationId="{8CE93F6F-17B9-267E-A781-2955D39A46ED}"/>
          </ac:spMkLst>
        </pc:spChg>
        <pc:spChg chg="mod">
          <ac:chgData name="Santiago Matallana (MiddleEast)" userId="83699cee-f725-415f-817e-0d466a269b29" providerId="ADAL" clId="{E9193DBC-B25E-493C-96C8-9CBD69BA49B8}" dt="2026-05-22T06:28:54.301" v="2607"/>
          <ac:spMkLst>
            <pc:docMk/>
            <pc:sldMk cId="3656861375" sldId="314"/>
            <ac:spMk id="269" creationId="{EF96EC8B-352E-E202-1A38-1891BB59F188}"/>
          </ac:spMkLst>
        </pc:spChg>
        <pc:spChg chg="mod">
          <ac:chgData name="Santiago Matallana (MiddleEast)" userId="83699cee-f725-415f-817e-0d466a269b29" providerId="ADAL" clId="{E9193DBC-B25E-493C-96C8-9CBD69BA49B8}" dt="2026-05-22T06:28:54.301" v="2608"/>
          <ac:spMkLst>
            <pc:docMk/>
            <pc:sldMk cId="3656861375" sldId="314"/>
            <ac:spMk id="270" creationId="{1BFA3A69-56EB-A6E4-6220-113A51355F9A}"/>
          </ac:spMkLst>
        </pc:spChg>
        <pc:spChg chg="mod">
          <ac:chgData name="Santiago Matallana (MiddleEast)" userId="83699cee-f725-415f-817e-0d466a269b29" providerId="ADAL" clId="{E9193DBC-B25E-493C-96C8-9CBD69BA49B8}" dt="2026-05-22T06:28:54.301" v="2609"/>
          <ac:spMkLst>
            <pc:docMk/>
            <pc:sldMk cId="3656861375" sldId="314"/>
            <ac:spMk id="271" creationId="{55B5DF34-79A9-4E31-C643-96488A94B290}"/>
          </ac:spMkLst>
        </pc:spChg>
        <pc:spChg chg="mod">
          <ac:chgData name="Santiago Matallana (MiddleEast)" userId="83699cee-f725-415f-817e-0d466a269b29" providerId="ADAL" clId="{E9193DBC-B25E-493C-96C8-9CBD69BA49B8}" dt="2026-05-22T06:28:54.303" v="2610"/>
          <ac:spMkLst>
            <pc:docMk/>
            <pc:sldMk cId="3656861375" sldId="314"/>
            <ac:spMk id="272" creationId="{C56E0FE5-4E0E-3346-2565-1D31F160344F}"/>
          </ac:spMkLst>
        </pc:spChg>
        <pc:spChg chg="mod">
          <ac:chgData name="Santiago Matallana (MiddleEast)" userId="83699cee-f725-415f-817e-0d466a269b29" providerId="ADAL" clId="{E9193DBC-B25E-493C-96C8-9CBD69BA49B8}" dt="2026-05-22T06:28:54.303" v="2611"/>
          <ac:spMkLst>
            <pc:docMk/>
            <pc:sldMk cId="3656861375" sldId="314"/>
            <ac:spMk id="273" creationId="{78279FF2-0B1E-9E48-39F2-CDA82E1E724D}"/>
          </ac:spMkLst>
        </pc:spChg>
        <pc:spChg chg="mod">
          <ac:chgData name="Santiago Matallana (MiddleEast)" userId="83699cee-f725-415f-817e-0d466a269b29" providerId="ADAL" clId="{E9193DBC-B25E-493C-96C8-9CBD69BA49B8}" dt="2026-05-22T06:28:54.305" v="2612"/>
          <ac:spMkLst>
            <pc:docMk/>
            <pc:sldMk cId="3656861375" sldId="314"/>
            <ac:spMk id="274" creationId="{D5D486E5-47AD-8261-EF86-006D4AAB65AD}"/>
          </ac:spMkLst>
        </pc:spChg>
        <pc:spChg chg="mod">
          <ac:chgData name="Santiago Matallana (MiddleEast)" userId="83699cee-f725-415f-817e-0d466a269b29" providerId="ADAL" clId="{E9193DBC-B25E-493C-96C8-9CBD69BA49B8}" dt="2026-05-22T06:28:54.305" v="2613"/>
          <ac:spMkLst>
            <pc:docMk/>
            <pc:sldMk cId="3656861375" sldId="314"/>
            <ac:spMk id="275" creationId="{C3175A2D-9659-352C-5821-6F15B1A40A77}"/>
          </ac:spMkLst>
        </pc:spChg>
        <pc:spChg chg="mod">
          <ac:chgData name="Santiago Matallana (MiddleEast)" userId="83699cee-f725-415f-817e-0d466a269b29" providerId="ADAL" clId="{E9193DBC-B25E-493C-96C8-9CBD69BA49B8}" dt="2026-05-22T06:28:54.305" v="2614"/>
          <ac:spMkLst>
            <pc:docMk/>
            <pc:sldMk cId="3656861375" sldId="314"/>
            <ac:spMk id="276" creationId="{A552080C-6E05-08DB-151C-3C07368F7666}"/>
          </ac:spMkLst>
        </pc:spChg>
        <pc:spChg chg="mod">
          <ac:chgData name="Santiago Matallana (MiddleEast)" userId="83699cee-f725-415f-817e-0d466a269b29" providerId="ADAL" clId="{E9193DBC-B25E-493C-96C8-9CBD69BA49B8}" dt="2026-05-22T06:28:54.307" v="2615"/>
          <ac:spMkLst>
            <pc:docMk/>
            <pc:sldMk cId="3656861375" sldId="314"/>
            <ac:spMk id="277" creationId="{734607BF-DD96-6E9B-130F-DD266F6AC40D}"/>
          </ac:spMkLst>
        </pc:spChg>
        <pc:spChg chg="mod ord">
          <ac:chgData name="Santiago Matallana (MiddleEast)" userId="83699cee-f725-415f-817e-0d466a269b29" providerId="ADAL" clId="{E9193DBC-B25E-493C-96C8-9CBD69BA49B8}" dt="2026-05-22T06:28:54.307" v="2617"/>
          <ac:spMkLst>
            <pc:docMk/>
            <pc:sldMk cId="3656861375" sldId="314"/>
            <ac:spMk id="278" creationId="{33685C8C-AE35-7321-3A18-1FD7E67213A8}"/>
          </ac:spMkLst>
        </pc:spChg>
        <pc:spChg chg="mod ord">
          <ac:chgData name="Santiago Matallana (MiddleEast)" userId="83699cee-f725-415f-817e-0d466a269b29" providerId="ADAL" clId="{E9193DBC-B25E-493C-96C8-9CBD69BA49B8}" dt="2026-05-22T06:28:54.320" v="2631"/>
          <ac:spMkLst>
            <pc:docMk/>
            <pc:sldMk cId="3656861375" sldId="314"/>
            <ac:spMk id="285" creationId="{D6ADC45A-863B-80E6-0A4C-FAC1FA7F91BC}"/>
          </ac:spMkLst>
        </pc:spChg>
        <pc:spChg chg="mod ord">
          <ac:chgData name="Santiago Matallana (MiddleEast)" userId="83699cee-f725-415f-817e-0d466a269b29" providerId="ADAL" clId="{E9193DBC-B25E-493C-96C8-9CBD69BA49B8}" dt="2026-05-22T06:28:54.320" v="2633"/>
          <ac:spMkLst>
            <pc:docMk/>
            <pc:sldMk cId="3656861375" sldId="314"/>
            <ac:spMk id="286" creationId="{1F6C64E6-6C27-0821-B125-9573FC924A89}"/>
          </ac:spMkLst>
        </pc:spChg>
        <pc:spChg chg="mod ord">
          <ac:chgData name="Santiago Matallana (MiddleEast)" userId="83699cee-f725-415f-817e-0d466a269b29" providerId="ADAL" clId="{E9193DBC-B25E-493C-96C8-9CBD69BA49B8}" dt="2026-05-22T06:28:54.322" v="2635"/>
          <ac:spMkLst>
            <pc:docMk/>
            <pc:sldMk cId="3656861375" sldId="314"/>
            <ac:spMk id="287" creationId="{A8383299-0D49-134A-0D6A-364962D7200B}"/>
          </ac:spMkLst>
        </pc:spChg>
        <pc:spChg chg="mod ord">
          <ac:chgData name="Santiago Matallana (MiddleEast)" userId="83699cee-f725-415f-817e-0d466a269b29" providerId="ADAL" clId="{E9193DBC-B25E-493C-96C8-9CBD69BA49B8}" dt="2026-05-22T06:28:54.325" v="2637"/>
          <ac:spMkLst>
            <pc:docMk/>
            <pc:sldMk cId="3656861375" sldId="314"/>
            <ac:spMk id="288" creationId="{F40A0A14-39AB-CCC7-3D20-089F6E441F9C}"/>
          </ac:spMkLst>
        </pc:spChg>
        <pc:spChg chg="mod ord">
          <ac:chgData name="Santiago Matallana (MiddleEast)" userId="83699cee-f725-415f-817e-0d466a269b29" providerId="ADAL" clId="{E9193DBC-B25E-493C-96C8-9CBD69BA49B8}" dt="2026-05-22T06:28:54.326" v="2639"/>
          <ac:spMkLst>
            <pc:docMk/>
            <pc:sldMk cId="3656861375" sldId="314"/>
            <ac:spMk id="289" creationId="{5ED376F0-C2C5-11C3-64C2-9D6C7FA430AA}"/>
          </ac:spMkLst>
        </pc:spChg>
        <pc:spChg chg="add mod ord">
          <ac:chgData name="Santiago Matallana (MiddleEast)" userId="83699cee-f725-415f-817e-0d466a269b29" providerId="ADAL" clId="{E9193DBC-B25E-493C-96C8-9CBD69BA49B8}" dt="2026-05-22T06:28:54.328" v="2641"/>
          <ac:spMkLst>
            <pc:docMk/>
            <pc:sldMk cId="3656861375" sldId="314"/>
            <ac:spMk id="290" creationId="{3C7539ED-22F9-4E91-4F18-D1BC0FF4D55B}"/>
          </ac:spMkLst>
        </pc:spChg>
        <pc:spChg chg="mod">
          <ac:chgData name="Santiago Matallana (MiddleEast)" userId="83699cee-f725-415f-817e-0d466a269b29" providerId="ADAL" clId="{E9193DBC-B25E-493C-96C8-9CBD69BA49B8}" dt="2026-05-22T06:28:54.330" v="2644"/>
          <ac:spMkLst>
            <pc:docMk/>
            <pc:sldMk cId="3656861375" sldId="314"/>
            <ac:spMk id="292" creationId="{2366428D-6103-BA4A-6B04-7F31E9617555}"/>
          </ac:spMkLst>
        </pc:spChg>
        <pc:spChg chg="mod">
          <ac:chgData name="Santiago Matallana (MiddleEast)" userId="83699cee-f725-415f-817e-0d466a269b29" providerId="ADAL" clId="{E9193DBC-B25E-493C-96C8-9CBD69BA49B8}" dt="2026-05-22T06:28:54.330" v="2645"/>
          <ac:spMkLst>
            <pc:docMk/>
            <pc:sldMk cId="3656861375" sldId="314"/>
            <ac:spMk id="293" creationId="{E218B2BA-DC9B-0FB0-0FFC-3E1AAF0CA9EB}"/>
          </ac:spMkLst>
        </pc:spChg>
        <pc:spChg chg="mod ord">
          <ac:chgData name="Santiago Matallana (MiddleEast)" userId="83699cee-f725-415f-817e-0d466a269b29" providerId="ADAL" clId="{E9193DBC-B25E-493C-96C8-9CBD69BA49B8}" dt="2026-05-22T06:28:54.332" v="2647"/>
          <ac:spMkLst>
            <pc:docMk/>
            <pc:sldMk cId="3656861375" sldId="314"/>
            <ac:spMk id="294" creationId="{766ABD8D-85F3-134A-CE87-75061E5A7832}"/>
          </ac:spMkLst>
        </pc:spChg>
        <pc:spChg chg="mod ord">
          <ac:chgData name="Santiago Matallana (MiddleEast)" userId="83699cee-f725-415f-817e-0d466a269b29" providerId="ADAL" clId="{E9193DBC-B25E-493C-96C8-9CBD69BA49B8}" dt="2026-05-22T06:28:54.333" v="2649"/>
          <ac:spMkLst>
            <pc:docMk/>
            <pc:sldMk cId="3656861375" sldId="314"/>
            <ac:spMk id="295" creationId="{B0D2F2F8-FAEF-C99F-437A-57A7ACFB2A35}"/>
          </ac:spMkLst>
        </pc:spChg>
        <pc:spChg chg="mod ord">
          <ac:chgData name="Santiago Matallana (MiddleEast)" userId="83699cee-f725-415f-817e-0d466a269b29" providerId="ADAL" clId="{E9193DBC-B25E-493C-96C8-9CBD69BA49B8}" dt="2026-05-22T06:28:54.335" v="2651"/>
          <ac:spMkLst>
            <pc:docMk/>
            <pc:sldMk cId="3656861375" sldId="314"/>
            <ac:spMk id="296" creationId="{32C9C00C-52E9-6D22-93D8-1FC90BD723C8}"/>
          </ac:spMkLst>
        </pc:spChg>
        <pc:spChg chg="add mod ord">
          <ac:chgData name="Santiago Matallana (MiddleEast)" userId="83699cee-f725-415f-817e-0d466a269b29" providerId="ADAL" clId="{E9193DBC-B25E-493C-96C8-9CBD69BA49B8}" dt="2026-05-22T06:28:54.335" v="2653"/>
          <ac:spMkLst>
            <pc:docMk/>
            <pc:sldMk cId="3656861375" sldId="314"/>
            <ac:spMk id="297" creationId="{0EF53348-ECF6-FCC0-20A7-317AA5DBD1D5}"/>
          </ac:spMkLst>
        </pc:spChg>
        <pc:spChg chg="mod">
          <ac:chgData name="Santiago Matallana (MiddleEast)" userId="83699cee-f725-415f-817e-0d466a269b29" providerId="ADAL" clId="{E9193DBC-B25E-493C-96C8-9CBD69BA49B8}" dt="2026-05-22T06:28:54.337" v="2654"/>
          <ac:spMkLst>
            <pc:docMk/>
            <pc:sldMk cId="3656861375" sldId="314"/>
            <ac:spMk id="298" creationId="{9175136C-06AB-CDB1-7DC3-0B5294537769}"/>
          </ac:spMkLst>
        </pc:spChg>
        <pc:spChg chg="mod">
          <ac:chgData name="Santiago Matallana (MiddleEast)" userId="83699cee-f725-415f-817e-0d466a269b29" providerId="ADAL" clId="{E9193DBC-B25E-493C-96C8-9CBD69BA49B8}" dt="2026-05-22T06:28:54.337" v="2655"/>
          <ac:spMkLst>
            <pc:docMk/>
            <pc:sldMk cId="3656861375" sldId="314"/>
            <ac:spMk id="299" creationId="{EBBBAA02-4C62-0786-3F45-53CF96603271}"/>
          </ac:spMkLst>
        </pc:spChg>
        <pc:spChg chg="mod">
          <ac:chgData name="Santiago Matallana (MiddleEast)" userId="83699cee-f725-415f-817e-0d466a269b29" providerId="ADAL" clId="{E9193DBC-B25E-493C-96C8-9CBD69BA49B8}" dt="2026-05-22T06:28:54.338" v="2656"/>
          <ac:spMkLst>
            <pc:docMk/>
            <pc:sldMk cId="3656861375" sldId="314"/>
            <ac:spMk id="300" creationId="{7242ED1C-EDE8-1DE3-1A8B-4F19FE8F5904}"/>
          </ac:spMkLst>
        </pc:spChg>
        <pc:spChg chg="add mod">
          <ac:chgData name="Santiago Matallana (MiddleEast)" userId="83699cee-f725-415f-817e-0d466a269b29" providerId="ADAL" clId="{E9193DBC-B25E-493C-96C8-9CBD69BA49B8}" dt="2026-05-22T06:28:54.338" v="2657"/>
          <ac:spMkLst>
            <pc:docMk/>
            <pc:sldMk cId="3656861375" sldId="314"/>
            <ac:spMk id="301" creationId="{276B7E2E-CA8A-A13B-1BF0-14210CEA2F96}"/>
          </ac:spMkLst>
        </pc:spChg>
        <pc:spChg chg="mod">
          <ac:chgData name="Santiago Matallana (MiddleEast)" userId="83699cee-f725-415f-817e-0d466a269b29" providerId="ADAL" clId="{E9193DBC-B25E-493C-96C8-9CBD69BA49B8}" dt="2026-05-22T06:28:54.338" v="2658"/>
          <ac:spMkLst>
            <pc:docMk/>
            <pc:sldMk cId="3656861375" sldId="314"/>
            <ac:spMk id="302" creationId="{532E8F2A-D4B8-1853-A4E8-80614C940C72}"/>
          </ac:spMkLst>
        </pc:spChg>
        <pc:spChg chg="mod">
          <ac:chgData name="Santiago Matallana (MiddleEast)" userId="83699cee-f725-415f-817e-0d466a269b29" providerId="ADAL" clId="{E9193DBC-B25E-493C-96C8-9CBD69BA49B8}" dt="2026-05-22T06:28:54.338" v="2659"/>
          <ac:spMkLst>
            <pc:docMk/>
            <pc:sldMk cId="3656861375" sldId="314"/>
            <ac:spMk id="303" creationId="{C16ECA8D-D11F-566E-B428-9CBE7C4B78F2}"/>
          </ac:spMkLst>
        </pc:spChg>
        <pc:spChg chg="mod">
          <ac:chgData name="Santiago Matallana (MiddleEast)" userId="83699cee-f725-415f-817e-0d466a269b29" providerId="ADAL" clId="{E9193DBC-B25E-493C-96C8-9CBD69BA49B8}" dt="2026-05-22T06:28:54.338" v="2660"/>
          <ac:spMkLst>
            <pc:docMk/>
            <pc:sldMk cId="3656861375" sldId="314"/>
            <ac:spMk id="304" creationId="{CF9355F1-FD57-F955-2878-9DBC56EF73FA}"/>
          </ac:spMkLst>
        </pc:spChg>
        <pc:spChg chg="mod">
          <ac:chgData name="Santiago Matallana (MiddleEast)" userId="83699cee-f725-415f-817e-0d466a269b29" providerId="ADAL" clId="{E9193DBC-B25E-493C-96C8-9CBD69BA49B8}" dt="2026-05-22T06:28:54.343" v="2661"/>
          <ac:spMkLst>
            <pc:docMk/>
            <pc:sldMk cId="3656861375" sldId="314"/>
            <ac:spMk id="305" creationId="{156695AC-7150-C305-34D0-7F1608F0C2ED}"/>
          </ac:spMkLst>
        </pc:spChg>
        <pc:spChg chg="mod">
          <ac:chgData name="Santiago Matallana (MiddleEast)" userId="83699cee-f725-415f-817e-0d466a269b29" providerId="ADAL" clId="{E9193DBC-B25E-493C-96C8-9CBD69BA49B8}" dt="2026-05-22T06:28:54.343" v="2662"/>
          <ac:spMkLst>
            <pc:docMk/>
            <pc:sldMk cId="3656861375" sldId="314"/>
            <ac:spMk id="306" creationId="{37BDE166-58AF-F3A1-D7B9-C1A27CBD2789}"/>
          </ac:spMkLst>
        </pc:spChg>
        <pc:spChg chg="mod">
          <ac:chgData name="Santiago Matallana (MiddleEast)" userId="83699cee-f725-415f-817e-0d466a269b29" providerId="ADAL" clId="{E9193DBC-B25E-493C-96C8-9CBD69BA49B8}" dt="2026-05-22T06:28:54.343" v="2663"/>
          <ac:spMkLst>
            <pc:docMk/>
            <pc:sldMk cId="3656861375" sldId="314"/>
            <ac:spMk id="307" creationId="{5A2929DE-623B-352E-C30B-70B474903FFF}"/>
          </ac:spMkLst>
        </pc:spChg>
        <pc:spChg chg="mod">
          <ac:chgData name="Santiago Matallana (MiddleEast)" userId="83699cee-f725-415f-817e-0d466a269b29" providerId="ADAL" clId="{E9193DBC-B25E-493C-96C8-9CBD69BA49B8}" dt="2026-05-22T06:28:54.345" v="2664"/>
          <ac:spMkLst>
            <pc:docMk/>
            <pc:sldMk cId="3656861375" sldId="314"/>
            <ac:spMk id="308" creationId="{0EC923E8-ABC0-DF99-12B8-66D4F5E71254}"/>
          </ac:spMkLst>
        </pc:spChg>
        <pc:spChg chg="mod">
          <ac:chgData name="Santiago Matallana (MiddleEast)" userId="83699cee-f725-415f-817e-0d466a269b29" providerId="ADAL" clId="{E9193DBC-B25E-493C-96C8-9CBD69BA49B8}" dt="2026-05-22T06:28:54.345" v="2665"/>
          <ac:spMkLst>
            <pc:docMk/>
            <pc:sldMk cId="3656861375" sldId="314"/>
            <ac:spMk id="309" creationId="{D7664CEE-801C-1FD1-F271-DE719748A537}"/>
          </ac:spMkLst>
        </pc:spChg>
        <pc:spChg chg="mod">
          <ac:chgData name="Santiago Matallana (MiddleEast)" userId="83699cee-f725-415f-817e-0d466a269b29" providerId="ADAL" clId="{E9193DBC-B25E-493C-96C8-9CBD69BA49B8}" dt="2026-05-22T06:28:53.937" v="2252"/>
          <ac:spMkLst>
            <pc:docMk/>
            <pc:sldMk cId="3656861375" sldId="314"/>
            <ac:spMk id="311" creationId="{33B881D1-9AD6-5B98-797A-7E3B7D273087}"/>
          </ac:spMkLst>
        </pc:spChg>
        <pc:spChg chg="mod">
          <ac:chgData name="Santiago Matallana (MiddleEast)" userId="83699cee-f725-415f-817e-0d466a269b29" providerId="ADAL" clId="{E9193DBC-B25E-493C-96C8-9CBD69BA49B8}" dt="2026-05-22T06:28:53.937" v="2252"/>
          <ac:spMkLst>
            <pc:docMk/>
            <pc:sldMk cId="3656861375" sldId="314"/>
            <ac:spMk id="312" creationId="{084F87B8-32BE-F4CF-388B-FF42FABC4228}"/>
          </ac:spMkLst>
        </pc:spChg>
        <pc:spChg chg="mod">
          <ac:chgData name="Santiago Matallana (MiddleEast)" userId="83699cee-f725-415f-817e-0d466a269b29" providerId="ADAL" clId="{E9193DBC-B25E-493C-96C8-9CBD69BA49B8}" dt="2026-05-22T06:28:53.937" v="2252"/>
          <ac:spMkLst>
            <pc:docMk/>
            <pc:sldMk cId="3656861375" sldId="314"/>
            <ac:spMk id="313" creationId="{585A5204-E459-9A3D-0894-26D41D8EF58B}"/>
          </ac:spMkLst>
        </pc:spChg>
        <pc:spChg chg="mod">
          <ac:chgData name="Santiago Matallana (MiddleEast)" userId="83699cee-f725-415f-817e-0d466a269b29" providerId="ADAL" clId="{E9193DBC-B25E-493C-96C8-9CBD69BA49B8}" dt="2026-05-22T06:28:53.937" v="2252"/>
          <ac:spMkLst>
            <pc:docMk/>
            <pc:sldMk cId="3656861375" sldId="314"/>
            <ac:spMk id="314" creationId="{B394CA19-6815-A94B-8A97-2050FFED376E}"/>
          </ac:spMkLst>
        </pc:spChg>
        <pc:spChg chg="mod ord">
          <ac:chgData name="Santiago Matallana (MiddleEast)" userId="83699cee-f725-415f-817e-0d466a269b29" providerId="ADAL" clId="{E9193DBC-B25E-493C-96C8-9CBD69BA49B8}" dt="2026-05-22T06:28:54.349" v="2669"/>
          <ac:spMkLst>
            <pc:docMk/>
            <pc:sldMk cId="3656861375" sldId="314"/>
            <ac:spMk id="315" creationId="{A303DC1B-68DD-B485-9CB7-5B5036D06412}"/>
          </ac:spMkLst>
        </pc:spChg>
        <pc:spChg chg="mod ord">
          <ac:chgData name="Santiago Matallana (MiddleEast)" userId="83699cee-f725-415f-817e-0d466a269b29" providerId="ADAL" clId="{E9193DBC-B25E-493C-96C8-9CBD69BA49B8}" dt="2026-05-22T06:28:54.351" v="2671"/>
          <ac:spMkLst>
            <pc:docMk/>
            <pc:sldMk cId="3656861375" sldId="314"/>
            <ac:spMk id="316" creationId="{0ECB73DF-630C-B188-655C-D2CDBEDC0F53}"/>
          </ac:spMkLst>
        </pc:spChg>
        <pc:spChg chg="add mod ord">
          <ac:chgData name="Santiago Matallana (MiddleEast)" userId="83699cee-f725-415f-817e-0d466a269b29" providerId="ADAL" clId="{E9193DBC-B25E-493C-96C8-9CBD69BA49B8}" dt="2026-05-22T06:28:54.351" v="2673"/>
          <ac:spMkLst>
            <pc:docMk/>
            <pc:sldMk cId="3656861375" sldId="314"/>
            <ac:spMk id="317" creationId="{22508880-6EF6-3DB5-5EC2-F11B70E17CCE}"/>
          </ac:spMkLst>
        </pc:spChg>
        <pc:spChg chg="mod">
          <ac:chgData name="Santiago Matallana (MiddleEast)" userId="83699cee-f725-415f-817e-0d466a269b29" providerId="ADAL" clId="{E9193DBC-B25E-493C-96C8-9CBD69BA49B8}" dt="2026-05-22T06:28:54.353" v="2674"/>
          <ac:spMkLst>
            <pc:docMk/>
            <pc:sldMk cId="3656861375" sldId="314"/>
            <ac:spMk id="318" creationId="{EC0DDC27-70B3-A66C-165F-AC21CDF5BE72}"/>
          </ac:spMkLst>
        </pc:spChg>
        <pc:spChg chg="mod">
          <ac:chgData name="Santiago Matallana (MiddleEast)" userId="83699cee-f725-415f-817e-0d466a269b29" providerId="ADAL" clId="{E9193DBC-B25E-493C-96C8-9CBD69BA49B8}" dt="2026-05-22T06:28:54.355" v="2677"/>
          <ac:spMkLst>
            <pc:docMk/>
            <pc:sldMk cId="3656861375" sldId="314"/>
            <ac:spMk id="320" creationId="{FA8DD34E-3DD1-67D1-BE15-719F260D79BC}"/>
          </ac:spMkLst>
        </pc:spChg>
        <pc:spChg chg="mod">
          <ac:chgData name="Santiago Matallana (MiddleEast)" userId="83699cee-f725-415f-817e-0d466a269b29" providerId="ADAL" clId="{E9193DBC-B25E-493C-96C8-9CBD69BA49B8}" dt="2026-05-22T06:28:54.359" v="2680"/>
          <ac:spMkLst>
            <pc:docMk/>
            <pc:sldMk cId="3656861375" sldId="314"/>
            <ac:spMk id="322" creationId="{B0FD2F11-F4FA-B744-7CC3-E5EE29CFAB43}"/>
          </ac:spMkLst>
        </pc:spChg>
        <pc:grpChg chg="mod ord">
          <ac:chgData name="Santiago Matallana (MiddleEast)" userId="83699cee-f725-415f-817e-0d466a269b29" providerId="ADAL" clId="{E9193DBC-B25E-493C-96C8-9CBD69BA49B8}" dt="2026-05-22T06:28:54.077" v="2371"/>
          <ac:grpSpMkLst>
            <pc:docMk/>
            <pc:sldMk cId="3656861375" sldId="314"/>
            <ac:grpSpMk id="116" creationId="{96052424-045A-36C5-17B8-6BCC34C05BC4}"/>
          </ac:grpSpMkLst>
        </pc:grpChg>
        <pc:grpChg chg="mod ord">
          <ac:chgData name="Santiago Matallana (MiddleEast)" userId="83699cee-f725-415f-817e-0d466a269b29" providerId="ADAL" clId="{E9193DBC-B25E-493C-96C8-9CBD69BA49B8}" dt="2026-05-22T06:28:54.190" v="2487"/>
          <ac:grpSpMkLst>
            <pc:docMk/>
            <pc:sldMk cId="3656861375" sldId="314"/>
            <ac:grpSpMk id="189" creationId="{97F36494-290E-538D-73E8-9DF4FEBBF22A}"/>
          </ac:grpSpMkLst>
        </pc:grpChg>
        <pc:grpChg chg="mod ord">
          <ac:chgData name="Santiago Matallana (MiddleEast)" userId="83699cee-f725-415f-817e-0d466a269b29" providerId="ADAL" clId="{E9193DBC-B25E-493C-96C8-9CBD69BA49B8}" dt="2026-05-22T06:28:54.250" v="2551"/>
          <ac:grpSpMkLst>
            <pc:docMk/>
            <pc:sldMk cId="3656861375" sldId="314"/>
            <ac:grpSpMk id="237" creationId="{EF66E0E3-7BD4-2B67-904A-46CD52071238}"/>
          </ac:grpSpMkLst>
        </pc:grpChg>
        <pc:grpChg chg="mod ord">
          <ac:chgData name="Santiago Matallana (MiddleEast)" userId="83699cee-f725-415f-817e-0d466a269b29" providerId="ADAL" clId="{E9193DBC-B25E-493C-96C8-9CBD69BA49B8}" dt="2026-05-22T06:28:54.345" v="2667"/>
          <ac:grpSpMkLst>
            <pc:docMk/>
            <pc:sldMk cId="3656861375" sldId="314"/>
            <ac:grpSpMk id="310" creationId="{D061A71F-14E3-63BA-83B1-0D56EFE3918C}"/>
          </ac:grpSpMkLst>
        </pc:grpChg>
        <pc:graphicFrameChg chg="add mod ord modVis">
          <ac:chgData name="Santiago Matallana (MiddleEast)" userId="83699cee-f725-415f-817e-0d466a269b29" providerId="ADAL" clId="{E9193DBC-B25E-493C-96C8-9CBD69BA49B8}" dt="2026-05-22T06:28:54.365" v="2686"/>
          <ac:graphicFrameMkLst>
            <pc:docMk/>
            <pc:sldMk cId="3656861375" sldId="314"/>
            <ac:graphicFrameMk id="8" creationId="{D4A73197-D687-D660-0E81-F56B84D48A05}"/>
          </ac:graphicFrameMkLst>
        </pc:graphicFrameChg>
        <pc:graphicFrameChg chg="add mod ord">
          <ac:chgData name="Santiago Matallana (MiddleEast)" userId="83699cee-f725-415f-817e-0d466a269b29" providerId="ADAL" clId="{E9193DBC-B25E-493C-96C8-9CBD69BA49B8}" dt="2026-05-22T06:28:54.061" v="2352"/>
          <ac:graphicFrameMkLst>
            <pc:docMk/>
            <pc:sldMk cId="3656861375" sldId="314"/>
            <ac:graphicFrameMk id="204" creationId="{2A18257E-299C-2316-1E5F-DBB059549826}"/>
          </ac:graphicFrameMkLst>
        </pc:graphicFrameChg>
        <pc:graphicFrameChg chg="add mod ord">
          <ac:chgData name="Santiago Matallana (MiddleEast)" userId="83699cee-f725-415f-817e-0d466a269b29" providerId="ADAL" clId="{E9193DBC-B25E-493C-96C8-9CBD69BA49B8}" dt="2026-05-22T06:28:54.125" v="2423"/>
          <ac:graphicFrameMkLst>
            <pc:docMk/>
            <pc:sldMk cId="3656861375" sldId="314"/>
            <ac:graphicFrameMk id="205" creationId="{4B5F9D21-B05A-FB02-E738-2C5A5A08B710}"/>
          </ac:graphicFrameMkLst>
        </pc:graphicFrameChg>
        <pc:graphicFrameChg chg="add mod ord">
          <ac:chgData name="Santiago Matallana (MiddleEast)" userId="83699cee-f725-415f-817e-0d466a269b29" providerId="ADAL" clId="{E9193DBC-B25E-493C-96C8-9CBD69BA49B8}" dt="2026-05-22T06:28:54.164" v="2463"/>
          <ac:graphicFrameMkLst>
            <pc:docMk/>
            <pc:sldMk cId="3656861375" sldId="314"/>
            <ac:graphicFrameMk id="206" creationId="{8EB818B1-7CB8-C822-DE10-FAB2DD95BC00}"/>
          </ac:graphicFrameMkLst>
        </pc:graphicFrameChg>
        <pc:graphicFrameChg chg="add mod ord">
          <ac:chgData name="Santiago Matallana (MiddleEast)" userId="83699cee-f725-415f-817e-0d466a269b29" providerId="ADAL" clId="{E9193DBC-B25E-493C-96C8-9CBD69BA49B8}" dt="2026-05-22T06:28:54.232" v="2532"/>
          <ac:graphicFrameMkLst>
            <pc:docMk/>
            <pc:sldMk cId="3656861375" sldId="314"/>
            <ac:graphicFrameMk id="325" creationId="{4757743D-0173-AF23-28D2-99682E461962}"/>
          </ac:graphicFrameMkLst>
        </pc:graphicFrameChg>
        <pc:graphicFrameChg chg="add mod ord">
          <ac:chgData name="Santiago Matallana (MiddleEast)" userId="83699cee-f725-415f-817e-0d466a269b29" providerId="ADAL" clId="{E9193DBC-B25E-493C-96C8-9CBD69BA49B8}" dt="2026-05-22T06:28:54.294" v="2603"/>
          <ac:graphicFrameMkLst>
            <pc:docMk/>
            <pc:sldMk cId="3656861375" sldId="314"/>
            <ac:graphicFrameMk id="326" creationId="{E3CC19FA-C1B4-BADC-DB27-6D5F7A6908D7}"/>
          </ac:graphicFrameMkLst>
        </pc:graphicFrameChg>
        <pc:graphicFrameChg chg="add mod ord">
          <ac:chgData name="Santiago Matallana (MiddleEast)" userId="83699cee-f725-415f-817e-0d466a269b29" providerId="ADAL" clId="{E9193DBC-B25E-493C-96C8-9CBD69BA49B8}" dt="2026-05-22T06:28:54.328" v="2643"/>
          <ac:graphicFrameMkLst>
            <pc:docMk/>
            <pc:sldMk cId="3656861375" sldId="314"/>
            <ac:graphicFrameMk id="327" creationId="{4622363F-9CD0-B9DF-D99F-C44C332C6CFF}"/>
          </ac:graphicFrameMkLst>
        </pc:graphicFrameChg>
        <pc:picChg chg="mod ord">
          <ac:chgData name="Santiago Matallana (MiddleEast)" userId="83699cee-f725-415f-817e-0d466a269b29" providerId="ADAL" clId="{E9193DBC-B25E-493C-96C8-9CBD69BA49B8}" dt="2026-05-22T06:28:54.037" v="2326"/>
          <ac:picMkLst>
            <pc:docMk/>
            <pc:sldMk cId="3656861375" sldId="314"/>
            <ac:picMk id="87" creationId="{66EED865-DDBA-713C-61C7-F3FC1B3538C8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038" v="2328"/>
          <ac:picMkLst>
            <pc:docMk/>
            <pc:sldMk cId="3656861375" sldId="314"/>
            <ac:picMk id="88" creationId="{1810A97A-D6C5-83DC-5F74-AC837B2B6E25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041" v="2330"/>
          <ac:picMkLst>
            <pc:docMk/>
            <pc:sldMk cId="3656861375" sldId="314"/>
            <ac:picMk id="89" creationId="{123C4411-F462-B49B-3113-1669F5ECE009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043" v="2332"/>
          <ac:picMkLst>
            <pc:docMk/>
            <pc:sldMk cId="3656861375" sldId="314"/>
            <ac:picMk id="90" creationId="{96C7BAB8-041A-9163-5ACA-5AF148717314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046" v="2334"/>
          <ac:picMkLst>
            <pc:docMk/>
            <pc:sldMk cId="3656861375" sldId="314"/>
            <ac:picMk id="91" creationId="{5CCCE6DE-0E58-00EC-4826-19817D006484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049" v="2336"/>
          <ac:picMkLst>
            <pc:docMk/>
            <pc:sldMk cId="3656861375" sldId="314"/>
            <ac:picMk id="92" creationId="{B73AFBEF-7B0D-33E4-3D97-01BD6054A362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082" v="2373"/>
          <ac:picMkLst>
            <pc:docMk/>
            <pc:sldMk cId="3656861375" sldId="314"/>
            <ac:picMk id="119" creationId="{F78E3390-329F-CA6B-B773-E5663F267196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083" v="2375"/>
          <ac:picMkLst>
            <pc:docMk/>
            <pc:sldMk cId="3656861375" sldId="314"/>
            <ac:picMk id="120" creationId="{7036D325-230B-0173-5199-53E2B873DCF3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085" v="2377"/>
          <ac:picMkLst>
            <pc:docMk/>
            <pc:sldMk cId="3656861375" sldId="314"/>
            <ac:picMk id="121" creationId="{FC917915-DAF9-7A4C-2492-A68058D90CA0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087" v="2379"/>
          <ac:picMkLst>
            <pc:docMk/>
            <pc:sldMk cId="3656861375" sldId="314"/>
            <ac:picMk id="122" creationId="{FF6EDD2C-6CC2-4650-BB0E-8016F6E12FCD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090" v="2381"/>
          <ac:picMkLst>
            <pc:docMk/>
            <pc:sldMk cId="3656861375" sldId="314"/>
            <ac:picMk id="123" creationId="{1BB09664-FE76-03A2-8C22-1BA126E198F3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092" v="2383"/>
          <ac:picMkLst>
            <pc:docMk/>
            <pc:sldMk cId="3656861375" sldId="314"/>
            <ac:picMk id="124" creationId="{5E3CF5DD-2C00-0E71-E2FB-E84F5CC53DA9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094" v="2385"/>
          <ac:picMkLst>
            <pc:docMk/>
            <pc:sldMk cId="3656861375" sldId="314"/>
            <ac:picMk id="125" creationId="{DD528F35-2360-3EFC-E592-4A94885BBBCB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096" v="2387"/>
          <ac:picMkLst>
            <pc:docMk/>
            <pc:sldMk cId="3656861375" sldId="314"/>
            <ac:picMk id="126" creationId="{2093D89A-717D-B844-4B18-7D41C390D272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098" v="2389"/>
          <ac:picMkLst>
            <pc:docMk/>
            <pc:sldMk cId="3656861375" sldId="314"/>
            <ac:picMk id="127" creationId="{D880DAA5-5939-88CD-49D8-687E8B03B9E0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100" v="2391"/>
          <ac:picMkLst>
            <pc:docMk/>
            <pc:sldMk cId="3656861375" sldId="314"/>
            <ac:picMk id="128" creationId="{724050C6-1436-B536-E5E1-A88D9B84BA51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101" v="2393"/>
          <ac:picMkLst>
            <pc:docMk/>
            <pc:sldMk cId="3656861375" sldId="314"/>
            <ac:picMk id="129" creationId="{C29BDF94-DC6D-E26A-DD55-B96586894F53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104" v="2395"/>
          <ac:picMkLst>
            <pc:docMk/>
            <pc:sldMk cId="3656861375" sldId="314"/>
            <ac:picMk id="130" creationId="{694F81BE-634F-6C3F-2CA2-EE6081D320C0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107" v="2399"/>
          <ac:picMkLst>
            <pc:docMk/>
            <pc:sldMk cId="3656861375" sldId="314"/>
            <ac:picMk id="132" creationId="{8C68307B-7412-954B-94C5-3037EEB8E58E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107" v="2401"/>
          <ac:picMkLst>
            <pc:docMk/>
            <pc:sldMk cId="3656861375" sldId="314"/>
            <ac:picMk id="133" creationId="{73D7B7BB-35A0-66B0-2D0E-D27B2F4D58E0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109" v="2403"/>
          <ac:picMkLst>
            <pc:docMk/>
            <pc:sldMk cId="3656861375" sldId="314"/>
            <ac:picMk id="134" creationId="{60D2ADD2-C565-9D55-F7C8-839D9B7015EA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111" v="2405"/>
          <ac:picMkLst>
            <pc:docMk/>
            <pc:sldMk cId="3656861375" sldId="314"/>
            <ac:picMk id="135" creationId="{E2F24B2D-BF1D-0A9E-DE56-465CC0091EAD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111" v="2407"/>
          <ac:picMkLst>
            <pc:docMk/>
            <pc:sldMk cId="3656861375" sldId="314"/>
            <ac:picMk id="136" creationId="{94FE8C4A-10D2-2854-606F-F69ADD1AFB00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113" v="2409"/>
          <ac:picMkLst>
            <pc:docMk/>
            <pc:sldMk cId="3656861375" sldId="314"/>
            <ac:picMk id="137" creationId="{49245DF2-A533-6D34-29DD-741BF299F886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143" v="2439"/>
          <ac:picMkLst>
            <pc:docMk/>
            <pc:sldMk cId="3656861375" sldId="314"/>
            <ac:picMk id="158" creationId="{A094A488-2B95-3BBB-06C3-49FFFDAE6406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145" v="2441"/>
          <ac:picMkLst>
            <pc:docMk/>
            <pc:sldMk cId="3656861375" sldId="314"/>
            <ac:picMk id="159" creationId="{FAE47C3F-19C3-9674-79F0-C5C3171ABA58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147" v="2443"/>
          <ac:picMkLst>
            <pc:docMk/>
            <pc:sldMk cId="3656861375" sldId="314"/>
            <ac:picMk id="160" creationId="{DE388969-87DD-C5F2-F4F1-C9202F1AE434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148" v="2445"/>
          <ac:picMkLst>
            <pc:docMk/>
            <pc:sldMk cId="3656861375" sldId="314"/>
            <ac:picMk id="161" creationId="{EEA671F2-033D-27C2-A602-8C2DA84055F7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150" v="2447"/>
          <ac:picMkLst>
            <pc:docMk/>
            <pc:sldMk cId="3656861375" sldId="314"/>
            <ac:picMk id="162" creationId="{169176E2-12EE-44C9-CE93-02C9F47253BB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152" v="2449"/>
          <ac:picMkLst>
            <pc:docMk/>
            <pc:sldMk cId="3656861375" sldId="314"/>
            <ac:picMk id="163" creationId="{6F0C44A1-2FF3-0139-E1CC-629B3E89DCEE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06" v="2506"/>
          <ac:picMkLst>
            <pc:docMk/>
            <pc:sldMk cId="3656861375" sldId="314"/>
            <ac:picMk id="208" creationId="{4AA8C13B-FC2B-9B8C-A713-B8DE13A3506F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09" v="2508"/>
          <ac:picMkLst>
            <pc:docMk/>
            <pc:sldMk cId="3656861375" sldId="314"/>
            <ac:picMk id="209" creationId="{5E66D27C-9065-A67D-0BE5-6C5CFC90DB8F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10" v="2510"/>
          <ac:picMkLst>
            <pc:docMk/>
            <pc:sldMk cId="3656861375" sldId="314"/>
            <ac:picMk id="210" creationId="{26E5F85B-58B2-2ACD-28F5-C64B5FEB3187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12" v="2512"/>
          <ac:picMkLst>
            <pc:docMk/>
            <pc:sldMk cId="3656861375" sldId="314"/>
            <ac:picMk id="211" creationId="{ED96EEEF-E94A-5771-E3AD-1D4730BA6285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14" v="2514"/>
          <ac:picMkLst>
            <pc:docMk/>
            <pc:sldMk cId="3656861375" sldId="314"/>
            <ac:picMk id="212" creationId="{A5238AD9-1563-B684-AEA6-4D1B09A02186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17" v="2516"/>
          <ac:picMkLst>
            <pc:docMk/>
            <pc:sldMk cId="3656861375" sldId="314"/>
            <ac:picMk id="213" creationId="{C35079E5-AA50-281A-2F9D-805F38059461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50" v="2553"/>
          <ac:picMkLst>
            <pc:docMk/>
            <pc:sldMk cId="3656861375" sldId="314"/>
            <ac:picMk id="240" creationId="{BA57D8AD-ACDC-AE58-D27A-2A860F6B6630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50" v="2555"/>
          <ac:picMkLst>
            <pc:docMk/>
            <pc:sldMk cId="3656861375" sldId="314"/>
            <ac:picMk id="241" creationId="{7784CFBB-6A5D-5A39-C30E-54CC8F0299D5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53" v="2557"/>
          <ac:picMkLst>
            <pc:docMk/>
            <pc:sldMk cId="3656861375" sldId="314"/>
            <ac:picMk id="242" creationId="{594268A6-FCA1-779D-C833-E28057C2AF3E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55" v="2559"/>
          <ac:picMkLst>
            <pc:docMk/>
            <pc:sldMk cId="3656861375" sldId="314"/>
            <ac:picMk id="243" creationId="{E040D69A-77AF-ADC5-60EF-476AB4039CF5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57" v="2561"/>
          <ac:picMkLst>
            <pc:docMk/>
            <pc:sldMk cId="3656861375" sldId="314"/>
            <ac:picMk id="244" creationId="{A4456EA1-EE8C-AE0D-ECB9-087F0FEE63BF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59" v="2563"/>
          <ac:picMkLst>
            <pc:docMk/>
            <pc:sldMk cId="3656861375" sldId="314"/>
            <ac:picMk id="245" creationId="{75BE99C7-E905-4C83-ECE5-C3336546CE91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61" v="2565"/>
          <ac:picMkLst>
            <pc:docMk/>
            <pc:sldMk cId="3656861375" sldId="314"/>
            <ac:picMk id="246" creationId="{EA3AFA7C-2005-1EE7-6FBE-EB9B9974263E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63" v="2567"/>
          <ac:picMkLst>
            <pc:docMk/>
            <pc:sldMk cId="3656861375" sldId="314"/>
            <ac:picMk id="247" creationId="{81540E0A-A994-AB09-A53A-3EB62ADD7E94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66" v="2569"/>
          <ac:picMkLst>
            <pc:docMk/>
            <pc:sldMk cId="3656861375" sldId="314"/>
            <ac:picMk id="248" creationId="{5E4F4A6F-9CCA-7AF0-CADB-FB42A1617F38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68" v="2571"/>
          <ac:picMkLst>
            <pc:docMk/>
            <pc:sldMk cId="3656861375" sldId="314"/>
            <ac:picMk id="249" creationId="{8B661A86-07C0-E80F-1002-2C15F951F793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70" v="2573"/>
          <ac:picMkLst>
            <pc:docMk/>
            <pc:sldMk cId="3656861375" sldId="314"/>
            <ac:picMk id="250" creationId="{23BD196F-3763-4390-E4DC-2C994F67B164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70" v="2575"/>
          <ac:picMkLst>
            <pc:docMk/>
            <pc:sldMk cId="3656861375" sldId="314"/>
            <ac:picMk id="251" creationId="{FC2221ED-7282-B129-AB56-F145E2918B7F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73" v="2579"/>
          <ac:picMkLst>
            <pc:docMk/>
            <pc:sldMk cId="3656861375" sldId="314"/>
            <ac:picMk id="253" creationId="{EA7FA590-CE1F-FBC0-270B-5D13D099FA06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75" v="2581"/>
          <ac:picMkLst>
            <pc:docMk/>
            <pc:sldMk cId="3656861375" sldId="314"/>
            <ac:picMk id="254" creationId="{9963409D-B6CF-9F86-C2D4-C297B5414E74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77" v="2583"/>
          <ac:picMkLst>
            <pc:docMk/>
            <pc:sldMk cId="3656861375" sldId="314"/>
            <ac:picMk id="255" creationId="{317C3A0D-7805-7835-248B-DAA3837967D9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79" v="2585"/>
          <ac:picMkLst>
            <pc:docMk/>
            <pc:sldMk cId="3656861375" sldId="314"/>
            <ac:picMk id="256" creationId="{468C4A2E-CF08-EF6B-EE1A-DD951F7C1AE5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81" v="2587"/>
          <ac:picMkLst>
            <pc:docMk/>
            <pc:sldMk cId="3656861375" sldId="314"/>
            <ac:picMk id="257" creationId="{F7AA7CE7-6669-744C-0081-FC386F05FDCB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283" v="2589"/>
          <ac:picMkLst>
            <pc:docMk/>
            <pc:sldMk cId="3656861375" sldId="314"/>
            <ac:picMk id="258" creationId="{1DEE38FF-659C-3F06-4D3D-16C93CB0F6C1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311" v="2619"/>
          <ac:picMkLst>
            <pc:docMk/>
            <pc:sldMk cId="3656861375" sldId="314"/>
            <ac:picMk id="279" creationId="{7DFFFC3D-985C-DBA2-5D6D-4105AD55F9A9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311" v="2621"/>
          <ac:picMkLst>
            <pc:docMk/>
            <pc:sldMk cId="3656861375" sldId="314"/>
            <ac:picMk id="280" creationId="{77DACFEE-434F-EF24-008B-F6110F37650F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313" v="2623"/>
          <ac:picMkLst>
            <pc:docMk/>
            <pc:sldMk cId="3656861375" sldId="314"/>
            <ac:picMk id="281" creationId="{4B894F5D-C763-B0BB-2FAA-919A8C4E39E2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315" v="2625"/>
          <ac:picMkLst>
            <pc:docMk/>
            <pc:sldMk cId="3656861375" sldId="314"/>
            <ac:picMk id="282" creationId="{86A14F04-45A9-DF2E-B8C6-0DB455F304C3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317" v="2627"/>
          <ac:picMkLst>
            <pc:docMk/>
            <pc:sldMk cId="3656861375" sldId="314"/>
            <ac:picMk id="283" creationId="{E09D7AB0-826B-67BE-3EFA-A25D5FAB31F1}"/>
          </ac:picMkLst>
        </pc:picChg>
        <pc:picChg chg="mod ord">
          <ac:chgData name="Santiago Matallana (MiddleEast)" userId="83699cee-f725-415f-817e-0d466a269b29" providerId="ADAL" clId="{E9193DBC-B25E-493C-96C8-9CBD69BA49B8}" dt="2026-05-22T06:28:54.319" v="2629"/>
          <ac:picMkLst>
            <pc:docMk/>
            <pc:sldMk cId="3656861375" sldId="314"/>
            <ac:picMk id="284" creationId="{928B30F0-4BCB-C1C3-4F9B-93F7ED3FA338}"/>
          </ac:picMkLst>
        </pc:picChg>
        <pc:cxnChg chg="mod ord">
          <ac:chgData name="Santiago Matallana (MiddleEast)" userId="83699cee-f725-415f-817e-0d466a269b29" providerId="ADAL" clId="{E9193DBC-B25E-493C-96C8-9CBD69BA49B8}" dt="2026-05-22T06:28:54.198" v="2496"/>
          <ac:cxnSpMkLst>
            <pc:docMk/>
            <pc:sldMk cId="3656861375" sldId="314"/>
            <ac:cxnSpMk id="198" creationId="{A993B2FE-EBA3-2A2B-B557-D83C0E348E6B}"/>
          </ac:cxnSpMkLst>
        </pc:cxnChg>
        <pc:cxnChg chg="mod ord">
          <ac:chgData name="Santiago Matallana (MiddleEast)" userId="83699cee-f725-415f-817e-0d466a269b29" providerId="ADAL" clId="{E9193DBC-B25E-493C-96C8-9CBD69BA49B8}" dt="2026-05-22T06:28:54.200" v="2499"/>
          <ac:cxnSpMkLst>
            <pc:docMk/>
            <pc:sldMk cId="3656861375" sldId="314"/>
            <ac:cxnSpMk id="200" creationId="{EFB42EF7-BF27-2B25-D1F1-82A512574041}"/>
          </ac:cxnSpMkLst>
        </pc:cxnChg>
        <pc:cxnChg chg="mod ord">
          <ac:chgData name="Santiago Matallana (MiddleEast)" userId="83699cee-f725-415f-817e-0d466a269b29" providerId="ADAL" clId="{E9193DBC-B25E-493C-96C8-9CBD69BA49B8}" dt="2026-05-22T06:28:54.203" v="2502"/>
          <ac:cxnSpMkLst>
            <pc:docMk/>
            <pc:sldMk cId="3656861375" sldId="314"/>
            <ac:cxnSpMk id="202" creationId="{2F8EF38E-F9B4-C29F-A59C-CD3E7887B454}"/>
          </ac:cxnSpMkLst>
        </pc:cxnChg>
        <pc:cxnChg chg="mod">
          <ac:chgData name="Santiago Matallana (MiddleEast)" userId="83699cee-f725-415f-817e-0d466a269b29" providerId="ADAL" clId="{E9193DBC-B25E-493C-96C8-9CBD69BA49B8}" dt="2026-05-22T06:28:53.003" v="1674"/>
          <ac:cxnSpMkLst>
            <pc:docMk/>
            <pc:sldMk cId="3656861375" sldId="314"/>
            <ac:cxnSpMk id="238" creationId="{8A38AE93-AEBF-011A-1AA8-41E08342C42D}"/>
          </ac:cxnSpMkLst>
        </pc:cxnChg>
        <pc:cxnChg chg="mod">
          <ac:chgData name="Santiago Matallana (MiddleEast)" userId="83699cee-f725-415f-817e-0d466a269b29" providerId="ADAL" clId="{E9193DBC-B25E-493C-96C8-9CBD69BA49B8}" dt="2026-05-22T06:28:53.003" v="1674"/>
          <ac:cxnSpMkLst>
            <pc:docMk/>
            <pc:sldMk cId="3656861375" sldId="314"/>
            <ac:cxnSpMk id="239" creationId="{2397BD23-EAB3-4CC1-AA1F-E3683EED2A8B}"/>
          </ac:cxnSpMkLst>
        </pc:cxnChg>
        <pc:cxnChg chg="mod ord">
          <ac:chgData name="Santiago Matallana (MiddleEast)" userId="83699cee-f725-415f-817e-0d466a269b29" providerId="ADAL" clId="{E9193DBC-B25E-493C-96C8-9CBD69BA49B8}" dt="2026-05-22T06:28:54.355" v="2676"/>
          <ac:cxnSpMkLst>
            <pc:docMk/>
            <pc:sldMk cId="3656861375" sldId="314"/>
            <ac:cxnSpMk id="319" creationId="{5BBE7571-866D-CF44-D34A-A2E15F6AF51E}"/>
          </ac:cxnSpMkLst>
        </pc:cxnChg>
        <pc:cxnChg chg="mod ord">
          <ac:chgData name="Santiago Matallana (MiddleEast)" userId="83699cee-f725-415f-817e-0d466a269b29" providerId="ADAL" clId="{E9193DBC-B25E-493C-96C8-9CBD69BA49B8}" dt="2026-05-22T06:28:54.357" v="2679"/>
          <ac:cxnSpMkLst>
            <pc:docMk/>
            <pc:sldMk cId="3656861375" sldId="314"/>
            <ac:cxnSpMk id="321" creationId="{7E8653EE-4D99-8755-3C75-B518C4EC3106}"/>
          </ac:cxnSpMkLst>
        </pc:cxnChg>
        <pc:cxnChg chg="mod ord">
          <ac:chgData name="Santiago Matallana (MiddleEast)" userId="83699cee-f725-415f-817e-0d466a269b29" providerId="ADAL" clId="{E9193DBC-B25E-493C-96C8-9CBD69BA49B8}" dt="2026-05-22T06:28:54.359" v="2682"/>
          <ac:cxnSpMkLst>
            <pc:docMk/>
            <pc:sldMk cId="3656861375" sldId="314"/>
            <ac:cxnSpMk id="323" creationId="{CC61BFD3-53DD-1826-2ED6-A6AA5B8E7557}"/>
          </ac:cxnSpMkLst>
        </pc:cxnChg>
      </pc:sldChg>
      <pc:sldChg chg="del">
        <pc:chgData name="Santiago Matallana (MiddleEast)" userId="83699cee-f725-415f-817e-0d466a269b29" providerId="ADAL" clId="{E9193DBC-B25E-493C-96C8-9CBD69BA49B8}" dt="2026-06-04T11:18:26.359" v="5965" actId="47"/>
        <pc:sldMkLst>
          <pc:docMk/>
          <pc:sldMk cId="2511558328" sldId="315"/>
        </pc:sldMkLst>
      </pc:sldChg>
      <pc:sldChg chg="addSp delSp modSp del mod">
        <pc:chgData name="Santiago Matallana (MiddleEast)" userId="83699cee-f725-415f-817e-0d466a269b29" providerId="ADAL" clId="{E9193DBC-B25E-493C-96C8-9CBD69BA49B8}" dt="2026-06-04T11:18:04.810" v="5958" actId="47"/>
        <pc:sldMkLst>
          <pc:docMk/>
          <pc:sldMk cId="1738567680" sldId="1622"/>
        </pc:sldMkLst>
      </pc:sldChg>
      <pc:sldChg chg="del">
        <pc:chgData name="Santiago Matallana (MiddleEast)" userId="83699cee-f725-415f-817e-0d466a269b29" providerId="ADAL" clId="{E9193DBC-B25E-493C-96C8-9CBD69BA49B8}" dt="2026-06-04T11:18:26.359" v="5965" actId="47"/>
        <pc:sldMkLst>
          <pc:docMk/>
          <pc:sldMk cId="3040122213" sldId="2147483636"/>
        </pc:sldMkLst>
      </pc:sldChg>
      <pc:sldChg chg="del">
        <pc:chgData name="Santiago Matallana (MiddleEast)" userId="83699cee-f725-415f-817e-0d466a269b29" providerId="ADAL" clId="{E9193DBC-B25E-493C-96C8-9CBD69BA49B8}" dt="2026-06-04T11:18:26.359" v="5965" actId="47"/>
        <pc:sldMkLst>
          <pc:docMk/>
          <pc:sldMk cId="3577361550" sldId="2147483637"/>
        </pc:sldMkLst>
      </pc:sldChg>
      <pc:sldChg chg="modSp del mod">
        <pc:chgData name="Santiago Matallana (MiddleEast)" userId="83699cee-f725-415f-817e-0d466a269b29" providerId="ADAL" clId="{E9193DBC-B25E-493C-96C8-9CBD69BA49B8}" dt="2026-06-04T11:18:22.843" v="5964" actId="47"/>
        <pc:sldMkLst>
          <pc:docMk/>
          <pc:sldMk cId="2672280167" sldId="2147483639"/>
        </pc:sldMkLst>
        <pc:spChg chg="mod">
          <ac:chgData name="Santiago Matallana (MiddleEast)" userId="83699cee-f725-415f-817e-0d466a269b29" providerId="ADAL" clId="{E9193DBC-B25E-493C-96C8-9CBD69BA49B8}" dt="2026-05-22T12:16:29.156" v="3647"/>
          <ac:spMkLst>
            <pc:docMk/>
            <pc:sldMk cId="2672280167" sldId="2147483639"/>
            <ac:spMk id="32" creationId="{FB132434-624C-593A-8AED-CC31B024747C}"/>
          </ac:spMkLst>
        </pc:spChg>
        <pc:spChg chg="mod">
          <ac:chgData name="Santiago Matallana (MiddleEast)" userId="83699cee-f725-415f-817e-0d466a269b29" providerId="ADAL" clId="{E9193DBC-B25E-493C-96C8-9CBD69BA49B8}" dt="2026-05-22T12:16:38.444" v="3648"/>
          <ac:spMkLst>
            <pc:docMk/>
            <pc:sldMk cId="2672280167" sldId="2147483639"/>
            <ac:spMk id="34" creationId="{566154D3-A0F9-1163-F5DA-9B0A943AB831}"/>
          </ac:spMkLst>
        </pc:spChg>
        <pc:spChg chg="mod">
          <ac:chgData name="Santiago Matallana (MiddleEast)" userId="83699cee-f725-415f-817e-0d466a269b29" providerId="ADAL" clId="{E9193DBC-B25E-493C-96C8-9CBD69BA49B8}" dt="2026-05-22T12:16:00.296" v="3643"/>
          <ac:spMkLst>
            <pc:docMk/>
            <pc:sldMk cId="2672280167" sldId="2147483639"/>
            <ac:spMk id="38" creationId="{5DD3C46A-BE2F-9543-9E8A-2C70EE1EC4A9}"/>
          </ac:spMkLst>
        </pc:spChg>
      </pc:sldChg>
      <pc:sldChg chg="addSp delSp modSp mod">
        <pc:chgData name="Santiago Matallana (MiddleEast)" userId="83699cee-f725-415f-817e-0d466a269b29" providerId="ADAL" clId="{E9193DBC-B25E-493C-96C8-9CBD69BA49B8}" dt="2026-05-25T09:14:24.376" v="3942" actId="1076"/>
        <pc:sldMkLst>
          <pc:docMk/>
          <pc:sldMk cId="656490695" sldId="2147483641"/>
        </pc:sldMkLst>
        <pc:spChg chg="mod">
          <ac:chgData name="Santiago Matallana (MiddleEast)" userId="83699cee-f725-415f-817e-0d466a269b29" providerId="ADAL" clId="{E9193DBC-B25E-493C-96C8-9CBD69BA49B8}" dt="2026-05-25T09:14:22.791" v="3917" actId="948"/>
          <ac:spMkLst>
            <pc:docMk/>
            <pc:sldMk cId="656490695" sldId="2147483641"/>
            <ac:spMk id="3" creationId="{2A6686BF-CF24-02D8-D6C4-CCE38952CE52}"/>
          </ac:spMkLst>
        </pc:spChg>
        <pc:graphicFrameChg chg="mod">
          <ac:chgData name="Santiago Matallana (MiddleEast)" userId="83699cee-f725-415f-817e-0d466a269b29" providerId="ADAL" clId="{E9193DBC-B25E-493C-96C8-9CBD69BA49B8}" dt="2026-05-25T09:14:22.919" v="3941"/>
          <ac:graphicFrameMkLst>
            <pc:docMk/>
            <pc:sldMk cId="656490695" sldId="2147483641"/>
            <ac:graphicFrameMk id="7" creationId="{BC295388-C77B-4FFF-361D-1E9056FD6F75}"/>
          </ac:graphicFrameMkLst>
        </pc:graphicFrameChg>
      </pc:sldChg>
      <pc:sldChg chg="modSp mod">
        <pc:chgData name="Santiago Matallana (MiddleEast)" userId="83699cee-f725-415f-817e-0d466a269b29" providerId="ADAL" clId="{E9193DBC-B25E-493C-96C8-9CBD69BA49B8}" dt="2026-05-31T12:45:23.914" v="5469" actId="1076"/>
        <pc:sldMkLst>
          <pc:docMk/>
          <pc:sldMk cId="173346241" sldId="2147483642"/>
        </pc:sldMkLst>
      </pc:sldChg>
      <pc:sldChg chg="addSp delSp modSp mod">
        <pc:chgData name="Santiago Matallana (MiddleEast)" userId="83699cee-f725-415f-817e-0d466a269b29" providerId="ADAL" clId="{E9193DBC-B25E-493C-96C8-9CBD69BA49B8}" dt="2026-05-25T09:12:29.293" v="3915"/>
        <pc:sldMkLst>
          <pc:docMk/>
          <pc:sldMk cId="3015163812" sldId="2147483644"/>
        </pc:sldMkLst>
        <pc:spChg chg="mod">
          <ac:chgData name="Santiago Matallana (MiddleEast)" userId="83699cee-f725-415f-817e-0d466a269b29" providerId="ADAL" clId="{E9193DBC-B25E-493C-96C8-9CBD69BA49B8}" dt="2026-05-25T09:12:29.177" v="3891" actId="948"/>
          <ac:spMkLst>
            <pc:docMk/>
            <pc:sldMk cId="3015163812" sldId="2147483644"/>
            <ac:spMk id="3" creationId="{92572883-A1F4-35A6-B5AD-6AC2BE26CB74}"/>
          </ac:spMkLst>
        </pc:spChg>
        <pc:graphicFrameChg chg="mod">
          <ac:chgData name="Santiago Matallana (MiddleEast)" userId="83699cee-f725-415f-817e-0d466a269b29" providerId="ADAL" clId="{E9193DBC-B25E-493C-96C8-9CBD69BA49B8}" dt="2026-05-25T09:12:29.293" v="3915"/>
          <ac:graphicFrameMkLst>
            <pc:docMk/>
            <pc:sldMk cId="3015163812" sldId="2147483644"/>
            <ac:graphicFrameMk id="9" creationId="{E7D597A6-35D8-EAE4-8D3B-DC100A3278BE}"/>
          </ac:graphicFrameMkLst>
        </pc:graphicFrameChg>
      </pc:sldChg>
      <pc:sldChg chg="addSp delSp modSp mod">
        <pc:chgData name="Santiago Matallana (MiddleEast)" userId="83699cee-f725-415f-817e-0d466a269b29" providerId="ADAL" clId="{E9193DBC-B25E-493C-96C8-9CBD69BA49B8}" dt="2026-05-31T12:59:13.786" v="5566" actId="20577"/>
        <pc:sldMkLst>
          <pc:docMk/>
          <pc:sldMk cId="1312516210" sldId="2147483647"/>
        </pc:sldMkLst>
        <pc:spChg chg="mod ord topLvl">
          <ac:chgData name="Santiago Matallana (MiddleEast)" userId="83699cee-f725-415f-817e-0d466a269b29" providerId="ADAL" clId="{E9193DBC-B25E-493C-96C8-9CBD69BA49B8}" dt="2026-05-31T12:44:24.084" v="5459" actId="255"/>
          <ac:spMkLst>
            <pc:docMk/>
            <pc:sldMk cId="1312516210" sldId="2147483647"/>
            <ac:spMk id="2" creationId="{7D1DDE7A-6A32-2CBE-AAD3-01A405FFC315}"/>
          </ac:spMkLst>
        </pc:spChg>
        <pc:spChg chg="mod ord topLvl">
          <ac:chgData name="Santiago Matallana (MiddleEast)" userId="83699cee-f725-415f-817e-0d466a269b29" providerId="ADAL" clId="{E9193DBC-B25E-493C-96C8-9CBD69BA49B8}" dt="2026-05-31T12:44:15.636" v="5454" actId="255"/>
          <ac:spMkLst>
            <pc:docMk/>
            <pc:sldMk cId="1312516210" sldId="2147483647"/>
            <ac:spMk id="5" creationId="{DB685945-50F3-D349-F8D1-BFCA4C5171B5}"/>
          </ac:spMkLst>
        </pc:spChg>
        <pc:spChg chg="mod ord topLvl">
          <ac:chgData name="Santiago Matallana (MiddleEast)" userId="83699cee-f725-415f-817e-0d466a269b29" providerId="ADAL" clId="{E9193DBC-B25E-493C-96C8-9CBD69BA49B8}" dt="2026-05-31T12:44:19.310" v="5455" actId="255"/>
          <ac:spMkLst>
            <pc:docMk/>
            <pc:sldMk cId="1312516210" sldId="2147483647"/>
            <ac:spMk id="7" creationId="{91224A28-3897-C003-C18B-FC597F417262}"/>
          </ac:spMkLst>
        </pc:spChg>
        <pc:spChg chg="mod ord topLvl">
          <ac:chgData name="Santiago Matallana (MiddleEast)" userId="83699cee-f725-415f-817e-0d466a269b29" providerId="ADAL" clId="{E9193DBC-B25E-493C-96C8-9CBD69BA49B8}" dt="2026-05-31T12:44:20.825" v="5456" actId="255"/>
          <ac:spMkLst>
            <pc:docMk/>
            <pc:sldMk cId="1312516210" sldId="2147483647"/>
            <ac:spMk id="8" creationId="{F974F5AE-BDB4-8C30-E910-769E292F3855}"/>
          </ac:spMkLst>
        </pc:spChg>
        <pc:spChg chg="mod ord topLvl">
          <ac:chgData name="Santiago Matallana (MiddleEast)" userId="83699cee-f725-415f-817e-0d466a269b29" providerId="ADAL" clId="{E9193DBC-B25E-493C-96C8-9CBD69BA49B8}" dt="2026-05-31T12:44:23.246" v="5458" actId="255"/>
          <ac:spMkLst>
            <pc:docMk/>
            <pc:sldMk cId="1312516210" sldId="2147483647"/>
            <ac:spMk id="10" creationId="{026095B2-0849-E109-246D-8D52BDC3F351}"/>
          </ac:spMkLst>
        </pc:spChg>
        <pc:spChg chg="mod ord">
          <ac:chgData name="Santiago Matallana (MiddleEast)" userId="83699cee-f725-415f-817e-0d466a269b29" providerId="ADAL" clId="{E9193DBC-B25E-493C-96C8-9CBD69BA49B8}" dt="2026-05-31T12:44:44.775" v="5465" actId="164"/>
          <ac:spMkLst>
            <pc:docMk/>
            <pc:sldMk cId="1312516210" sldId="2147483647"/>
            <ac:spMk id="12" creationId="{0FA65CF2-1C13-9D8E-2EBD-82E44F5465CA}"/>
          </ac:spMkLst>
        </pc:spChg>
        <pc:spChg chg="mod ord topLvl">
          <ac:chgData name="Santiago Matallana (MiddleEast)" userId="83699cee-f725-415f-817e-0d466a269b29" providerId="ADAL" clId="{E9193DBC-B25E-493C-96C8-9CBD69BA49B8}" dt="2026-05-31T12:44:22.026" v="5457" actId="255"/>
          <ac:spMkLst>
            <pc:docMk/>
            <pc:sldMk cId="1312516210" sldId="2147483647"/>
            <ac:spMk id="20" creationId="{9FD5C485-89C5-B984-E904-A8D4965DDA6C}"/>
          </ac:spMkLst>
        </pc:spChg>
        <pc:spChg chg="mod ord">
          <ac:chgData name="Santiago Matallana (MiddleEast)" userId="83699cee-f725-415f-817e-0d466a269b29" providerId="ADAL" clId="{E9193DBC-B25E-493C-96C8-9CBD69BA49B8}" dt="2026-05-31T12:43:23.215" v="5393"/>
          <ac:spMkLst>
            <pc:docMk/>
            <pc:sldMk cId="1312516210" sldId="2147483647"/>
            <ac:spMk id="27" creationId="{1C6BA3F0-9C5C-A184-850D-80C34275D2CE}"/>
          </ac:spMkLst>
        </pc:spChg>
        <pc:spChg chg="mod ord">
          <ac:chgData name="Santiago Matallana (MiddleEast)" userId="83699cee-f725-415f-817e-0d466a269b29" providerId="ADAL" clId="{E9193DBC-B25E-493C-96C8-9CBD69BA49B8}" dt="2026-05-31T12:43:23.215" v="5395"/>
          <ac:spMkLst>
            <pc:docMk/>
            <pc:sldMk cId="1312516210" sldId="2147483647"/>
            <ac:spMk id="28" creationId="{DAF5D406-4D4F-717C-AC56-2EA8C126D487}"/>
          </ac:spMkLst>
        </pc:spChg>
        <pc:grpChg chg="add mod">
          <ac:chgData name="Santiago Matallana (MiddleEast)" userId="83699cee-f725-415f-817e-0d466a269b29" providerId="ADAL" clId="{E9193DBC-B25E-493C-96C8-9CBD69BA49B8}" dt="2026-05-31T12:44:46.703" v="5467" actId="1036"/>
          <ac:grpSpMkLst>
            <pc:docMk/>
            <pc:sldMk cId="1312516210" sldId="2147483647"/>
            <ac:grpSpMk id="42" creationId="{8C02261A-336D-0344-80AE-EB29B87322D4}"/>
          </ac:grpSpMkLst>
        </pc:grpChg>
        <pc:graphicFrameChg chg="mod">
          <ac:chgData name="Santiago Matallana (MiddleEast)" userId="83699cee-f725-415f-817e-0d466a269b29" providerId="ADAL" clId="{E9193DBC-B25E-493C-96C8-9CBD69BA49B8}" dt="2026-05-31T12:43:23.231" v="5438"/>
          <ac:graphicFrameMkLst>
            <pc:docMk/>
            <pc:sldMk cId="1312516210" sldId="2147483647"/>
            <ac:graphicFrameMk id="23" creationId="{F76DEDE6-746B-9540-862A-68ACA1466F6B}"/>
          </ac:graphicFrameMkLst>
        </pc:graphicFrameChg>
        <pc:picChg chg="mod ord">
          <ac:chgData name="Santiago Matallana (MiddleEast)" userId="83699cee-f725-415f-817e-0d466a269b29" providerId="ADAL" clId="{E9193DBC-B25E-493C-96C8-9CBD69BA49B8}" dt="2026-05-31T12:43:24.737" v="5439" actId="1036"/>
          <ac:picMkLst>
            <pc:docMk/>
            <pc:sldMk cId="1312516210" sldId="2147483647"/>
            <ac:picMk id="15" creationId="{369F316E-EA2E-4E79-E522-BCE7D090EFF0}"/>
          </ac:picMkLst>
        </pc:picChg>
        <pc:picChg chg="mod ord">
          <ac:chgData name="Santiago Matallana (MiddleEast)" userId="83699cee-f725-415f-817e-0d466a269b29" providerId="ADAL" clId="{E9193DBC-B25E-493C-96C8-9CBD69BA49B8}" dt="2026-05-31T12:43:24.737" v="5439" actId="1036"/>
          <ac:picMkLst>
            <pc:docMk/>
            <pc:sldMk cId="1312516210" sldId="2147483647"/>
            <ac:picMk id="17" creationId="{2538E1B1-378F-9F6F-7AD0-9782AEC6398D}"/>
          </ac:picMkLst>
        </pc:picChg>
        <pc:picChg chg="mod ord">
          <ac:chgData name="Santiago Matallana (MiddleEast)" userId="83699cee-f725-415f-817e-0d466a269b29" providerId="ADAL" clId="{E9193DBC-B25E-493C-96C8-9CBD69BA49B8}" dt="2026-05-31T12:43:24.737" v="5439" actId="1036"/>
          <ac:picMkLst>
            <pc:docMk/>
            <pc:sldMk cId="1312516210" sldId="2147483647"/>
            <ac:picMk id="19" creationId="{6532E927-CF71-B5C1-61BD-CAA32B934DA6}"/>
          </ac:picMkLst>
        </pc:picChg>
        <pc:picChg chg="mod ord">
          <ac:chgData name="Santiago Matallana (MiddleEast)" userId="83699cee-f725-415f-817e-0d466a269b29" providerId="ADAL" clId="{E9193DBC-B25E-493C-96C8-9CBD69BA49B8}" dt="2026-05-31T12:43:24.737" v="5439" actId="1036"/>
          <ac:picMkLst>
            <pc:docMk/>
            <pc:sldMk cId="1312516210" sldId="2147483647"/>
            <ac:picMk id="21" creationId="{1FD8E516-691F-A90C-3657-1D0A4034ADAD}"/>
          </ac:picMkLst>
        </pc:picChg>
        <pc:picChg chg="mod ord">
          <ac:chgData name="Santiago Matallana (MiddleEast)" userId="83699cee-f725-415f-817e-0d466a269b29" providerId="ADAL" clId="{E9193DBC-B25E-493C-96C8-9CBD69BA49B8}" dt="2026-05-31T12:43:24.737" v="5439" actId="1036"/>
          <ac:picMkLst>
            <pc:docMk/>
            <pc:sldMk cId="1312516210" sldId="2147483647"/>
            <ac:picMk id="24" creationId="{DC30BC28-BABE-F43F-7A24-B043877E6394}"/>
          </ac:picMkLst>
        </pc:picChg>
        <pc:picChg chg="mod ord">
          <ac:chgData name="Santiago Matallana (MiddleEast)" userId="83699cee-f725-415f-817e-0d466a269b29" providerId="ADAL" clId="{E9193DBC-B25E-493C-96C8-9CBD69BA49B8}" dt="2026-05-31T12:44:44.775" v="5465" actId="164"/>
          <ac:picMkLst>
            <pc:docMk/>
            <pc:sldMk cId="1312516210" sldId="2147483647"/>
            <ac:picMk id="26" creationId="{CA2D142F-DEC7-FAA9-E122-2265A60FB5C8}"/>
          </ac:picMkLst>
        </pc:picChg>
        <pc:picChg chg="add mod">
          <ac:chgData name="Santiago Matallana (MiddleEast)" userId="83699cee-f725-415f-817e-0d466a269b29" providerId="ADAL" clId="{E9193DBC-B25E-493C-96C8-9CBD69BA49B8}" dt="2026-05-31T12:43:24.737" v="5439" actId="1036"/>
          <ac:picMkLst>
            <pc:docMk/>
            <pc:sldMk cId="1312516210" sldId="2147483647"/>
            <ac:picMk id="1026" creationId="{809317F0-B2F0-FDCB-196B-062D38BF064A}"/>
          </ac:picMkLst>
        </pc:picChg>
        <pc:cxnChg chg="mod ord">
          <ac:chgData name="Santiago Matallana (MiddleEast)" userId="83699cee-f725-415f-817e-0d466a269b29" providerId="ADAL" clId="{E9193DBC-B25E-493C-96C8-9CBD69BA49B8}" dt="2026-05-31T12:44:28.385" v="5462" actId="1036"/>
          <ac:cxnSpMkLst>
            <pc:docMk/>
            <pc:sldMk cId="1312516210" sldId="2147483647"/>
            <ac:cxnSpMk id="22" creationId="{0A37D0A7-CAB3-BE4A-2A54-4DACDB6942EA}"/>
          </ac:cxnSpMkLst>
        </pc:cxnChg>
        <pc:cxnChg chg="mod ord topLvl">
          <ac:chgData name="Santiago Matallana (MiddleEast)" userId="83699cee-f725-415f-817e-0d466a269b29" providerId="ADAL" clId="{E9193DBC-B25E-493C-96C8-9CBD69BA49B8}" dt="2026-05-31T12:44:28.385" v="5462" actId="1036"/>
          <ac:cxnSpMkLst>
            <pc:docMk/>
            <pc:sldMk cId="1312516210" sldId="2147483647"/>
            <ac:cxnSpMk id="35" creationId="{4AF6104D-8B9C-A7FA-DDC0-717656CDEDFF}"/>
          </ac:cxnSpMkLst>
        </pc:cxnChg>
        <pc:cxnChg chg="mod ord topLvl">
          <ac:chgData name="Santiago Matallana (MiddleEast)" userId="83699cee-f725-415f-817e-0d466a269b29" providerId="ADAL" clId="{E9193DBC-B25E-493C-96C8-9CBD69BA49B8}" dt="2026-05-31T12:44:28.385" v="5462" actId="1036"/>
          <ac:cxnSpMkLst>
            <pc:docMk/>
            <pc:sldMk cId="1312516210" sldId="2147483647"/>
            <ac:cxnSpMk id="36" creationId="{3352972C-0223-06EE-C0E3-2355E1D39522}"/>
          </ac:cxnSpMkLst>
        </pc:cxnChg>
        <pc:cxnChg chg="mod ord topLvl">
          <ac:chgData name="Santiago Matallana (MiddleEast)" userId="83699cee-f725-415f-817e-0d466a269b29" providerId="ADAL" clId="{E9193DBC-B25E-493C-96C8-9CBD69BA49B8}" dt="2026-05-31T12:44:28.385" v="5462" actId="1036"/>
          <ac:cxnSpMkLst>
            <pc:docMk/>
            <pc:sldMk cId="1312516210" sldId="2147483647"/>
            <ac:cxnSpMk id="37" creationId="{46228BD1-4696-A27F-E6F6-F84129CC99BA}"/>
          </ac:cxnSpMkLst>
        </pc:cxnChg>
        <pc:cxnChg chg="mod ord topLvl">
          <ac:chgData name="Santiago Matallana (MiddleEast)" userId="83699cee-f725-415f-817e-0d466a269b29" providerId="ADAL" clId="{E9193DBC-B25E-493C-96C8-9CBD69BA49B8}" dt="2026-05-31T12:44:28.385" v="5462" actId="1036"/>
          <ac:cxnSpMkLst>
            <pc:docMk/>
            <pc:sldMk cId="1312516210" sldId="2147483647"/>
            <ac:cxnSpMk id="38" creationId="{794C961B-CABD-EDBC-3C4D-6FCDB5E97B7E}"/>
          </ac:cxnSpMkLst>
        </pc:cxnChg>
        <pc:cxnChg chg="mod ord topLvl">
          <ac:chgData name="Santiago Matallana (MiddleEast)" userId="83699cee-f725-415f-817e-0d466a269b29" providerId="ADAL" clId="{E9193DBC-B25E-493C-96C8-9CBD69BA49B8}" dt="2026-05-31T12:44:28.385" v="5462" actId="1036"/>
          <ac:cxnSpMkLst>
            <pc:docMk/>
            <pc:sldMk cId="1312516210" sldId="2147483647"/>
            <ac:cxnSpMk id="39" creationId="{49B815C4-A1DF-012E-AD14-EC87887E7FEE}"/>
          </ac:cxnSpMkLst>
        </pc:cxnChg>
        <pc:cxnChg chg="mod ord">
          <ac:chgData name="Santiago Matallana (MiddleEast)" userId="83699cee-f725-415f-817e-0d466a269b29" providerId="ADAL" clId="{E9193DBC-B25E-493C-96C8-9CBD69BA49B8}" dt="2026-05-31T12:44:44.775" v="5465" actId="164"/>
          <ac:cxnSpMkLst>
            <pc:docMk/>
            <pc:sldMk cId="1312516210" sldId="2147483647"/>
            <ac:cxnSpMk id="40" creationId="{45D753EF-9BA2-8AB0-BC84-D1454A7F069F}"/>
          </ac:cxnSpMkLst>
        </pc:cxnChg>
      </pc:sldChg>
      <pc:sldMasterChg chg="delSldLayout">
        <pc:chgData name="Santiago Matallana (MiddleEast)" userId="83699cee-f725-415f-817e-0d466a269b29" providerId="ADAL" clId="{E9193DBC-B25E-493C-96C8-9CBD69BA49B8}" dt="2026-05-22T11:41:57.045" v="2882" actId="47"/>
        <pc:sldMasterMkLst>
          <pc:docMk/>
          <pc:sldMasterMk cId="1299047895" sldId="2147483749"/>
        </pc:sldMasterMkLst>
      </pc:sldMasterChg>
    </pc:docChg>
  </pc:docChgLst>
  <pc:docChgLst>
    <pc:chgData name="Youssef Heneine (MiddleEast)" userId="S::youssef.heneine@pwc.com::c3334817-6464-468d-bc4a-4b0a184a4fbf" providerId="AD" clId="Web-{70C311AC-24C6-20AD-6302-404B976E0DBF}"/>
    <pc:docChg chg="modSld">
      <pc:chgData name="Youssef Heneine (MiddleEast)" userId="S::youssef.heneine@pwc.com::c3334817-6464-468d-bc4a-4b0a184a4fbf" providerId="AD" clId="Web-{70C311AC-24C6-20AD-6302-404B976E0DBF}" dt="2026-05-24T20:36:18.701" v="4"/>
      <pc:docMkLst>
        <pc:docMk/>
      </pc:docMkLst>
      <pc:sldChg chg="addSp">
        <pc:chgData name="Youssef Heneine (MiddleEast)" userId="S::youssef.heneine@pwc.com::c3334817-6464-468d-bc4a-4b0a184a4fbf" providerId="AD" clId="Web-{70C311AC-24C6-20AD-6302-404B976E0DBF}" dt="2026-05-24T20:36:18.701" v="4"/>
        <pc:sldMkLst>
          <pc:docMk/>
          <pc:sldMk cId="3025274122" sldId="313"/>
        </pc:sldMkLst>
      </pc:sldChg>
    </pc:docChg>
  </pc:docChgLst>
  <pc:docChgLst>
    <pc:chgData name="Philippe Farhat (MiddleEast)" userId="60c7cd39-c915-418d-87a2-1a0a21fdc788" providerId="ADAL" clId="{9DB53FF4-3919-4900-8139-0E6768B5F10E}"/>
    <pc:docChg chg="undo redo custSel addSld delSld modSld sldOrd modSection">
      <pc:chgData name="Philippe Farhat (MiddleEast)" userId="60c7cd39-c915-418d-87a2-1a0a21fdc788" providerId="ADAL" clId="{9DB53FF4-3919-4900-8139-0E6768B5F10E}" dt="2026-06-03T19:25:22.896" v="12898"/>
      <pc:docMkLst>
        <pc:docMk/>
      </pc:docMkLst>
      <pc:sldChg chg="addSp delSp modSp add mod modShow">
        <pc:chgData name="Philippe Farhat (MiddleEast)" userId="60c7cd39-c915-418d-87a2-1a0a21fdc788" providerId="ADAL" clId="{9DB53FF4-3919-4900-8139-0E6768B5F10E}" dt="2026-05-31T13:13:38.017" v="11611" actId="34476"/>
        <pc:sldMkLst>
          <pc:docMk/>
          <pc:sldMk cId="1609299776" sldId="256"/>
        </pc:sldMkLst>
        <pc:spChg chg="mod ord">
          <ac:chgData name="Philippe Farhat (MiddleEast)" userId="60c7cd39-c915-418d-87a2-1a0a21fdc788" providerId="ADAL" clId="{9DB53FF4-3919-4900-8139-0E6768B5F10E}" dt="2026-05-31T13:13:00.547" v="11591" actId="20577"/>
          <ac:spMkLst>
            <pc:docMk/>
            <pc:sldMk cId="1609299776" sldId="256"/>
            <ac:spMk id="2" creationId="{BCBC5045-8C08-8265-9244-1282214A0D20}"/>
          </ac:spMkLst>
        </pc:spChg>
        <pc:spChg chg="mod ord">
          <ac:chgData name="Philippe Farhat (MiddleEast)" userId="60c7cd39-c915-418d-87a2-1a0a21fdc788" providerId="ADAL" clId="{9DB53FF4-3919-4900-8139-0E6768B5F10E}" dt="2026-05-31T12:43:37.005" v="11028"/>
          <ac:spMkLst>
            <pc:docMk/>
            <pc:sldMk cId="1609299776" sldId="256"/>
            <ac:spMk id="3" creationId="{2C94FD66-C5B8-B802-F023-2A13B63A8923}"/>
          </ac:spMkLst>
        </pc:spChg>
        <pc:spChg chg="mod ord">
          <ac:chgData name="Philippe Farhat (MiddleEast)" userId="60c7cd39-c915-418d-87a2-1a0a21fdc788" providerId="ADAL" clId="{9DB53FF4-3919-4900-8139-0E6768B5F10E}" dt="2026-05-31T12:43:37.007" v="11030"/>
          <ac:spMkLst>
            <pc:docMk/>
            <pc:sldMk cId="1609299776" sldId="256"/>
            <ac:spMk id="4" creationId="{AA94BB43-10E9-5AAB-FFB4-69039B9383A4}"/>
          </ac:spMkLst>
        </pc:spChg>
        <pc:spChg chg="mod ord">
          <ac:chgData name="Philippe Farhat (MiddleEast)" userId="60c7cd39-c915-418d-87a2-1a0a21fdc788" providerId="ADAL" clId="{9DB53FF4-3919-4900-8139-0E6768B5F10E}" dt="2026-05-31T12:58:53.691" v="11260" actId="255"/>
          <ac:spMkLst>
            <pc:docMk/>
            <pc:sldMk cId="1609299776" sldId="256"/>
            <ac:spMk id="8" creationId="{F2086C0D-4BF2-EDEB-BD6D-C2E3EFD73212}"/>
          </ac:spMkLst>
        </pc:spChg>
        <pc:spChg chg="mod ord">
          <ac:chgData name="Philippe Farhat (MiddleEast)" userId="60c7cd39-c915-418d-87a2-1a0a21fdc788" providerId="ADAL" clId="{9DB53FF4-3919-4900-8139-0E6768B5F10E}" dt="2026-05-31T12:43:51.026" v="11050" actId="2085"/>
          <ac:spMkLst>
            <pc:docMk/>
            <pc:sldMk cId="1609299776" sldId="256"/>
            <ac:spMk id="10" creationId="{1981C42A-8F72-2640-E85A-8ABE6177BFE7}"/>
          </ac:spMkLst>
        </pc:spChg>
        <pc:spChg chg="mod ord">
          <ac:chgData name="Philippe Farhat (MiddleEast)" userId="60c7cd39-c915-418d-87a2-1a0a21fdc788" providerId="ADAL" clId="{9DB53FF4-3919-4900-8139-0E6768B5F10E}" dt="2026-05-31T12:58:49.823" v="11259" actId="255"/>
          <ac:spMkLst>
            <pc:docMk/>
            <pc:sldMk cId="1609299776" sldId="256"/>
            <ac:spMk id="11" creationId="{14F3CEE2-D8A4-7572-8B47-4ADA50672EA6}"/>
          </ac:spMkLst>
        </pc:spChg>
        <pc:spChg chg="add mod">
          <ac:chgData name="Philippe Farhat (MiddleEast)" userId="60c7cd39-c915-418d-87a2-1a0a21fdc788" providerId="ADAL" clId="{9DB53FF4-3919-4900-8139-0E6768B5F10E}" dt="2026-05-31T13:12:18.037" v="11569" actId="3064"/>
          <ac:spMkLst>
            <pc:docMk/>
            <pc:sldMk cId="1609299776" sldId="256"/>
            <ac:spMk id="38" creationId="{5FBA7C3D-8E94-97D0-9840-A99BF33138F5}"/>
          </ac:spMkLst>
        </pc:spChg>
        <pc:spChg chg="add mod">
          <ac:chgData name="Philippe Farhat (MiddleEast)" userId="60c7cd39-c915-418d-87a2-1a0a21fdc788" providerId="ADAL" clId="{9DB53FF4-3919-4900-8139-0E6768B5F10E}" dt="2026-05-31T13:12:18.037" v="11569" actId="3064"/>
          <ac:spMkLst>
            <pc:docMk/>
            <pc:sldMk cId="1609299776" sldId="256"/>
            <ac:spMk id="39" creationId="{56E57CEC-1DB0-2376-64B1-1E045EA22008}"/>
          </ac:spMkLst>
        </pc:spChg>
        <pc:spChg chg="add mod">
          <ac:chgData name="Philippe Farhat (MiddleEast)" userId="60c7cd39-c915-418d-87a2-1a0a21fdc788" providerId="ADAL" clId="{9DB53FF4-3919-4900-8139-0E6768B5F10E}" dt="2026-05-31T13:12:18.037" v="11569" actId="3064"/>
          <ac:spMkLst>
            <pc:docMk/>
            <pc:sldMk cId="1609299776" sldId="256"/>
            <ac:spMk id="40" creationId="{2F72E747-3067-90ED-E25F-A136D85589B4}"/>
          </ac:spMkLst>
        </pc:spChg>
        <pc:spChg chg="add mod">
          <ac:chgData name="Philippe Farhat (MiddleEast)" userId="60c7cd39-c915-418d-87a2-1a0a21fdc788" providerId="ADAL" clId="{9DB53FF4-3919-4900-8139-0E6768B5F10E}" dt="2026-05-31T13:12:18.037" v="11569" actId="3064"/>
          <ac:spMkLst>
            <pc:docMk/>
            <pc:sldMk cId="1609299776" sldId="256"/>
            <ac:spMk id="41" creationId="{CF816147-C62D-F8A2-FC6B-C1407DF6A8B8}"/>
          </ac:spMkLst>
        </pc:spChg>
        <pc:spChg chg="add mod">
          <ac:chgData name="Philippe Farhat (MiddleEast)" userId="60c7cd39-c915-418d-87a2-1a0a21fdc788" providerId="ADAL" clId="{9DB53FF4-3919-4900-8139-0E6768B5F10E}" dt="2026-05-31T12:58:35.699" v="11258" actId="554"/>
          <ac:spMkLst>
            <pc:docMk/>
            <pc:sldMk cId="1609299776" sldId="256"/>
            <ac:spMk id="44" creationId="{7FBA423A-C45A-CA5D-CD76-C2AEA3B3AF27}"/>
          </ac:spMkLst>
        </pc:spChg>
        <pc:spChg chg="add mod">
          <ac:chgData name="Philippe Farhat (MiddleEast)" userId="60c7cd39-c915-418d-87a2-1a0a21fdc788" providerId="ADAL" clId="{9DB53FF4-3919-4900-8139-0E6768B5F10E}" dt="2026-05-31T12:58:35.699" v="11258" actId="554"/>
          <ac:spMkLst>
            <pc:docMk/>
            <pc:sldMk cId="1609299776" sldId="256"/>
            <ac:spMk id="45" creationId="{741D0F21-0914-72FB-61B2-C2AE41029CEE}"/>
          </ac:spMkLst>
        </pc:spChg>
        <pc:spChg chg="add mod">
          <ac:chgData name="Philippe Farhat (MiddleEast)" userId="60c7cd39-c915-418d-87a2-1a0a21fdc788" providerId="ADAL" clId="{9DB53FF4-3919-4900-8139-0E6768B5F10E}" dt="2026-05-31T12:58:35.699" v="11258" actId="554"/>
          <ac:spMkLst>
            <pc:docMk/>
            <pc:sldMk cId="1609299776" sldId="256"/>
            <ac:spMk id="46" creationId="{B60B3F00-23D3-21F7-F51E-25C1DF19EF7D}"/>
          </ac:spMkLst>
        </pc:spChg>
        <pc:spChg chg="add mod">
          <ac:chgData name="Philippe Farhat (MiddleEast)" userId="60c7cd39-c915-418d-87a2-1a0a21fdc788" providerId="ADAL" clId="{9DB53FF4-3919-4900-8139-0E6768B5F10E}" dt="2026-05-31T12:58:35.699" v="11258" actId="554"/>
          <ac:spMkLst>
            <pc:docMk/>
            <pc:sldMk cId="1609299776" sldId="256"/>
            <ac:spMk id="47" creationId="{EFA55259-B49F-77CA-66FA-4FDB08B180FE}"/>
          </ac:spMkLst>
        </pc:spChg>
        <pc:spChg chg="mod topLvl">
          <ac:chgData name="Philippe Farhat (MiddleEast)" userId="60c7cd39-c915-418d-87a2-1a0a21fdc788" providerId="ADAL" clId="{9DB53FF4-3919-4900-8139-0E6768B5F10E}" dt="2026-05-31T12:57:48.686" v="11251" actId="164"/>
          <ac:spMkLst>
            <pc:docMk/>
            <pc:sldMk cId="1609299776" sldId="256"/>
            <ac:spMk id="49" creationId="{5603127E-1F1A-4C13-E4DF-CA6E5CE0D62F}"/>
          </ac:spMkLst>
        </pc:spChg>
        <pc:spChg chg="mod topLvl">
          <ac:chgData name="Philippe Farhat (MiddleEast)" userId="60c7cd39-c915-418d-87a2-1a0a21fdc788" providerId="ADAL" clId="{9DB53FF4-3919-4900-8139-0E6768B5F10E}" dt="2026-05-31T12:57:48.686" v="11251" actId="164"/>
          <ac:spMkLst>
            <pc:docMk/>
            <pc:sldMk cId="1609299776" sldId="256"/>
            <ac:spMk id="50" creationId="{76C194FC-839D-F2B0-D2D7-82249ADDA4D2}"/>
          </ac:spMkLst>
        </pc:spChg>
        <pc:grpChg chg="add mod">
          <ac:chgData name="Philippe Farhat (MiddleEast)" userId="60c7cd39-c915-418d-87a2-1a0a21fdc788" providerId="ADAL" clId="{9DB53FF4-3919-4900-8139-0E6768B5F10E}" dt="2026-05-31T13:05:53.950" v="11388" actId="1076"/>
          <ac:grpSpMkLst>
            <pc:docMk/>
            <pc:sldMk cId="1609299776" sldId="256"/>
            <ac:grpSpMk id="42" creationId="{5E15D64A-372C-B11D-6DB2-AE0A0315D795}"/>
          </ac:grpSpMkLst>
        </pc:grpChg>
        <pc:grpChg chg="add mod">
          <ac:chgData name="Philippe Farhat (MiddleEast)" userId="60c7cd39-c915-418d-87a2-1a0a21fdc788" providerId="ADAL" clId="{9DB53FF4-3919-4900-8139-0E6768B5F10E}" dt="2026-05-31T12:57:51.484" v="11253" actId="164"/>
          <ac:grpSpMkLst>
            <pc:docMk/>
            <pc:sldMk cId="1609299776" sldId="256"/>
            <ac:grpSpMk id="54" creationId="{374D7D72-A3E2-E130-C9A0-5569A72CB187}"/>
          </ac:grpSpMkLst>
        </pc:grpChg>
        <pc:grpChg chg="add mod">
          <ac:chgData name="Philippe Farhat (MiddleEast)" userId="60c7cd39-c915-418d-87a2-1a0a21fdc788" providerId="ADAL" clId="{9DB53FF4-3919-4900-8139-0E6768B5F10E}" dt="2026-05-31T12:57:51.484" v="11253" actId="164"/>
          <ac:grpSpMkLst>
            <pc:docMk/>
            <pc:sldMk cId="1609299776" sldId="256"/>
            <ac:grpSpMk id="55" creationId="{913FDBA8-003E-85BC-5BBA-A820EC4D0F05}"/>
          </ac:grpSpMkLst>
        </pc:grpChg>
        <pc:grpChg chg="add mod">
          <ac:chgData name="Philippe Farhat (MiddleEast)" userId="60c7cd39-c915-418d-87a2-1a0a21fdc788" providerId="ADAL" clId="{9DB53FF4-3919-4900-8139-0E6768B5F10E}" dt="2026-05-31T12:57:55.734" v="11255" actId="1076"/>
          <ac:grpSpMkLst>
            <pc:docMk/>
            <pc:sldMk cId="1609299776" sldId="256"/>
            <ac:grpSpMk id="56" creationId="{D5F0D16A-F69C-6E3A-E875-7963FD491C53}"/>
          </ac:grpSpMkLst>
        </pc:grpChg>
        <pc:graphicFrameChg chg="mod">
          <ac:chgData name="Philippe Farhat (MiddleEast)" userId="60c7cd39-c915-418d-87a2-1a0a21fdc788" providerId="ADAL" clId="{9DB53FF4-3919-4900-8139-0E6768B5F10E}" dt="2026-05-31T12:43:37.020" v="11046"/>
          <ac:graphicFrameMkLst>
            <pc:docMk/>
            <pc:sldMk cId="1609299776" sldId="256"/>
            <ac:graphicFrameMk id="9" creationId="{2E18E394-6180-7100-087F-C62940E51F87}"/>
          </ac:graphicFrameMkLst>
        </pc:graphicFrameChg>
        <pc:picChg chg="mod ord">
          <ac:chgData name="Philippe Farhat (MiddleEast)" userId="60c7cd39-c915-418d-87a2-1a0a21fdc788" providerId="ADAL" clId="{9DB53FF4-3919-4900-8139-0E6768B5F10E}" dt="2026-05-31T12:43:42.721" v="11049" actId="14100"/>
          <ac:picMkLst>
            <pc:docMk/>
            <pc:sldMk cId="1609299776" sldId="256"/>
            <ac:picMk id="14" creationId="{3E758A22-E512-6483-F22D-11D0029AE1C5}"/>
          </ac:picMkLst>
        </pc:picChg>
        <pc:picChg chg="add mod topLvl">
          <ac:chgData name="Philippe Farhat (MiddleEast)" userId="60c7cd39-c915-418d-87a2-1a0a21fdc788" providerId="ADAL" clId="{9DB53FF4-3919-4900-8139-0E6768B5F10E}" dt="2026-05-31T13:12:53.820" v="11583"/>
          <ac:picMkLst>
            <pc:docMk/>
            <pc:sldMk cId="1609299776" sldId="256"/>
            <ac:picMk id="61" creationId="{F10CBC5B-3F69-28B3-D55B-623E65D55AAE}"/>
          </ac:picMkLst>
        </pc:picChg>
        <pc:picChg chg="add mod topLvl">
          <ac:chgData name="Philippe Farhat (MiddleEast)" userId="60c7cd39-c915-418d-87a2-1a0a21fdc788" providerId="ADAL" clId="{9DB53FF4-3919-4900-8139-0E6768B5F10E}" dt="2026-05-31T13:12:48.633" v="11582" actId="1036"/>
          <ac:picMkLst>
            <pc:docMk/>
            <pc:sldMk cId="1609299776" sldId="256"/>
            <ac:picMk id="62" creationId="{65F4FDD9-9EFA-4099-D724-BA9C03A1BCA0}"/>
          </ac:picMkLst>
        </pc:picChg>
        <pc:picChg chg="add mod topLvl">
          <ac:chgData name="Philippe Farhat (MiddleEast)" userId="60c7cd39-c915-418d-87a2-1a0a21fdc788" providerId="ADAL" clId="{9DB53FF4-3919-4900-8139-0E6768B5F10E}" dt="2026-05-31T13:12:44.067" v="11580" actId="554"/>
          <ac:picMkLst>
            <pc:docMk/>
            <pc:sldMk cId="1609299776" sldId="256"/>
            <ac:picMk id="66" creationId="{336F69B2-0BC5-2209-2C76-B59966C5A0CA}"/>
          </ac:picMkLst>
        </pc:picChg>
        <pc:picChg chg="add mod topLvl">
          <ac:chgData name="Philippe Farhat (MiddleEast)" userId="60c7cd39-c915-418d-87a2-1a0a21fdc788" providerId="ADAL" clId="{9DB53FF4-3919-4900-8139-0E6768B5F10E}" dt="2026-05-31T13:12:44.067" v="11580" actId="554"/>
          <ac:picMkLst>
            <pc:docMk/>
            <pc:sldMk cId="1609299776" sldId="256"/>
            <ac:picMk id="67" creationId="{3C08F9F4-4464-C321-6205-A222BEF7BA8E}"/>
          </ac:picMkLst>
        </pc:picChg>
        <pc:cxnChg chg="mod topLvl">
          <ac:chgData name="Philippe Farhat (MiddleEast)" userId="60c7cd39-c915-418d-87a2-1a0a21fdc788" providerId="ADAL" clId="{9DB53FF4-3919-4900-8139-0E6768B5F10E}" dt="2026-05-31T12:57:36.457" v="11240" actId="164"/>
          <ac:cxnSpMkLst>
            <pc:docMk/>
            <pc:sldMk cId="1609299776" sldId="256"/>
            <ac:cxnSpMk id="51" creationId="{0E4A9B80-3233-AD8B-14A6-570012406E6B}"/>
          </ac:cxnSpMkLst>
        </pc:cxnChg>
        <pc:cxnChg chg="mod topLvl">
          <ac:chgData name="Philippe Farhat (MiddleEast)" userId="60c7cd39-c915-418d-87a2-1a0a21fdc788" providerId="ADAL" clId="{9DB53FF4-3919-4900-8139-0E6768B5F10E}" dt="2026-05-31T12:57:36.457" v="11240" actId="164"/>
          <ac:cxnSpMkLst>
            <pc:docMk/>
            <pc:sldMk cId="1609299776" sldId="256"/>
            <ac:cxnSpMk id="52" creationId="{9B2425FF-6709-0B66-D463-7763AD3E4C76}"/>
          </ac:cxnSpMkLst>
        </pc:cxnChg>
      </pc:sldChg>
      <pc:sldChg chg="addSp delSp modSp add mod">
        <pc:chgData name="Philippe Farhat (MiddleEast)" userId="60c7cd39-c915-418d-87a2-1a0a21fdc788" providerId="ADAL" clId="{9DB53FF4-3919-4900-8139-0E6768B5F10E}" dt="2026-05-25T10:27:28.202" v="10539" actId="20577"/>
        <pc:sldMkLst>
          <pc:docMk/>
          <pc:sldMk cId="3262377946" sldId="258"/>
        </pc:sldMkLst>
        <pc:spChg chg="mod ord">
          <ac:chgData name="Philippe Farhat (MiddleEast)" userId="60c7cd39-c915-418d-87a2-1a0a21fdc788" providerId="ADAL" clId="{9DB53FF4-3919-4900-8139-0E6768B5F10E}" dt="2026-05-25T10:03:26.352" v="9919"/>
          <ac:spMkLst>
            <pc:docMk/>
            <pc:sldMk cId="3262377946" sldId="258"/>
            <ac:spMk id="3" creationId="{737BB55C-1D6E-FCC3-1353-1F2597296590}"/>
          </ac:spMkLst>
        </pc:spChg>
        <pc:spChg chg="mod ord">
          <ac:chgData name="Philippe Farhat (MiddleEast)" userId="60c7cd39-c915-418d-87a2-1a0a21fdc788" providerId="ADAL" clId="{9DB53FF4-3919-4900-8139-0E6768B5F10E}" dt="2026-05-25T10:03:26.352" v="9919"/>
          <ac:spMkLst>
            <pc:docMk/>
            <pc:sldMk cId="3262377946" sldId="258"/>
            <ac:spMk id="4" creationId="{5D5F9FD1-6002-EC64-F139-8EC57B3B026C}"/>
          </ac:spMkLst>
        </pc:spChg>
        <pc:spChg chg="add mod ord">
          <ac:chgData name="Philippe Farhat (MiddleEast)" userId="60c7cd39-c915-418d-87a2-1a0a21fdc788" providerId="ADAL" clId="{9DB53FF4-3919-4900-8139-0E6768B5F10E}" dt="2026-05-25T10:03:26.352" v="9913"/>
          <ac:spMkLst>
            <pc:docMk/>
            <pc:sldMk cId="3262377946" sldId="258"/>
            <ac:spMk id="31" creationId="{6879BEA5-C639-540C-E3C4-9F3613C889DD}"/>
          </ac:spMkLst>
        </pc:spChg>
        <pc:spChg chg="add mod ord">
          <ac:chgData name="Philippe Farhat (MiddleEast)" userId="60c7cd39-c915-418d-87a2-1a0a21fdc788" providerId="ADAL" clId="{9DB53FF4-3919-4900-8139-0E6768B5F10E}" dt="2026-05-25T10:03:26.352" v="9912"/>
          <ac:spMkLst>
            <pc:docMk/>
            <pc:sldMk cId="3262377946" sldId="258"/>
            <ac:spMk id="32" creationId="{0778FEC9-9E70-7080-6811-FABCEBC0CE4A}"/>
          </ac:spMkLst>
        </pc:spChg>
        <pc:spChg chg="add mod ord">
          <ac:chgData name="Philippe Farhat (MiddleEast)" userId="60c7cd39-c915-418d-87a2-1a0a21fdc788" providerId="ADAL" clId="{9DB53FF4-3919-4900-8139-0E6768B5F10E}" dt="2026-05-25T10:03:26.352" v="9911"/>
          <ac:spMkLst>
            <pc:docMk/>
            <pc:sldMk cId="3262377946" sldId="258"/>
            <ac:spMk id="33" creationId="{0202D2AE-47F3-54BE-1ACD-992632980500}"/>
          </ac:spMkLst>
        </pc:spChg>
        <pc:spChg chg="add mod ord topLvl">
          <ac:chgData name="Philippe Farhat (MiddleEast)" userId="60c7cd39-c915-418d-87a2-1a0a21fdc788" providerId="ADAL" clId="{9DB53FF4-3919-4900-8139-0E6768B5F10E}" dt="2026-05-25T10:03:26.352" v="9919"/>
          <ac:spMkLst>
            <pc:docMk/>
            <pc:sldMk cId="3262377946" sldId="258"/>
            <ac:spMk id="34" creationId="{968384A1-D42F-D280-584D-F77E37A23F5E}"/>
          </ac:spMkLst>
        </pc:spChg>
        <pc:spChg chg="add mod ord topLvl">
          <ac:chgData name="Philippe Farhat (MiddleEast)" userId="60c7cd39-c915-418d-87a2-1a0a21fdc788" providerId="ADAL" clId="{9DB53FF4-3919-4900-8139-0E6768B5F10E}" dt="2026-05-25T10:03:26.352" v="9909"/>
          <ac:spMkLst>
            <pc:docMk/>
            <pc:sldMk cId="3262377946" sldId="258"/>
            <ac:spMk id="35" creationId="{6D7F5C84-C881-971E-508F-6A680ADE84A7}"/>
          </ac:spMkLst>
        </pc:spChg>
        <pc:spChg chg="add mod ord topLvl">
          <ac:chgData name="Philippe Farhat (MiddleEast)" userId="60c7cd39-c915-418d-87a2-1a0a21fdc788" providerId="ADAL" clId="{9DB53FF4-3919-4900-8139-0E6768B5F10E}" dt="2026-05-25T10:03:26.352" v="9908"/>
          <ac:spMkLst>
            <pc:docMk/>
            <pc:sldMk cId="3262377946" sldId="258"/>
            <ac:spMk id="36" creationId="{1B84E3F5-C790-D1C2-CE73-EEADE2CBA5AB}"/>
          </ac:spMkLst>
        </pc:spChg>
        <pc:spChg chg="add mod ord topLvl">
          <ac:chgData name="Philippe Farhat (MiddleEast)" userId="60c7cd39-c915-418d-87a2-1a0a21fdc788" providerId="ADAL" clId="{9DB53FF4-3919-4900-8139-0E6768B5F10E}" dt="2026-05-25T10:03:26.352" v="9919"/>
          <ac:spMkLst>
            <pc:docMk/>
            <pc:sldMk cId="3262377946" sldId="258"/>
            <ac:spMk id="37" creationId="{FBAA0D4C-774C-3371-D586-0A0C4B1D7150}"/>
          </ac:spMkLst>
        </pc:spChg>
        <pc:spChg chg="add mod ord topLvl">
          <ac:chgData name="Philippe Farhat (MiddleEast)" userId="60c7cd39-c915-418d-87a2-1a0a21fdc788" providerId="ADAL" clId="{9DB53FF4-3919-4900-8139-0E6768B5F10E}" dt="2026-05-25T10:27:28.202" v="10539" actId="20577"/>
          <ac:spMkLst>
            <pc:docMk/>
            <pc:sldMk cId="3262377946" sldId="258"/>
            <ac:spMk id="38" creationId="{C5145B65-E486-8C89-7172-D746D3C32690}"/>
          </ac:spMkLst>
        </pc:spChg>
        <pc:spChg chg="add mod ord topLvl">
          <ac:chgData name="Philippe Farhat (MiddleEast)" userId="60c7cd39-c915-418d-87a2-1a0a21fdc788" providerId="ADAL" clId="{9DB53FF4-3919-4900-8139-0E6768B5F10E}" dt="2026-05-25T10:27:12.904" v="10526" actId="20577"/>
          <ac:spMkLst>
            <pc:docMk/>
            <pc:sldMk cId="3262377946" sldId="258"/>
            <ac:spMk id="39" creationId="{C9BDDB6F-AD2D-7099-98DC-3330D9C6DE1F}"/>
          </ac:spMkLst>
        </pc:spChg>
        <pc:spChg chg="add mod ord">
          <ac:chgData name="Philippe Farhat (MiddleEast)" userId="60c7cd39-c915-418d-87a2-1a0a21fdc788" providerId="ADAL" clId="{9DB53FF4-3919-4900-8139-0E6768B5F10E}" dt="2026-05-25T10:03:26.352" v="9919"/>
          <ac:spMkLst>
            <pc:docMk/>
            <pc:sldMk cId="3262377946" sldId="258"/>
            <ac:spMk id="40" creationId="{CDC8CC51-CD09-F8DC-0984-8A250E7A49F9}"/>
          </ac:spMkLst>
        </pc:spChg>
        <pc:spChg chg="add mod ord topLvl">
          <ac:chgData name="Philippe Farhat (MiddleEast)" userId="60c7cd39-c915-418d-87a2-1a0a21fdc788" providerId="ADAL" clId="{9DB53FF4-3919-4900-8139-0E6768B5F10E}" dt="2026-05-25T10:03:26.352" v="9919"/>
          <ac:spMkLst>
            <pc:docMk/>
            <pc:sldMk cId="3262377946" sldId="258"/>
            <ac:spMk id="41" creationId="{CDE2588F-1728-5D9B-6E16-C01B25D4C235}"/>
          </ac:spMkLst>
        </pc:spChg>
        <pc:spChg chg="add mod ord topLvl">
          <ac:chgData name="Philippe Farhat (MiddleEast)" userId="60c7cd39-c915-418d-87a2-1a0a21fdc788" providerId="ADAL" clId="{9DB53FF4-3919-4900-8139-0E6768B5F10E}" dt="2026-05-25T10:03:26.352" v="9919"/>
          <ac:spMkLst>
            <pc:docMk/>
            <pc:sldMk cId="3262377946" sldId="258"/>
            <ac:spMk id="46" creationId="{1EA66EAD-A96C-77B9-A694-0DB76EE39D40}"/>
          </ac:spMkLst>
        </pc:spChg>
        <pc:spChg chg="add mod ord topLvl">
          <ac:chgData name="Philippe Farhat (MiddleEast)" userId="60c7cd39-c915-418d-87a2-1a0a21fdc788" providerId="ADAL" clId="{9DB53FF4-3919-4900-8139-0E6768B5F10E}" dt="2026-05-25T10:03:26.352" v="9901"/>
          <ac:spMkLst>
            <pc:docMk/>
            <pc:sldMk cId="3262377946" sldId="258"/>
            <ac:spMk id="47" creationId="{9BF026A0-2B1B-DA11-1C82-F168BE6FB359}"/>
          </ac:spMkLst>
        </pc:spChg>
        <pc:spChg chg="add mod ord topLvl">
          <ac:chgData name="Philippe Farhat (MiddleEast)" userId="60c7cd39-c915-418d-87a2-1a0a21fdc788" providerId="ADAL" clId="{9DB53FF4-3919-4900-8139-0E6768B5F10E}" dt="2026-05-25T10:03:26.345" v="9900"/>
          <ac:spMkLst>
            <pc:docMk/>
            <pc:sldMk cId="3262377946" sldId="258"/>
            <ac:spMk id="48" creationId="{4584236B-B2DC-7254-413D-634F0A05966F}"/>
          </ac:spMkLst>
        </pc:spChg>
        <pc:spChg chg="add mod ord">
          <ac:chgData name="Philippe Farhat (MiddleEast)" userId="60c7cd39-c915-418d-87a2-1a0a21fdc788" providerId="ADAL" clId="{9DB53FF4-3919-4900-8139-0E6768B5F10E}" dt="2026-05-25T10:04:23.378" v="9934" actId="1036"/>
          <ac:spMkLst>
            <pc:docMk/>
            <pc:sldMk cId="3262377946" sldId="258"/>
            <ac:spMk id="50" creationId="{027EFA25-FA52-B97E-F4D0-A8FD42138724}"/>
          </ac:spMkLst>
        </pc:spChg>
        <pc:graphicFrameChg chg="add mod ord modVis">
          <ac:chgData name="Philippe Farhat (MiddleEast)" userId="60c7cd39-c915-418d-87a2-1a0a21fdc788" providerId="ADAL" clId="{9DB53FF4-3919-4900-8139-0E6768B5F10E}" dt="2026-05-25T10:03:26.432" v="9921"/>
          <ac:graphicFrameMkLst>
            <pc:docMk/>
            <pc:sldMk cId="3262377946" sldId="258"/>
            <ac:graphicFrameMk id="11" creationId="{9C080ED4-A9D3-3DDB-C811-0DA5CCADE405}"/>
          </ac:graphicFrameMkLst>
        </pc:graphicFrameChg>
        <pc:picChg chg="add mod ord modCrop">
          <ac:chgData name="Philippe Farhat (MiddleEast)" userId="60c7cd39-c915-418d-87a2-1a0a21fdc788" providerId="ADAL" clId="{9DB53FF4-3919-4900-8139-0E6768B5F10E}" dt="2026-05-25T10:03:50.427" v="9929" actId="14100"/>
          <ac:picMkLst>
            <pc:docMk/>
            <pc:sldMk cId="3262377946" sldId="258"/>
            <ac:picMk id="44" creationId="{BB051EC6-AD6D-1627-1AF1-87141C39973E}"/>
          </ac:picMkLst>
        </pc:picChg>
      </pc:sldChg>
      <pc:sldChg chg="addSp delSp modSp add mod">
        <pc:chgData name="Philippe Farhat (MiddleEast)" userId="60c7cd39-c915-418d-87a2-1a0a21fdc788" providerId="ADAL" clId="{9DB53FF4-3919-4900-8139-0E6768B5F10E}" dt="2026-05-31T13:53:59.193" v="12889" actId="14100"/>
        <pc:sldMkLst>
          <pc:docMk/>
          <pc:sldMk cId="3132449272" sldId="259"/>
        </pc:sldMkLst>
        <pc:spChg chg="add mod ord">
          <ac:chgData name="Philippe Farhat (MiddleEast)" userId="60c7cd39-c915-418d-87a2-1a0a21fdc788" providerId="ADAL" clId="{9DB53FF4-3919-4900-8139-0E6768B5F10E}" dt="2026-05-31T13:53:53.960" v="12790"/>
          <ac:spMkLst>
            <pc:docMk/>
            <pc:sldMk cId="3132449272" sldId="259"/>
            <ac:spMk id="2" creationId="{69C1FDC5-F175-3092-DBEF-BA678238727A}"/>
          </ac:spMkLst>
        </pc:spChg>
        <pc:spChg chg="mod ord">
          <ac:chgData name="Philippe Farhat (MiddleEast)" userId="60c7cd39-c915-418d-87a2-1a0a21fdc788" providerId="ADAL" clId="{9DB53FF4-3919-4900-8139-0E6768B5F10E}" dt="2026-05-31T13:53:53.958" v="12782"/>
          <ac:spMkLst>
            <pc:docMk/>
            <pc:sldMk cId="3132449272" sldId="259"/>
            <ac:spMk id="3" creationId="{2EBF09D2-4870-4A84-C8A4-8F12F53B1695}"/>
          </ac:spMkLst>
        </pc:spChg>
        <pc:spChg chg="mod ord">
          <ac:chgData name="Philippe Farhat (MiddleEast)" userId="60c7cd39-c915-418d-87a2-1a0a21fdc788" providerId="ADAL" clId="{9DB53FF4-3919-4900-8139-0E6768B5F10E}" dt="2026-05-31T13:53:53.960" v="12784"/>
          <ac:spMkLst>
            <pc:docMk/>
            <pc:sldMk cId="3132449272" sldId="259"/>
            <ac:spMk id="4" creationId="{80D2A6CA-BF44-A958-1456-1489C28A6A05}"/>
          </ac:spMkLst>
        </pc:spChg>
        <pc:spChg chg="mod ord">
          <ac:chgData name="Philippe Farhat (MiddleEast)" userId="60c7cd39-c915-418d-87a2-1a0a21fdc788" providerId="ADAL" clId="{9DB53FF4-3919-4900-8139-0E6768B5F10E}" dt="2026-05-31T13:53:53.960" v="12786"/>
          <ac:spMkLst>
            <pc:docMk/>
            <pc:sldMk cId="3132449272" sldId="259"/>
            <ac:spMk id="5" creationId="{9E98DA16-AE39-0D30-CDA5-BE65A9B422E8}"/>
          </ac:spMkLst>
        </pc:spChg>
        <pc:spChg chg="add mod ord">
          <ac:chgData name="Philippe Farhat (MiddleEast)" userId="60c7cd39-c915-418d-87a2-1a0a21fdc788" providerId="ADAL" clId="{9DB53FF4-3919-4900-8139-0E6768B5F10E}" dt="2026-05-31T13:53:53.958" v="12780"/>
          <ac:spMkLst>
            <pc:docMk/>
            <pc:sldMk cId="3132449272" sldId="259"/>
            <ac:spMk id="8" creationId="{D701C467-5790-4F1B-C497-4E3ACDF49A8F}"/>
          </ac:spMkLst>
        </pc:spChg>
        <pc:spChg chg="mod ord">
          <ac:chgData name="Philippe Farhat (MiddleEast)" userId="60c7cd39-c915-418d-87a2-1a0a21fdc788" providerId="ADAL" clId="{9DB53FF4-3919-4900-8139-0E6768B5F10E}" dt="2026-05-31T13:53:53.960" v="12788"/>
          <ac:spMkLst>
            <pc:docMk/>
            <pc:sldMk cId="3132449272" sldId="259"/>
            <ac:spMk id="11" creationId="{E7002419-5A16-CBEC-6EF5-9AB94746B052}"/>
          </ac:spMkLst>
        </pc:spChg>
        <pc:spChg chg="add mod ord">
          <ac:chgData name="Philippe Farhat (MiddleEast)" userId="60c7cd39-c915-418d-87a2-1a0a21fdc788" providerId="ADAL" clId="{9DB53FF4-3919-4900-8139-0E6768B5F10E}" dt="2026-05-31T13:53:53.972" v="12802"/>
          <ac:spMkLst>
            <pc:docMk/>
            <pc:sldMk cId="3132449272" sldId="259"/>
            <ac:spMk id="20" creationId="{E8981A55-A897-7F6A-38C8-FCC293530CB9}"/>
          </ac:spMkLst>
        </pc:spChg>
        <pc:spChg chg="add mod ord">
          <ac:chgData name="Philippe Farhat (MiddleEast)" userId="60c7cd39-c915-418d-87a2-1a0a21fdc788" providerId="ADAL" clId="{9DB53FF4-3919-4900-8139-0E6768B5F10E}" dt="2026-05-31T13:53:53.974" v="12804"/>
          <ac:spMkLst>
            <pc:docMk/>
            <pc:sldMk cId="3132449272" sldId="259"/>
            <ac:spMk id="21" creationId="{250D321E-969A-E863-44A7-4C3E305F0B54}"/>
          </ac:spMkLst>
        </pc:spChg>
        <pc:spChg chg="add mod ord">
          <ac:chgData name="Philippe Farhat (MiddleEast)" userId="60c7cd39-c915-418d-87a2-1a0a21fdc788" providerId="ADAL" clId="{9DB53FF4-3919-4900-8139-0E6768B5F10E}" dt="2026-05-31T13:53:53.976" v="12806"/>
          <ac:spMkLst>
            <pc:docMk/>
            <pc:sldMk cId="3132449272" sldId="259"/>
            <ac:spMk id="22" creationId="{BAD56BCD-6BB6-6121-435E-071085DA2AD0}"/>
          </ac:spMkLst>
        </pc:spChg>
        <pc:spChg chg="add mod ord">
          <ac:chgData name="Philippe Farhat (MiddleEast)" userId="60c7cd39-c915-418d-87a2-1a0a21fdc788" providerId="ADAL" clId="{9DB53FF4-3919-4900-8139-0E6768B5F10E}" dt="2026-05-31T13:53:53.976" v="12808"/>
          <ac:spMkLst>
            <pc:docMk/>
            <pc:sldMk cId="3132449272" sldId="259"/>
            <ac:spMk id="23" creationId="{952BF285-C087-8715-1FF4-C96DE9F5D99D}"/>
          </ac:spMkLst>
        </pc:spChg>
        <pc:spChg chg="add mod ord">
          <ac:chgData name="Philippe Farhat (MiddleEast)" userId="60c7cd39-c915-418d-87a2-1a0a21fdc788" providerId="ADAL" clId="{9DB53FF4-3919-4900-8139-0E6768B5F10E}" dt="2026-05-31T13:53:53.978" v="12810"/>
          <ac:spMkLst>
            <pc:docMk/>
            <pc:sldMk cId="3132449272" sldId="259"/>
            <ac:spMk id="24" creationId="{E0B7A16A-DC58-FCA3-CA52-8B92C73169D0}"/>
          </ac:spMkLst>
        </pc:spChg>
        <pc:spChg chg="add mod ord">
          <ac:chgData name="Philippe Farhat (MiddleEast)" userId="60c7cd39-c915-418d-87a2-1a0a21fdc788" providerId="ADAL" clId="{9DB53FF4-3919-4900-8139-0E6768B5F10E}" dt="2026-05-31T13:53:53.985" v="12822"/>
          <ac:spMkLst>
            <pc:docMk/>
            <pc:sldMk cId="3132449272" sldId="259"/>
            <ac:spMk id="31" creationId="{8E481009-7A81-C492-30FD-117B5966851C}"/>
          </ac:spMkLst>
        </pc:spChg>
        <pc:spChg chg="add mod ord">
          <ac:chgData name="Philippe Farhat (MiddleEast)" userId="60c7cd39-c915-418d-87a2-1a0a21fdc788" providerId="ADAL" clId="{9DB53FF4-3919-4900-8139-0E6768B5F10E}" dt="2026-05-31T13:53:53.987" v="12824"/>
          <ac:spMkLst>
            <pc:docMk/>
            <pc:sldMk cId="3132449272" sldId="259"/>
            <ac:spMk id="33" creationId="{561EFFAE-2356-69B2-BBAA-93EF4AB60363}"/>
          </ac:spMkLst>
        </pc:spChg>
        <pc:spChg chg="add mod ord">
          <ac:chgData name="Philippe Farhat (MiddleEast)" userId="60c7cd39-c915-418d-87a2-1a0a21fdc788" providerId="ADAL" clId="{9DB53FF4-3919-4900-8139-0E6768B5F10E}" dt="2026-05-31T13:53:53.987" v="12826"/>
          <ac:spMkLst>
            <pc:docMk/>
            <pc:sldMk cId="3132449272" sldId="259"/>
            <ac:spMk id="34" creationId="{3064D727-6D4A-D510-AC77-0AB1D000B9C6}"/>
          </ac:spMkLst>
        </pc:spChg>
        <pc:spChg chg="add mod ord">
          <ac:chgData name="Philippe Farhat (MiddleEast)" userId="60c7cd39-c915-418d-87a2-1a0a21fdc788" providerId="ADAL" clId="{9DB53FF4-3919-4900-8139-0E6768B5F10E}" dt="2026-05-31T13:53:53.989" v="12828"/>
          <ac:spMkLst>
            <pc:docMk/>
            <pc:sldMk cId="3132449272" sldId="259"/>
            <ac:spMk id="35" creationId="{301FB3D0-08BD-6960-D17C-CF356BFF98F6}"/>
          </ac:spMkLst>
        </pc:spChg>
        <pc:spChg chg="add mod ord">
          <ac:chgData name="Philippe Farhat (MiddleEast)" userId="60c7cd39-c915-418d-87a2-1a0a21fdc788" providerId="ADAL" clId="{9DB53FF4-3919-4900-8139-0E6768B5F10E}" dt="2026-05-31T13:53:53.989" v="12830"/>
          <ac:spMkLst>
            <pc:docMk/>
            <pc:sldMk cId="3132449272" sldId="259"/>
            <ac:spMk id="36" creationId="{3669A5A8-8C0C-A692-73D1-7FD499942A86}"/>
          </ac:spMkLst>
        </pc:spChg>
        <pc:spChg chg="add mod ord">
          <ac:chgData name="Philippe Farhat (MiddleEast)" userId="60c7cd39-c915-418d-87a2-1a0a21fdc788" providerId="ADAL" clId="{9DB53FF4-3919-4900-8139-0E6768B5F10E}" dt="2026-05-31T13:53:53.991" v="12832"/>
          <ac:spMkLst>
            <pc:docMk/>
            <pc:sldMk cId="3132449272" sldId="259"/>
            <ac:spMk id="46" creationId="{D48B96D8-7BD0-742B-0BE6-A5ACFFC176A5}"/>
          </ac:spMkLst>
        </pc:spChg>
        <pc:spChg chg="add mod ord">
          <ac:chgData name="Philippe Farhat (MiddleEast)" userId="60c7cd39-c915-418d-87a2-1a0a21fdc788" providerId="ADAL" clId="{9DB53FF4-3919-4900-8139-0E6768B5F10E}" dt="2026-05-31T13:53:53.991" v="12834"/>
          <ac:spMkLst>
            <pc:docMk/>
            <pc:sldMk cId="3132449272" sldId="259"/>
            <ac:spMk id="47" creationId="{522D5355-5632-F645-FD8F-F24D5DD791BE}"/>
          </ac:spMkLst>
        </pc:spChg>
        <pc:spChg chg="add mod ord">
          <ac:chgData name="Philippe Farhat (MiddleEast)" userId="60c7cd39-c915-418d-87a2-1a0a21fdc788" providerId="ADAL" clId="{9DB53FF4-3919-4900-8139-0E6768B5F10E}" dt="2026-05-31T13:53:53.993" v="12836"/>
          <ac:spMkLst>
            <pc:docMk/>
            <pc:sldMk cId="3132449272" sldId="259"/>
            <ac:spMk id="48" creationId="{50BCE828-05CB-2FBC-FD8D-7CE0E7688CE3}"/>
          </ac:spMkLst>
        </pc:spChg>
        <pc:spChg chg="add mod ord">
          <ac:chgData name="Philippe Farhat (MiddleEast)" userId="60c7cd39-c915-418d-87a2-1a0a21fdc788" providerId="ADAL" clId="{9DB53FF4-3919-4900-8139-0E6768B5F10E}" dt="2026-05-31T13:53:53.993" v="12840"/>
          <ac:spMkLst>
            <pc:docMk/>
            <pc:sldMk cId="3132449272" sldId="259"/>
            <ac:spMk id="51" creationId="{5D3D9B43-3C3A-703E-9B45-4B1E59D4DDC9}"/>
          </ac:spMkLst>
        </pc:spChg>
        <pc:spChg chg="add mod ord">
          <ac:chgData name="Philippe Farhat (MiddleEast)" userId="60c7cd39-c915-418d-87a2-1a0a21fdc788" providerId="ADAL" clId="{9DB53FF4-3919-4900-8139-0E6768B5F10E}" dt="2026-05-31T13:53:53.993" v="12842"/>
          <ac:spMkLst>
            <pc:docMk/>
            <pc:sldMk cId="3132449272" sldId="259"/>
            <ac:spMk id="52" creationId="{3B0DF121-6D42-3655-AF21-27FBC4DB09C1}"/>
          </ac:spMkLst>
        </pc:spChg>
        <pc:spChg chg="add mod ord">
          <ac:chgData name="Philippe Farhat (MiddleEast)" userId="60c7cd39-c915-418d-87a2-1a0a21fdc788" providerId="ADAL" clId="{9DB53FF4-3919-4900-8139-0E6768B5F10E}" dt="2026-05-31T13:53:53.998" v="12844"/>
          <ac:spMkLst>
            <pc:docMk/>
            <pc:sldMk cId="3132449272" sldId="259"/>
            <ac:spMk id="53" creationId="{BD67CF19-CA84-66A0-78AB-5A6A5A2E5DFA}"/>
          </ac:spMkLst>
        </pc:spChg>
        <pc:spChg chg="add mod ord">
          <ac:chgData name="Philippe Farhat (MiddleEast)" userId="60c7cd39-c915-418d-87a2-1a0a21fdc788" providerId="ADAL" clId="{9DB53FF4-3919-4900-8139-0E6768B5F10E}" dt="2026-05-31T13:53:53.998" v="12846"/>
          <ac:spMkLst>
            <pc:docMk/>
            <pc:sldMk cId="3132449272" sldId="259"/>
            <ac:spMk id="54" creationId="{CCE497E1-DD06-9A06-5927-4F87C5F1199A}"/>
          </ac:spMkLst>
        </pc:spChg>
        <pc:spChg chg="add mod ord">
          <ac:chgData name="Philippe Farhat (MiddleEast)" userId="60c7cd39-c915-418d-87a2-1a0a21fdc788" providerId="ADAL" clId="{9DB53FF4-3919-4900-8139-0E6768B5F10E}" dt="2026-05-31T13:53:54.012" v="12858"/>
          <ac:spMkLst>
            <pc:docMk/>
            <pc:sldMk cId="3132449272" sldId="259"/>
            <ac:spMk id="63" creationId="{C70FD8A5-6B20-40BF-8D4A-C15B8F7BD73E}"/>
          </ac:spMkLst>
        </pc:spChg>
        <pc:spChg chg="add mod ord">
          <ac:chgData name="Philippe Farhat (MiddleEast)" userId="60c7cd39-c915-418d-87a2-1a0a21fdc788" providerId="ADAL" clId="{9DB53FF4-3919-4900-8139-0E6768B5F10E}" dt="2026-05-31T13:53:54.012" v="12860"/>
          <ac:spMkLst>
            <pc:docMk/>
            <pc:sldMk cId="3132449272" sldId="259"/>
            <ac:spMk id="1024" creationId="{426B008F-B850-9953-4511-721F7E168C3D}"/>
          </ac:spMkLst>
        </pc:spChg>
        <pc:spChg chg="add mod ord">
          <ac:chgData name="Philippe Farhat (MiddleEast)" userId="60c7cd39-c915-418d-87a2-1a0a21fdc788" providerId="ADAL" clId="{9DB53FF4-3919-4900-8139-0E6768B5F10E}" dt="2026-05-31T13:53:54.015" v="12864"/>
          <ac:spMkLst>
            <pc:docMk/>
            <pc:sldMk cId="3132449272" sldId="259"/>
            <ac:spMk id="1027" creationId="{FBAD2922-4CA2-8EC9-7E08-7ECE497FA891}"/>
          </ac:spMkLst>
        </pc:spChg>
        <pc:spChg chg="add mod ord">
          <ac:chgData name="Philippe Farhat (MiddleEast)" userId="60c7cd39-c915-418d-87a2-1a0a21fdc788" providerId="ADAL" clId="{9DB53FF4-3919-4900-8139-0E6768B5F10E}" dt="2026-05-31T13:53:54.015" v="12866"/>
          <ac:spMkLst>
            <pc:docMk/>
            <pc:sldMk cId="3132449272" sldId="259"/>
            <ac:spMk id="1028" creationId="{F265FCE3-5889-E9E7-4A1D-9684D5052103}"/>
          </ac:spMkLst>
        </pc:spChg>
        <pc:spChg chg="add mod ord">
          <ac:chgData name="Philippe Farhat (MiddleEast)" userId="60c7cd39-c915-418d-87a2-1a0a21fdc788" providerId="ADAL" clId="{9DB53FF4-3919-4900-8139-0E6768B5F10E}" dt="2026-05-31T13:53:54.015" v="12868"/>
          <ac:spMkLst>
            <pc:docMk/>
            <pc:sldMk cId="3132449272" sldId="259"/>
            <ac:spMk id="1029" creationId="{0346BC87-2595-344C-611E-AA7342AA968B}"/>
          </ac:spMkLst>
        </pc:spChg>
        <pc:spChg chg="add mod ord">
          <ac:chgData name="Philippe Farhat (MiddleEast)" userId="60c7cd39-c915-418d-87a2-1a0a21fdc788" providerId="ADAL" clId="{9DB53FF4-3919-4900-8139-0E6768B5F10E}" dt="2026-05-31T13:53:54.020" v="12870"/>
          <ac:spMkLst>
            <pc:docMk/>
            <pc:sldMk cId="3132449272" sldId="259"/>
            <ac:spMk id="1030" creationId="{1B37325D-55E9-1311-A8DA-EDDA8F8088C5}"/>
          </ac:spMkLst>
        </pc:spChg>
        <pc:spChg chg="add mod ord">
          <ac:chgData name="Philippe Farhat (MiddleEast)" userId="60c7cd39-c915-418d-87a2-1a0a21fdc788" providerId="ADAL" clId="{9DB53FF4-3919-4900-8139-0E6768B5F10E}" dt="2026-05-31T13:53:54.022" v="12874"/>
          <ac:spMkLst>
            <pc:docMk/>
            <pc:sldMk cId="3132449272" sldId="259"/>
            <ac:spMk id="1032" creationId="{74C65E86-1AB0-7DC2-1516-CC84B2D38482}"/>
          </ac:spMkLst>
        </pc:spChg>
        <pc:spChg chg="add mod ord">
          <ac:chgData name="Philippe Farhat (MiddleEast)" userId="60c7cd39-c915-418d-87a2-1a0a21fdc788" providerId="ADAL" clId="{9DB53FF4-3919-4900-8139-0E6768B5F10E}" dt="2026-05-31T13:53:54.024" v="12876"/>
          <ac:spMkLst>
            <pc:docMk/>
            <pc:sldMk cId="3132449272" sldId="259"/>
            <ac:spMk id="1033" creationId="{B8770E94-EDC4-D922-E4BE-8EDBA4F2EFAF}"/>
          </ac:spMkLst>
        </pc:spChg>
        <pc:spChg chg="add mod ord">
          <ac:chgData name="Philippe Farhat (MiddleEast)" userId="60c7cd39-c915-418d-87a2-1a0a21fdc788" providerId="ADAL" clId="{9DB53FF4-3919-4900-8139-0E6768B5F10E}" dt="2026-05-31T13:53:54.026" v="12882"/>
          <ac:spMkLst>
            <pc:docMk/>
            <pc:sldMk cId="3132449272" sldId="259"/>
            <ac:spMk id="1035" creationId="{0F49D5D4-298C-1DFE-E566-E72553C0C4BA}"/>
          </ac:spMkLst>
        </pc:spChg>
        <pc:grpChg chg="add mod ord">
          <ac:chgData name="Philippe Farhat (MiddleEast)" userId="60c7cd39-c915-418d-87a2-1a0a21fdc788" providerId="ADAL" clId="{9DB53FF4-3919-4900-8139-0E6768B5F10E}" dt="2026-05-31T13:53:54.030" v="12884"/>
          <ac:grpSpMkLst>
            <pc:docMk/>
            <pc:sldMk cId="3132449272" sldId="259"/>
            <ac:grpSpMk id="44" creationId="{D4BF73DD-C87A-9470-AE18-1B24562750B0}"/>
          </ac:grpSpMkLst>
        </pc:grpChg>
        <pc:graphicFrameChg chg="mod">
          <ac:chgData name="Philippe Farhat (MiddleEast)" userId="60c7cd39-c915-418d-87a2-1a0a21fdc788" providerId="ADAL" clId="{9DB53FF4-3919-4900-8139-0E6768B5F10E}" dt="2026-05-31T13:53:54.034" v="12888"/>
          <ac:graphicFrameMkLst>
            <pc:docMk/>
            <pc:sldMk cId="3132449272" sldId="259"/>
            <ac:graphicFrameMk id="10" creationId="{3AB39D46-8856-4A39-DC43-32DAF05AF98C}"/>
          </ac:graphicFrameMkLst>
        </pc:graphicFrameChg>
        <pc:picChg chg="add mod ord topLvl">
          <ac:chgData name="Philippe Farhat (MiddleEast)" userId="60c7cd39-c915-418d-87a2-1a0a21fdc788" providerId="ADAL" clId="{9DB53FF4-3919-4900-8139-0E6768B5F10E}" dt="2026-05-31T13:53:53.965" v="12792"/>
          <ac:picMkLst>
            <pc:docMk/>
            <pc:sldMk cId="3132449272" sldId="259"/>
            <ac:picMk id="7" creationId="{1854FED3-3C92-FC38-E636-8888A114F2FC}"/>
          </ac:picMkLst>
        </pc:picChg>
        <pc:picChg chg="add mod ord topLvl">
          <ac:chgData name="Philippe Farhat (MiddleEast)" userId="60c7cd39-c915-418d-87a2-1a0a21fdc788" providerId="ADAL" clId="{9DB53FF4-3919-4900-8139-0E6768B5F10E}" dt="2026-05-31T13:53:53.967" v="12794"/>
          <ac:picMkLst>
            <pc:docMk/>
            <pc:sldMk cId="3132449272" sldId="259"/>
            <ac:picMk id="9" creationId="{902B4DFC-3489-8F4F-3E51-82A63169072A}"/>
          </ac:picMkLst>
        </pc:picChg>
        <pc:picChg chg="add mod ord topLvl">
          <ac:chgData name="Philippe Farhat (MiddleEast)" userId="60c7cd39-c915-418d-87a2-1a0a21fdc788" providerId="ADAL" clId="{9DB53FF4-3919-4900-8139-0E6768B5F10E}" dt="2026-05-31T13:53:53.967" v="12796"/>
          <ac:picMkLst>
            <pc:docMk/>
            <pc:sldMk cId="3132449272" sldId="259"/>
            <ac:picMk id="13" creationId="{1B48CC7F-15C0-A25C-CCD2-E74E5B44F814}"/>
          </ac:picMkLst>
        </pc:picChg>
        <pc:picChg chg="add mod ord topLvl">
          <ac:chgData name="Philippe Farhat (MiddleEast)" userId="60c7cd39-c915-418d-87a2-1a0a21fdc788" providerId="ADAL" clId="{9DB53FF4-3919-4900-8139-0E6768B5F10E}" dt="2026-05-31T13:53:53.967" v="12798"/>
          <ac:picMkLst>
            <pc:docMk/>
            <pc:sldMk cId="3132449272" sldId="259"/>
            <ac:picMk id="16" creationId="{7CDF8884-CFA8-6184-71CF-DDCF0618DEB9}"/>
          </ac:picMkLst>
        </pc:picChg>
        <pc:picChg chg="add mod ord topLvl">
          <ac:chgData name="Philippe Farhat (MiddleEast)" userId="60c7cd39-c915-418d-87a2-1a0a21fdc788" providerId="ADAL" clId="{9DB53FF4-3919-4900-8139-0E6768B5F10E}" dt="2026-05-31T13:53:53.967" v="12800"/>
          <ac:picMkLst>
            <pc:docMk/>
            <pc:sldMk cId="3132449272" sldId="259"/>
            <ac:picMk id="18" creationId="{6166D6B7-C1B8-0849-86AF-BBCFFCF9A631}"/>
          </ac:picMkLst>
        </pc:picChg>
        <pc:picChg chg="add mod ord">
          <ac:chgData name="Philippe Farhat (MiddleEast)" userId="60c7cd39-c915-418d-87a2-1a0a21fdc788" providerId="ADAL" clId="{9DB53FF4-3919-4900-8139-0E6768B5F10E}" dt="2026-05-31T13:53:53.993" v="12838"/>
          <ac:picMkLst>
            <pc:docMk/>
            <pc:sldMk cId="3132449272" sldId="259"/>
            <ac:picMk id="50" creationId="{A30F3149-FB2E-4E70-FE84-C05A82C8957A}"/>
          </ac:picMkLst>
        </pc:picChg>
        <pc:picChg chg="add mod ord">
          <ac:chgData name="Philippe Farhat (MiddleEast)" userId="60c7cd39-c915-418d-87a2-1a0a21fdc788" providerId="ADAL" clId="{9DB53FF4-3919-4900-8139-0E6768B5F10E}" dt="2026-05-31T13:53:53.998" v="12848"/>
          <ac:picMkLst>
            <pc:docMk/>
            <pc:sldMk cId="3132449272" sldId="259"/>
            <ac:picMk id="55" creationId="{258EDB7D-38FB-05C7-80E9-44C332F4E046}"/>
          </ac:picMkLst>
        </pc:picChg>
        <pc:picChg chg="add mod ord">
          <ac:chgData name="Philippe Farhat (MiddleEast)" userId="60c7cd39-c915-418d-87a2-1a0a21fdc788" providerId="ADAL" clId="{9DB53FF4-3919-4900-8139-0E6768B5F10E}" dt="2026-05-31T13:53:54.006" v="12850"/>
          <ac:picMkLst>
            <pc:docMk/>
            <pc:sldMk cId="3132449272" sldId="259"/>
            <ac:picMk id="56" creationId="{BEC85CE8-9EF2-B18D-F573-18E8CE7C036E}"/>
          </ac:picMkLst>
        </pc:picChg>
        <pc:picChg chg="add mod ord">
          <ac:chgData name="Philippe Farhat (MiddleEast)" userId="60c7cd39-c915-418d-87a2-1a0a21fdc788" providerId="ADAL" clId="{9DB53FF4-3919-4900-8139-0E6768B5F10E}" dt="2026-05-31T13:53:54.008" v="12852"/>
          <ac:picMkLst>
            <pc:docMk/>
            <pc:sldMk cId="3132449272" sldId="259"/>
            <ac:picMk id="57" creationId="{66DC503A-43BE-C1FF-259D-DD01C70ACE76}"/>
          </ac:picMkLst>
        </pc:picChg>
        <pc:picChg chg="add mod ord">
          <ac:chgData name="Philippe Farhat (MiddleEast)" userId="60c7cd39-c915-418d-87a2-1a0a21fdc788" providerId="ADAL" clId="{9DB53FF4-3919-4900-8139-0E6768B5F10E}" dt="2026-05-31T13:53:54.015" v="12862"/>
          <ac:picMkLst>
            <pc:docMk/>
            <pc:sldMk cId="3132449272" sldId="259"/>
            <ac:picMk id="1025" creationId="{579F342E-B8A2-DF26-2927-624DBF511915}"/>
          </ac:picMkLst>
        </pc:picChg>
        <pc:picChg chg="add mod ord">
          <ac:chgData name="Philippe Farhat (MiddleEast)" userId="60c7cd39-c915-418d-87a2-1a0a21fdc788" providerId="ADAL" clId="{9DB53FF4-3919-4900-8139-0E6768B5F10E}" dt="2026-05-31T13:53:54.020" v="12872"/>
          <ac:picMkLst>
            <pc:docMk/>
            <pc:sldMk cId="3132449272" sldId="259"/>
            <ac:picMk id="1031" creationId="{FCFB7CD1-DC44-AD8C-B962-73230378EDD3}"/>
          </ac:picMkLst>
        </pc:picChg>
        <pc:picChg chg="add mod ord">
          <ac:chgData name="Philippe Farhat (MiddleEast)" userId="60c7cd39-c915-418d-87a2-1a0a21fdc788" providerId="ADAL" clId="{9DB53FF4-3919-4900-8139-0E6768B5F10E}" dt="2026-05-31T13:53:54.026" v="12880"/>
          <ac:picMkLst>
            <pc:docMk/>
            <pc:sldMk cId="3132449272" sldId="259"/>
            <ac:picMk id="1034" creationId="{ECBC06A2-903B-30E9-22C0-8330E513F161}"/>
          </ac:picMkLst>
        </pc:picChg>
        <pc:cxnChg chg="add mod ord">
          <ac:chgData name="Philippe Farhat (MiddleEast)" userId="60c7cd39-c915-418d-87a2-1a0a21fdc788" providerId="ADAL" clId="{9DB53FF4-3919-4900-8139-0E6768B5F10E}" dt="2026-05-31T13:53:53.980" v="12812"/>
          <ac:cxnSpMkLst>
            <pc:docMk/>
            <pc:sldMk cId="3132449272" sldId="259"/>
            <ac:cxnSpMk id="26" creationId="{20E6DECC-0303-E27E-01EB-29F2947E5745}"/>
          </ac:cxnSpMkLst>
        </pc:cxnChg>
        <pc:cxnChg chg="add mod ord">
          <ac:chgData name="Philippe Farhat (MiddleEast)" userId="60c7cd39-c915-418d-87a2-1a0a21fdc788" providerId="ADAL" clId="{9DB53FF4-3919-4900-8139-0E6768B5F10E}" dt="2026-05-31T13:53:53.980" v="12814"/>
          <ac:cxnSpMkLst>
            <pc:docMk/>
            <pc:sldMk cId="3132449272" sldId="259"/>
            <ac:cxnSpMk id="27" creationId="{BC5E9618-2BB4-23DA-CB58-0138DC5BF2B3}"/>
          </ac:cxnSpMkLst>
        </pc:cxnChg>
        <pc:cxnChg chg="add mod ord">
          <ac:chgData name="Philippe Farhat (MiddleEast)" userId="60c7cd39-c915-418d-87a2-1a0a21fdc788" providerId="ADAL" clId="{9DB53FF4-3919-4900-8139-0E6768B5F10E}" dt="2026-05-31T13:53:53.982" v="12816"/>
          <ac:cxnSpMkLst>
            <pc:docMk/>
            <pc:sldMk cId="3132449272" sldId="259"/>
            <ac:cxnSpMk id="28" creationId="{895075C3-CB89-FC62-67D0-6AA684D2932A}"/>
          </ac:cxnSpMkLst>
        </pc:cxnChg>
        <pc:cxnChg chg="add mod ord">
          <ac:chgData name="Philippe Farhat (MiddleEast)" userId="60c7cd39-c915-418d-87a2-1a0a21fdc788" providerId="ADAL" clId="{9DB53FF4-3919-4900-8139-0E6768B5F10E}" dt="2026-05-31T13:53:53.983" v="12818"/>
          <ac:cxnSpMkLst>
            <pc:docMk/>
            <pc:sldMk cId="3132449272" sldId="259"/>
            <ac:cxnSpMk id="29" creationId="{60AD197C-C2B6-BB7B-D57B-461B3F5546CE}"/>
          </ac:cxnSpMkLst>
        </pc:cxnChg>
        <pc:cxnChg chg="add mod ord">
          <ac:chgData name="Philippe Farhat (MiddleEast)" userId="60c7cd39-c915-418d-87a2-1a0a21fdc788" providerId="ADAL" clId="{9DB53FF4-3919-4900-8139-0E6768B5F10E}" dt="2026-05-31T13:53:53.985" v="12820"/>
          <ac:cxnSpMkLst>
            <pc:docMk/>
            <pc:sldMk cId="3132449272" sldId="259"/>
            <ac:cxnSpMk id="30" creationId="{78058DBB-C720-2965-D1F3-CC16FC2FCC23}"/>
          </ac:cxnSpMkLst>
        </pc:cxnChg>
        <pc:cxnChg chg="add mod">
          <ac:chgData name="Philippe Farhat (MiddleEast)" userId="60c7cd39-c915-418d-87a2-1a0a21fdc788" providerId="ADAL" clId="{9DB53FF4-3919-4900-8139-0E6768B5F10E}" dt="2026-05-31T13:25:46.736" v="11892" actId="164"/>
          <ac:cxnSpMkLst>
            <pc:docMk/>
            <pc:sldMk cId="3132449272" sldId="259"/>
            <ac:cxnSpMk id="39" creationId="{2BDDFC40-F398-4364-B1F2-2188CC044055}"/>
          </ac:cxnSpMkLst>
        </pc:cxnChg>
        <pc:cxnChg chg="add mod">
          <ac:chgData name="Philippe Farhat (MiddleEast)" userId="60c7cd39-c915-418d-87a2-1a0a21fdc788" providerId="ADAL" clId="{9DB53FF4-3919-4900-8139-0E6768B5F10E}" dt="2026-05-31T13:25:46.736" v="11892" actId="164"/>
          <ac:cxnSpMkLst>
            <pc:docMk/>
            <pc:sldMk cId="3132449272" sldId="259"/>
            <ac:cxnSpMk id="41" creationId="{0100DBEA-906D-E5A2-2674-31C4FB6A7284}"/>
          </ac:cxnSpMkLst>
        </pc:cxnChg>
        <pc:cxnChg chg="add mod">
          <ac:chgData name="Philippe Farhat (MiddleEast)" userId="60c7cd39-c915-418d-87a2-1a0a21fdc788" providerId="ADAL" clId="{9DB53FF4-3919-4900-8139-0E6768B5F10E}" dt="2026-05-31T13:25:46.736" v="11892" actId="164"/>
          <ac:cxnSpMkLst>
            <pc:docMk/>
            <pc:sldMk cId="3132449272" sldId="259"/>
            <ac:cxnSpMk id="42" creationId="{7747375E-0A17-6D39-DA62-AF9B94407A43}"/>
          </ac:cxnSpMkLst>
        </pc:cxnChg>
        <pc:cxnChg chg="add mod">
          <ac:chgData name="Philippe Farhat (MiddleEast)" userId="60c7cd39-c915-418d-87a2-1a0a21fdc788" providerId="ADAL" clId="{9DB53FF4-3919-4900-8139-0E6768B5F10E}" dt="2026-05-31T13:25:46.736" v="11892" actId="164"/>
          <ac:cxnSpMkLst>
            <pc:docMk/>
            <pc:sldMk cId="3132449272" sldId="259"/>
            <ac:cxnSpMk id="43" creationId="{49831345-5C35-5CC3-1E8F-A89BF7B765A2}"/>
          </ac:cxnSpMkLst>
        </pc:cxnChg>
        <pc:cxnChg chg="mod ord topLvl">
          <ac:chgData name="Philippe Farhat (MiddleEast)" userId="60c7cd39-c915-418d-87a2-1a0a21fdc788" providerId="ADAL" clId="{9DB53FF4-3919-4900-8139-0E6768B5F10E}" dt="2026-05-31T13:53:54.008" v="12854"/>
          <ac:cxnSpMkLst>
            <pc:docMk/>
            <pc:sldMk cId="3132449272" sldId="259"/>
            <ac:cxnSpMk id="59" creationId="{2B1EBD47-0E61-2D1B-87CD-7798A1A2FCA4}"/>
          </ac:cxnSpMkLst>
        </pc:cxnChg>
      </pc:sldChg>
      <pc:sldChg chg="delSp modSp">
        <pc:chgData name="Philippe Farhat (MiddleEast)" userId="60c7cd39-c915-418d-87a2-1a0a21fdc788" providerId="ADAL" clId="{9DB53FF4-3919-4900-8139-0E6768B5F10E}" dt="2026-05-22T14:01:35.047" v="4050" actId="165"/>
        <pc:sldMkLst>
          <pc:docMk/>
          <pc:sldMk cId="3663923344" sldId="283"/>
        </pc:sldMkLst>
        <pc:spChg chg="mod topLvl">
          <ac:chgData name="Philippe Farhat (MiddleEast)" userId="60c7cd39-c915-418d-87a2-1a0a21fdc788" providerId="ADAL" clId="{9DB53FF4-3919-4900-8139-0E6768B5F10E}" dt="2026-05-22T14:01:35.047" v="4050" actId="165"/>
          <ac:spMkLst>
            <pc:docMk/>
            <pc:sldMk cId="3663923344" sldId="283"/>
            <ac:spMk id="61" creationId="{CB70A056-93CE-BC3C-445C-38393B58E67A}"/>
          </ac:spMkLst>
        </pc:spChg>
        <pc:spChg chg="mod topLvl">
          <ac:chgData name="Philippe Farhat (MiddleEast)" userId="60c7cd39-c915-418d-87a2-1a0a21fdc788" providerId="ADAL" clId="{9DB53FF4-3919-4900-8139-0E6768B5F10E}" dt="2026-05-22T14:01:35.047" v="4050" actId="165"/>
          <ac:spMkLst>
            <pc:docMk/>
            <pc:sldMk cId="3663923344" sldId="283"/>
            <ac:spMk id="62" creationId="{59FB6357-6012-D571-3BF8-5A44DFAE6AD4}"/>
          </ac:spMkLst>
        </pc:spChg>
        <pc:cxnChg chg="mod topLvl">
          <ac:chgData name="Philippe Farhat (MiddleEast)" userId="60c7cd39-c915-418d-87a2-1a0a21fdc788" providerId="ADAL" clId="{9DB53FF4-3919-4900-8139-0E6768B5F10E}" dt="2026-05-22T14:01:35.047" v="4050" actId="165"/>
          <ac:cxnSpMkLst>
            <pc:docMk/>
            <pc:sldMk cId="3663923344" sldId="283"/>
            <ac:cxnSpMk id="63" creationId="{049E46BE-46EC-6556-D63F-58C7F094B2E3}"/>
          </ac:cxnSpMkLst>
        </pc:cxnChg>
        <pc:cxnChg chg="mod topLvl">
          <ac:chgData name="Philippe Farhat (MiddleEast)" userId="60c7cd39-c915-418d-87a2-1a0a21fdc788" providerId="ADAL" clId="{9DB53FF4-3919-4900-8139-0E6768B5F10E}" dt="2026-05-22T14:01:35.047" v="4050" actId="165"/>
          <ac:cxnSpMkLst>
            <pc:docMk/>
            <pc:sldMk cId="3663923344" sldId="283"/>
            <ac:cxnSpMk id="64" creationId="{0748D204-2C2B-B171-6C4D-2A985BDF335A}"/>
          </ac:cxnSpMkLst>
        </pc:cxnChg>
      </pc:sldChg>
      <pc:sldChg chg="addSp delSp modSp mod">
        <pc:chgData name="Philippe Farhat (MiddleEast)" userId="60c7cd39-c915-418d-87a2-1a0a21fdc788" providerId="ADAL" clId="{9DB53FF4-3919-4900-8139-0E6768B5F10E}" dt="2026-05-31T12:33:33.187" v="10890" actId="113"/>
        <pc:sldMkLst>
          <pc:docMk/>
          <pc:sldMk cId="3742581188" sldId="295"/>
        </pc:sldMkLst>
        <pc:spChg chg="mod">
          <ac:chgData name="Philippe Farhat (MiddleEast)" userId="60c7cd39-c915-418d-87a2-1a0a21fdc788" providerId="ADAL" clId="{9DB53FF4-3919-4900-8139-0E6768B5F10E}" dt="2026-05-25T08:30:58.850" v="7795" actId="164"/>
          <ac:spMkLst>
            <pc:docMk/>
            <pc:sldMk cId="3742581188" sldId="295"/>
            <ac:spMk id="5" creationId="{7B8355D5-3B26-ED33-D4C4-0701C4C274D5}"/>
          </ac:spMkLst>
        </pc:spChg>
        <pc:spChg chg="mod">
          <ac:chgData name="Philippe Farhat (MiddleEast)" userId="60c7cd39-c915-418d-87a2-1a0a21fdc788" providerId="ADAL" clId="{9DB53FF4-3919-4900-8139-0E6768B5F10E}" dt="2026-05-31T12:31:33.673" v="10871" actId="948"/>
          <ac:spMkLst>
            <pc:docMk/>
            <pc:sldMk cId="3742581188" sldId="295"/>
            <ac:spMk id="6" creationId="{37384A57-38C5-FA1E-71EE-79C77FE1B9CE}"/>
          </ac:spMkLst>
        </pc:spChg>
        <pc:spChg chg="mod">
          <ac:chgData name="Philippe Farhat (MiddleEast)" userId="60c7cd39-c915-418d-87a2-1a0a21fdc788" providerId="ADAL" clId="{9DB53FF4-3919-4900-8139-0E6768B5F10E}" dt="2026-05-31T12:33:33.187" v="10890" actId="113"/>
          <ac:spMkLst>
            <pc:docMk/>
            <pc:sldMk cId="3742581188" sldId="295"/>
            <ac:spMk id="23" creationId="{F1205B02-FC16-C229-CA5E-8150CF8A40A6}"/>
          </ac:spMkLst>
        </pc:spChg>
        <pc:spChg chg="mod">
          <ac:chgData name="Philippe Farhat (MiddleEast)" userId="60c7cd39-c915-418d-87a2-1a0a21fdc788" providerId="ADAL" clId="{9DB53FF4-3919-4900-8139-0E6768B5F10E}" dt="2026-05-31T12:31:33.673" v="10871" actId="948"/>
          <ac:spMkLst>
            <pc:docMk/>
            <pc:sldMk cId="3742581188" sldId="295"/>
            <ac:spMk id="26" creationId="{6C1F563F-77C1-E019-8C68-C813EF0ACD81}"/>
          </ac:spMkLst>
        </pc:spChg>
        <pc:spChg chg="mod">
          <ac:chgData name="Philippe Farhat (MiddleEast)" userId="60c7cd39-c915-418d-87a2-1a0a21fdc788" providerId="ADAL" clId="{9DB53FF4-3919-4900-8139-0E6768B5F10E}" dt="2026-05-25T08:30:46.765" v="7789" actId="165"/>
          <ac:spMkLst>
            <pc:docMk/>
            <pc:sldMk cId="3742581188" sldId="295"/>
            <ac:spMk id="28" creationId="{497711B6-9B11-EB1E-65AE-124850F24C65}"/>
          </ac:spMkLst>
        </pc:spChg>
        <pc:spChg chg="mod">
          <ac:chgData name="Philippe Farhat (MiddleEast)" userId="60c7cd39-c915-418d-87a2-1a0a21fdc788" providerId="ADAL" clId="{9DB53FF4-3919-4900-8139-0E6768B5F10E}" dt="2026-05-31T12:31:33.673" v="10871" actId="948"/>
          <ac:spMkLst>
            <pc:docMk/>
            <pc:sldMk cId="3742581188" sldId="295"/>
            <ac:spMk id="29" creationId="{73F8BA72-BDBC-B494-ED88-AC87F40FEBC5}"/>
          </ac:spMkLst>
        </pc:spChg>
        <pc:spChg chg="mod">
          <ac:chgData name="Philippe Farhat (MiddleEast)" userId="60c7cd39-c915-418d-87a2-1a0a21fdc788" providerId="ADAL" clId="{9DB53FF4-3919-4900-8139-0E6768B5F10E}" dt="2026-05-25T08:34:18.534" v="7811" actId="948"/>
          <ac:spMkLst>
            <pc:docMk/>
            <pc:sldMk cId="3742581188" sldId="295"/>
            <ac:spMk id="39" creationId="{AC15E5F2-F14C-D6BE-3807-F8DF1B86C185}"/>
          </ac:spMkLst>
        </pc:spChg>
        <pc:spChg chg="mod">
          <ac:chgData name="Philippe Farhat (MiddleEast)" userId="60c7cd39-c915-418d-87a2-1a0a21fdc788" providerId="ADAL" clId="{9DB53FF4-3919-4900-8139-0E6768B5F10E}" dt="2026-05-25T08:30:46.765" v="7789" actId="165"/>
          <ac:spMkLst>
            <pc:docMk/>
            <pc:sldMk cId="3742581188" sldId="295"/>
            <ac:spMk id="42" creationId="{0A63085E-6A4F-2CF0-D3C1-D55707FE32E6}"/>
          </ac:spMkLst>
        </pc:spChg>
        <pc:spChg chg="mod">
          <ac:chgData name="Philippe Farhat (MiddleEast)" userId="60c7cd39-c915-418d-87a2-1a0a21fdc788" providerId="ADAL" clId="{9DB53FF4-3919-4900-8139-0E6768B5F10E}" dt="2026-05-31T12:31:33.673" v="10871" actId="948"/>
          <ac:spMkLst>
            <pc:docMk/>
            <pc:sldMk cId="3742581188" sldId="295"/>
            <ac:spMk id="44" creationId="{BF6B6AD7-EA12-3A62-B303-4AD2AEF6B7CD}"/>
          </ac:spMkLst>
        </pc:spChg>
        <pc:spChg chg="mod">
          <ac:chgData name="Philippe Farhat (MiddleEast)" userId="60c7cd39-c915-418d-87a2-1a0a21fdc788" providerId="ADAL" clId="{9DB53FF4-3919-4900-8139-0E6768B5F10E}" dt="2026-05-31T12:31:33.673" v="10871" actId="948"/>
          <ac:spMkLst>
            <pc:docMk/>
            <pc:sldMk cId="3742581188" sldId="295"/>
            <ac:spMk id="45" creationId="{2161B991-5A33-731B-5B9A-97F8A097D18E}"/>
          </ac:spMkLst>
        </pc:spChg>
        <pc:spChg chg="mod">
          <ac:chgData name="Philippe Farhat (MiddleEast)" userId="60c7cd39-c915-418d-87a2-1a0a21fdc788" providerId="ADAL" clId="{9DB53FF4-3919-4900-8139-0E6768B5F10E}" dt="2026-05-31T12:31:33.673" v="10871" actId="948"/>
          <ac:spMkLst>
            <pc:docMk/>
            <pc:sldMk cId="3742581188" sldId="295"/>
            <ac:spMk id="61" creationId="{37F20B98-AEB3-A87D-23A4-3182FDB0105C}"/>
          </ac:spMkLst>
        </pc:spChg>
        <pc:spChg chg="mod">
          <ac:chgData name="Philippe Farhat (MiddleEast)" userId="60c7cd39-c915-418d-87a2-1a0a21fdc788" providerId="ADAL" clId="{9DB53FF4-3919-4900-8139-0E6768B5F10E}" dt="2026-05-31T12:31:33.673" v="10871" actId="948"/>
          <ac:spMkLst>
            <pc:docMk/>
            <pc:sldMk cId="3742581188" sldId="295"/>
            <ac:spMk id="63" creationId="{920D1214-3AF4-2E0F-7E0F-D35A58813C59}"/>
          </ac:spMkLst>
        </pc:spChg>
        <pc:spChg chg="mod">
          <ac:chgData name="Philippe Farhat (MiddleEast)" userId="60c7cd39-c915-418d-87a2-1a0a21fdc788" providerId="ADAL" clId="{9DB53FF4-3919-4900-8139-0E6768B5F10E}" dt="2026-05-25T08:30:46.765" v="7789" actId="165"/>
          <ac:spMkLst>
            <pc:docMk/>
            <pc:sldMk cId="3742581188" sldId="295"/>
            <ac:spMk id="66" creationId="{35EA5930-8C98-FF2A-85B5-247EB200CCA7}"/>
          </ac:spMkLst>
        </pc:spChg>
        <pc:spChg chg="mod">
          <ac:chgData name="Philippe Farhat (MiddleEast)" userId="60c7cd39-c915-418d-87a2-1a0a21fdc788" providerId="ADAL" clId="{9DB53FF4-3919-4900-8139-0E6768B5F10E}" dt="2026-05-31T12:31:33.673" v="10871" actId="948"/>
          <ac:spMkLst>
            <pc:docMk/>
            <pc:sldMk cId="3742581188" sldId="295"/>
            <ac:spMk id="68" creationId="{7681A193-C6F1-FF55-49F7-20B75714B518}"/>
          </ac:spMkLst>
        </pc:spChg>
        <pc:spChg chg="mod">
          <ac:chgData name="Philippe Farhat (MiddleEast)" userId="60c7cd39-c915-418d-87a2-1a0a21fdc788" providerId="ADAL" clId="{9DB53FF4-3919-4900-8139-0E6768B5F10E}" dt="2026-05-25T08:30:46.765" v="7789" actId="165"/>
          <ac:spMkLst>
            <pc:docMk/>
            <pc:sldMk cId="3742581188" sldId="295"/>
            <ac:spMk id="69" creationId="{AD264885-124C-288E-7F81-4390D981C700}"/>
          </ac:spMkLst>
        </pc:spChg>
        <pc:spChg chg="mod">
          <ac:chgData name="Philippe Farhat (MiddleEast)" userId="60c7cd39-c915-418d-87a2-1a0a21fdc788" providerId="ADAL" clId="{9DB53FF4-3919-4900-8139-0E6768B5F10E}" dt="2026-05-25T08:30:46.765" v="7789" actId="165"/>
          <ac:spMkLst>
            <pc:docMk/>
            <pc:sldMk cId="3742581188" sldId="295"/>
            <ac:spMk id="112" creationId="{0C965D20-F9D2-0A04-883A-36B15B09580F}"/>
          </ac:spMkLst>
        </pc:spChg>
      </pc:sldChg>
      <pc:sldChg chg="modSp mod">
        <pc:chgData name="Philippe Farhat (MiddleEast)" userId="60c7cd39-c915-418d-87a2-1a0a21fdc788" providerId="ADAL" clId="{9DB53FF4-3919-4900-8139-0E6768B5F10E}" dt="2026-05-25T08:47:18.773" v="7846" actId="26606"/>
        <pc:sldMkLst>
          <pc:docMk/>
          <pc:sldMk cId="2672280167" sldId="2147483639"/>
        </pc:sldMkLst>
        <pc:grpChg chg="add mod">
          <ac:chgData name="Philippe Farhat (MiddleEast)" userId="60c7cd39-c915-418d-87a2-1a0a21fdc788" providerId="ADAL" clId="{9DB53FF4-3919-4900-8139-0E6768B5F10E}" dt="2026-05-25T08:47:18.773" v="7846" actId="26606"/>
          <ac:grpSpMkLst>
            <pc:docMk/>
            <pc:sldMk cId="2672280167" sldId="2147483639"/>
            <ac:grpSpMk id="15" creationId="{56590260-00C4-E4B0-606E-3AF0CF6B65D8}"/>
          </ac:grpSpMkLst>
        </pc:grpChg>
      </pc:sldChg>
      <pc:sldChg chg="addSp delSp modSp new mod ord">
        <pc:chgData name="Philippe Farhat (MiddleEast)" userId="60c7cd39-c915-418d-87a2-1a0a21fdc788" providerId="ADAL" clId="{9DB53FF4-3919-4900-8139-0E6768B5F10E}" dt="2026-05-22T16:33:36.932" v="7607" actId="242"/>
        <pc:sldMkLst>
          <pc:docMk/>
          <pc:sldMk cId="656490695" sldId="2147483641"/>
        </pc:sldMkLst>
        <pc:spChg chg="mod">
          <ac:chgData name="Philippe Farhat (MiddleEast)" userId="60c7cd39-c915-418d-87a2-1a0a21fdc788" providerId="ADAL" clId="{9DB53FF4-3919-4900-8139-0E6768B5F10E}" dt="2026-05-22T14:20:55.476" v="4663" actId="948"/>
          <ac:spMkLst>
            <pc:docMk/>
            <pc:sldMk cId="656490695" sldId="2147483641"/>
            <ac:spMk id="3" creationId="{2A6686BF-CF24-02D8-D6C4-CCE38952CE52}"/>
          </ac:spMkLst>
        </pc:spChg>
        <pc:spChg chg="mod">
          <ac:chgData name="Philippe Farhat (MiddleEast)" userId="60c7cd39-c915-418d-87a2-1a0a21fdc788" providerId="ADAL" clId="{9DB53FF4-3919-4900-8139-0E6768B5F10E}" dt="2026-05-22T14:20:42.437" v="4659"/>
          <ac:spMkLst>
            <pc:docMk/>
            <pc:sldMk cId="656490695" sldId="2147483641"/>
            <ac:spMk id="4" creationId="{4AB9DC2A-F4BB-9B2E-5BEA-EA6E73DFDFF7}"/>
          </ac:spMkLst>
        </pc:spChg>
        <pc:spChg chg="mod">
          <ac:chgData name="Philippe Farhat (MiddleEast)" userId="60c7cd39-c915-418d-87a2-1a0a21fdc788" providerId="ADAL" clId="{9DB53FF4-3919-4900-8139-0E6768B5F10E}" dt="2026-05-22T16:00:59.123" v="6652"/>
          <ac:spMkLst>
            <pc:docMk/>
            <pc:sldMk cId="656490695" sldId="2147483641"/>
            <ac:spMk id="5" creationId="{31031648-F378-FC7B-ADD1-7B2E388AF6D5}"/>
          </ac:spMkLst>
        </pc:spChg>
        <pc:spChg chg="mod topLvl">
          <ac:chgData name="Philippe Farhat (MiddleEast)" userId="60c7cd39-c915-418d-87a2-1a0a21fdc788" providerId="ADAL" clId="{9DB53FF4-3919-4900-8139-0E6768B5F10E}" dt="2026-05-22T16:33:36.932" v="7607" actId="242"/>
          <ac:spMkLst>
            <pc:docMk/>
            <pc:sldMk cId="656490695" sldId="2147483641"/>
            <ac:spMk id="12" creationId="{B2F394E8-A02F-CC33-9949-51F393254ED9}"/>
          </ac:spMkLst>
        </pc:spChg>
        <pc:spChg chg="mod">
          <ac:chgData name="Philippe Farhat (MiddleEast)" userId="60c7cd39-c915-418d-87a2-1a0a21fdc788" providerId="ADAL" clId="{9DB53FF4-3919-4900-8139-0E6768B5F10E}" dt="2026-05-22T14:29:28.436" v="4869" actId="554"/>
          <ac:spMkLst>
            <pc:docMk/>
            <pc:sldMk cId="656490695" sldId="2147483641"/>
            <ac:spMk id="23" creationId="{C5B40E78-A79C-5FE5-505B-58225B63DFE4}"/>
          </ac:spMkLst>
        </pc:spChg>
        <pc:spChg chg="mod">
          <ac:chgData name="Philippe Farhat (MiddleEast)" userId="60c7cd39-c915-418d-87a2-1a0a21fdc788" providerId="ADAL" clId="{9DB53FF4-3919-4900-8139-0E6768B5F10E}" dt="2026-05-22T14:28:06.652" v="4845" actId="553"/>
          <ac:spMkLst>
            <pc:docMk/>
            <pc:sldMk cId="656490695" sldId="2147483641"/>
            <ac:spMk id="25" creationId="{5C10127D-D634-E889-0C32-CCD6350B7C76}"/>
          </ac:spMkLst>
        </pc:spChg>
        <pc:spChg chg="mod">
          <ac:chgData name="Philippe Farhat (MiddleEast)" userId="60c7cd39-c915-418d-87a2-1a0a21fdc788" providerId="ADAL" clId="{9DB53FF4-3919-4900-8139-0E6768B5F10E}" dt="2026-05-22T14:29:28.436" v="4869" actId="554"/>
          <ac:spMkLst>
            <pc:docMk/>
            <pc:sldMk cId="656490695" sldId="2147483641"/>
            <ac:spMk id="28" creationId="{2F8FF703-4B2B-07D9-7B1E-E6D16959B322}"/>
          </ac:spMkLst>
        </pc:spChg>
        <pc:spChg chg="mod">
          <ac:chgData name="Philippe Farhat (MiddleEast)" userId="60c7cd39-c915-418d-87a2-1a0a21fdc788" providerId="ADAL" clId="{9DB53FF4-3919-4900-8139-0E6768B5F10E}" dt="2026-05-22T15:58:23.556" v="6587" actId="207"/>
          <ac:spMkLst>
            <pc:docMk/>
            <pc:sldMk cId="656490695" sldId="2147483641"/>
            <ac:spMk id="30" creationId="{8DEF3451-3AC3-AB9D-A9DD-3045DAF4F592}"/>
          </ac:spMkLst>
        </pc:spChg>
        <pc:spChg chg="mod">
          <ac:chgData name="Philippe Farhat (MiddleEast)" userId="60c7cd39-c915-418d-87a2-1a0a21fdc788" providerId="ADAL" clId="{9DB53FF4-3919-4900-8139-0E6768B5F10E}" dt="2026-05-22T14:29:28.436" v="4869" actId="554"/>
          <ac:spMkLst>
            <pc:docMk/>
            <pc:sldMk cId="656490695" sldId="2147483641"/>
            <ac:spMk id="33" creationId="{5F33E196-4762-9816-7064-E21D7984F3B5}"/>
          </ac:spMkLst>
        </pc:spChg>
        <pc:spChg chg="mod">
          <ac:chgData name="Philippe Farhat (MiddleEast)" userId="60c7cd39-c915-418d-87a2-1a0a21fdc788" providerId="ADAL" clId="{9DB53FF4-3919-4900-8139-0E6768B5F10E}" dt="2026-05-22T14:28:14.139" v="4848" actId="553"/>
          <ac:spMkLst>
            <pc:docMk/>
            <pc:sldMk cId="656490695" sldId="2147483641"/>
            <ac:spMk id="35" creationId="{65947695-16ED-D091-6B27-398D656E6D5A}"/>
          </ac:spMkLst>
        </pc:spChg>
        <pc:spChg chg="mod">
          <ac:chgData name="Philippe Farhat (MiddleEast)" userId="60c7cd39-c915-418d-87a2-1a0a21fdc788" providerId="ADAL" clId="{9DB53FF4-3919-4900-8139-0E6768B5F10E}" dt="2026-05-22T14:29:28.436" v="4869" actId="554"/>
          <ac:spMkLst>
            <pc:docMk/>
            <pc:sldMk cId="656490695" sldId="2147483641"/>
            <ac:spMk id="38" creationId="{DD5933F9-513A-CFA7-88D2-71A4DC5119E5}"/>
          </ac:spMkLst>
        </pc:spChg>
        <pc:spChg chg="mod">
          <ac:chgData name="Philippe Farhat (MiddleEast)" userId="60c7cd39-c915-418d-87a2-1a0a21fdc788" providerId="ADAL" clId="{9DB53FF4-3919-4900-8139-0E6768B5F10E}" dt="2026-05-22T14:51:26.299" v="5890" actId="14100"/>
          <ac:spMkLst>
            <pc:docMk/>
            <pc:sldMk cId="656490695" sldId="2147483641"/>
            <ac:spMk id="42" creationId="{1FE52909-9423-9903-8FB9-748D4B50FC70}"/>
          </ac:spMkLst>
        </pc:spChg>
        <pc:spChg chg="mod">
          <ac:chgData name="Philippe Farhat (MiddleEast)" userId="60c7cd39-c915-418d-87a2-1a0a21fdc788" providerId="ADAL" clId="{9DB53FF4-3919-4900-8139-0E6768B5F10E}" dt="2026-05-22T15:58:31.176" v="6588" actId="208"/>
          <ac:spMkLst>
            <pc:docMk/>
            <pc:sldMk cId="656490695" sldId="2147483641"/>
            <ac:spMk id="44" creationId="{35F52667-D718-85DE-B3C6-C50B3EDAD74B}"/>
          </ac:spMkLst>
        </pc:spChg>
        <pc:spChg chg="mod topLvl">
          <ac:chgData name="Philippe Farhat (MiddleEast)" userId="60c7cd39-c915-418d-87a2-1a0a21fdc788" providerId="ADAL" clId="{9DB53FF4-3919-4900-8139-0E6768B5F10E}" dt="2026-05-22T14:21:47.009" v="4707" actId="1076"/>
          <ac:spMkLst>
            <pc:docMk/>
            <pc:sldMk cId="656490695" sldId="2147483641"/>
            <ac:spMk id="48" creationId="{9D4CDC23-FA8C-602D-7257-7F6C25CDEB94}"/>
          </ac:spMkLst>
        </pc:spChg>
        <pc:spChg chg="mod">
          <ac:chgData name="Philippe Farhat (MiddleEast)" userId="60c7cd39-c915-418d-87a2-1a0a21fdc788" providerId="ADAL" clId="{9DB53FF4-3919-4900-8139-0E6768B5F10E}" dt="2026-05-22T14:51:32.421" v="5891" actId="20577"/>
          <ac:spMkLst>
            <pc:docMk/>
            <pc:sldMk cId="656490695" sldId="2147483641"/>
            <ac:spMk id="49" creationId="{063FAA46-2753-8215-3B63-D937DF1C04BF}"/>
          </ac:spMkLst>
        </pc:spChg>
        <pc:spChg chg="mod">
          <ac:chgData name="Philippe Farhat (MiddleEast)" userId="60c7cd39-c915-418d-87a2-1a0a21fdc788" providerId="ADAL" clId="{9DB53FF4-3919-4900-8139-0E6768B5F10E}" dt="2026-05-22T14:30:42.497" v="4911" actId="12788"/>
          <ac:spMkLst>
            <pc:docMk/>
            <pc:sldMk cId="656490695" sldId="2147483641"/>
            <ac:spMk id="53" creationId="{0D244D09-E57A-14FE-D31F-EE654198B749}"/>
          </ac:spMkLst>
        </pc:spChg>
        <pc:spChg chg="mod">
          <ac:chgData name="Philippe Farhat (MiddleEast)" userId="60c7cd39-c915-418d-87a2-1a0a21fdc788" providerId="ADAL" clId="{9DB53FF4-3919-4900-8139-0E6768B5F10E}" dt="2026-05-22T14:30:42.497" v="4911" actId="12788"/>
          <ac:spMkLst>
            <pc:docMk/>
            <pc:sldMk cId="656490695" sldId="2147483641"/>
            <ac:spMk id="54" creationId="{AEB92C39-2DB8-0F4B-BDD2-A697203AE9AC}"/>
          </ac:spMkLst>
        </pc:spChg>
        <pc:spChg chg="mod">
          <ac:chgData name="Philippe Farhat (MiddleEast)" userId="60c7cd39-c915-418d-87a2-1a0a21fdc788" providerId="ADAL" clId="{9DB53FF4-3919-4900-8139-0E6768B5F10E}" dt="2026-05-22T14:30:45.608" v="4912" actId="12788"/>
          <ac:spMkLst>
            <pc:docMk/>
            <pc:sldMk cId="656490695" sldId="2147483641"/>
            <ac:spMk id="57" creationId="{03FF697B-F1B0-32DF-44FC-5C6319A16B0C}"/>
          </ac:spMkLst>
        </pc:spChg>
        <pc:spChg chg="mod">
          <ac:chgData name="Philippe Farhat (MiddleEast)" userId="60c7cd39-c915-418d-87a2-1a0a21fdc788" providerId="ADAL" clId="{9DB53FF4-3919-4900-8139-0E6768B5F10E}" dt="2026-05-22T14:30:45.608" v="4912" actId="12788"/>
          <ac:spMkLst>
            <pc:docMk/>
            <pc:sldMk cId="656490695" sldId="2147483641"/>
            <ac:spMk id="58" creationId="{A6C48D4C-0EA8-8D5C-18A5-254D11B2CDE8}"/>
          </ac:spMkLst>
        </pc:spChg>
        <pc:spChg chg="mod">
          <ac:chgData name="Philippe Farhat (MiddleEast)" userId="60c7cd39-c915-418d-87a2-1a0a21fdc788" providerId="ADAL" clId="{9DB53FF4-3919-4900-8139-0E6768B5F10E}" dt="2026-05-22T14:30:17.575" v="4895" actId="408"/>
          <ac:spMkLst>
            <pc:docMk/>
            <pc:sldMk cId="656490695" sldId="2147483641"/>
            <ac:spMk id="59" creationId="{C31B6774-0431-014D-6CF2-8B3CCFFC2DF6}"/>
          </ac:spMkLst>
        </pc:spChg>
        <pc:spChg chg="mod topLvl">
          <ac:chgData name="Philippe Farhat (MiddleEast)" userId="60c7cd39-c915-418d-87a2-1a0a21fdc788" providerId="ADAL" clId="{9DB53FF4-3919-4900-8139-0E6768B5F10E}" dt="2026-05-22T14:30:49.181" v="4913" actId="12788"/>
          <ac:spMkLst>
            <pc:docMk/>
            <pc:sldMk cId="656490695" sldId="2147483641"/>
            <ac:spMk id="62" creationId="{1EE7087F-8045-47F7-BF55-C1D7E749038D}"/>
          </ac:spMkLst>
        </pc:spChg>
        <pc:spChg chg="mod topLvl">
          <ac:chgData name="Philippe Farhat (MiddleEast)" userId="60c7cd39-c915-418d-87a2-1a0a21fdc788" providerId="ADAL" clId="{9DB53FF4-3919-4900-8139-0E6768B5F10E}" dt="2026-05-22T14:30:49.181" v="4913" actId="12788"/>
          <ac:spMkLst>
            <pc:docMk/>
            <pc:sldMk cId="656490695" sldId="2147483641"/>
            <ac:spMk id="63" creationId="{3DC3944B-D0C7-9060-1CA3-272C29420E10}"/>
          </ac:spMkLst>
        </pc:spChg>
        <pc:spChg chg="mod">
          <ac:chgData name="Philippe Farhat (MiddleEast)" userId="60c7cd39-c915-418d-87a2-1a0a21fdc788" providerId="ADAL" clId="{9DB53FF4-3919-4900-8139-0E6768B5F10E}" dt="2026-05-22T14:30:17.575" v="4895" actId="408"/>
          <ac:spMkLst>
            <pc:docMk/>
            <pc:sldMk cId="656490695" sldId="2147483641"/>
            <ac:spMk id="64" creationId="{1F32A4AD-87C5-DA35-1649-1D21C52E8F8D}"/>
          </ac:spMkLst>
        </pc:spChg>
        <pc:spChg chg="mod">
          <ac:chgData name="Philippe Farhat (MiddleEast)" userId="60c7cd39-c915-418d-87a2-1a0a21fdc788" providerId="ADAL" clId="{9DB53FF4-3919-4900-8139-0E6768B5F10E}" dt="2026-05-22T14:30:53.435" v="4914" actId="12788"/>
          <ac:spMkLst>
            <pc:docMk/>
            <pc:sldMk cId="656490695" sldId="2147483641"/>
            <ac:spMk id="67" creationId="{A3F71ECF-C3B7-569C-DBDC-82F0E4081263}"/>
          </ac:spMkLst>
        </pc:spChg>
        <pc:spChg chg="mod">
          <ac:chgData name="Philippe Farhat (MiddleEast)" userId="60c7cd39-c915-418d-87a2-1a0a21fdc788" providerId="ADAL" clId="{9DB53FF4-3919-4900-8139-0E6768B5F10E}" dt="2026-05-22T14:30:53.435" v="4914" actId="12788"/>
          <ac:spMkLst>
            <pc:docMk/>
            <pc:sldMk cId="656490695" sldId="2147483641"/>
            <ac:spMk id="68" creationId="{B857A4D8-D550-4019-8F27-EA9319FC83A0}"/>
          </ac:spMkLst>
        </pc:spChg>
        <pc:spChg chg="mod topLvl">
          <ac:chgData name="Philippe Farhat (MiddleEast)" userId="60c7cd39-c915-418d-87a2-1a0a21fdc788" providerId="ADAL" clId="{9DB53FF4-3919-4900-8139-0E6768B5F10E}" dt="2026-05-22T14:30:17.575" v="4895" actId="408"/>
          <ac:spMkLst>
            <pc:docMk/>
            <pc:sldMk cId="656490695" sldId="2147483641"/>
            <ac:spMk id="69" creationId="{04961391-2672-60C7-E1D1-996E180F3221}"/>
          </ac:spMkLst>
        </pc:spChg>
        <pc:spChg chg="add mod">
          <ac:chgData name="Philippe Farhat (MiddleEast)" userId="60c7cd39-c915-418d-87a2-1a0a21fdc788" providerId="ADAL" clId="{9DB53FF4-3919-4900-8139-0E6768B5F10E}" dt="2026-05-22T15:57:56.572" v="6584" actId="692"/>
          <ac:spMkLst>
            <pc:docMk/>
            <pc:sldMk cId="656490695" sldId="2147483641"/>
            <ac:spMk id="132" creationId="{F61E7491-88E1-577F-B494-11E875302B24}"/>
          </ac:spMkLst>
        </pc:spChg>
        <pc:spChg chg="add mod">
          <ac:chgData name="Philippe Farhat (MiddleEast)" userId="60c7cd39-c915-418d-87a2-1a0a21fdc788" providerId="ADAL" clId="{9DB53FF4-3919-4900-8139-0E6768B5F10E}" dt="2026-05-22T15:57:56.572" v="6584" actId="692"/>
          <ac:spMkLst>
            <pc:docMk/>
            <pc:sldMk cId="656490695" sldId="2147483641"/>
            <ac:spMk id="133" creationId="{E4ECE641-B9C4-83B7-9054-94A4014BD084}"/>
          </ac:spMkLst>
        </pc:spChg>
        <pc:spChg chg="add mod">
          <ac:chgData name="Philippe Farhat (MiddleEast)" userId="60c7cd39-c915-418d-87a2-1a0a21fdc788" providerId="ADAL" clId="{9DB53FF4-3919-4900-8139-0E6768B5F10E}" dt="2026-05-22T15:57:56.572" v="6584" actId="692"/>
          <ac:spMkLst>
            <pc:docMk/>
            <pc:sldMk cId="656490695" sldId="2147483641"/>
            <ac:spMk id="134" creationId="{4963F48F-B54F-9CE2-B04F-3A86CAC29226}"/>
          </ac:spMkLst>
        </pc:spChg>
        <pc:spChg chg="add mod">
          <ac:chgData name="Philippe Farhat (MiddleEast)" userId="60c7cd39-c915-418d-87a2-1a0a21fdc788" providerId="ADAL" clId="{9DB53FF4-3919-4900-8139-0E6768B5F10E}" dt="2026-05-22T15:57:56.572" v="6584" actId="692"/>
          <ac:spMkLst>
            <pc:docMk/>
            <pc:sldMk cId="656490695" sldId="2147483641"/>
            <ac:spMk id="135" creationId="{ADA65E4E-E115-599B-DC40-2F087EA1A42D}"/>
          </ac:spMkLst>
        </pc:spChg>
        <pc:graphicFrameChg chg="add mod ord modVis">
          <ac:chgData name="Philippe Farhat (MiddleEast)" userId="60c7cd39-c915-418d-87a2-1a0a21fdc788" providerId="ADAL" clId="{9DB53FF4-3919-4900-8139-0E6768B5F10E}" dt="2026-05-22T14:20:55.527" v="4687"/>
          <ac:graphicFrameMkLst>
            <pc:docMk/>
            <pc:sldMk cId="656490695" sldId="2147483641"/>
            <ac:graphicFrameMk id="7" creationId="{BC295388-C77B-4FFF-361D-1E9056FD6F75}"/>
          </ac:graphicFrameMkLst>
        </pc:graphicFrameChg>
        <pc:picChg chg="add mod">
          <ac:chgData name="Philippe Farhat (MiddleEast)" userId="60c7cd39-c915-418d-87a2-1a0a21fdc788" providerId="ADAL" clId="{9DB53FF4-3919-4900-8139-0E6768B5F10E}" dt="2026-05-22T15:56:45.482" v="6573"/>
          <ac:picMkLst>
            <pc:docMk/>
            <pc:sldMk cId="656490695" sldId="2147483641"/>
            <ac:picMk id="131" creationId="{168A6DB3-CDD7-8B99-8D99-BE3E0EE31CA4}"/>
          </ac:picMkLst>
        </pc:picChg>
        <pc:picChg chg="add mod">
          <ac:chgData name="Philippe Farhat (MiddleEast)" userId="60c7cd39-c915-418d-87a2-1a0a21fdc788" providerId="ADAL" clId="{9DB53FF4-3919-4900-8139-0E6768B5F10E}" dt="2026-05-22T15:58:51.436" v="6591" actId="1076"/>
          <ac:picMkLst>
            <pc:docMk/>
            <pc:sldMk cId="656490695" sldId="2147483641"/>
            <ac:picMk id="138" creationId="{29FE1C14-0D59-F994-C8B1-E6C86A0A60E7}"/>
          </ac:picMkLst>
        </pc:picChg>
        <pc:picChg chg="add mod">
          <ac:chgData name="Philippe Farhat (MiddleEast)" userId="60c7cd39-c915-418d-87a2-1a0a21fdc788" providerId="ADAL" clId="{9DB53FF4-3919-4900-8139-0E6768B5F10E}" dt="2026-05-22T15:59:04.847" v="6594" actId="1076"/>
          <ac:picMkLst>
            <pc:docMk/>
            <pc:sldMk cId="656490695" sldId="2147483641"/>
            <ac:picMk id="140" creationId="{09EA6B32-F74C-D04F-412A-FF3BCA695868}"/>
          </ac:picMkLst>
        </pc:picChg>
        <pc:picChg chg="add mod">
          <ac:chgData name="Philippe Farhat (MiddleEast)" userId="60c7cd39-c915-418d-87a2-1a0a21fdc788" providerId="ADAL" clId="{9DB53FF4-3919-4900-8139-0E6768B5F10E}" dt="2026-05-22T15:59:21.309" v="6597" actId="1076"/>
          <ac:picMkLst>
            <pc:docMk/>
            <pc:sldMk cId="656490695" sldId="2147483641"/>
            <ac:picMk id="142" creationId="{A7CB927E-F27C-FC4C-853F-C259A0E4641D}"/>
          </ac:picMkLst>
        </pc:picChg>
        <pc:picChg chg="add mod">
          <ac:chgData name="Philippe Farhat (MiddleEast)" userId="60c7cd39-c915-418d-87a2-1a0a21fdc788" providerId="ADAL" clId="{9DB53FF4-3919-4900-8139-0E6768B5F10E}" dt="2026-05-22T15:59:42.861" v="6601" actId="1076"/>
          <ac:picMkLst>
            <pc:docMk/>
            <pc:sldMk cId="656490695" sldId="2147483641"/>
            <ac:picMk id="144" creationId="{BA1C5568-3D62-C000-55AA-0719864F3310}"/>
          </ac:picMkLst>
        </pc:picChg>
        <pc:picChg chg="add mod">
          <ac:chgData name="Philippe Farhat (MiddleEast)" userId="60c7cd39-c915-418d-87a2-1a0a21fdc788" providerId="ADAL" clId="{9DB53FF4-3919-4900-8139-0E6768B5F10E}" dt="2026-05-22T16:00:11.244" v="6614"/>
          <ac:picMkLst>
            <pc:docMk/>
            <pc:sldMk cId="656490695" sldId="2147483641"/>
            <ac:picMk id="146" creationId="{8365EE56-8256-F337-BBB7-292AD9D68913}"/>
          </ac:picMkLst>
        </pc:picChg>
      </pc:sldChg>
      <pc:sldChg chg="addSp delSp modSp new mod ord">
        <pc:chgData name="Philippe Farhat (MiddleEast)" userId="60c7cd39-c915-418d-87a2-1a0a21fdc788" providerId="ADAL" clId="{9DB53FF4-3919-4900-8139-0E6768B5F10E}" dt="2026-06-03T19:25:22.896" v="12898"/>
        <pc:sldMkLst>
          <pc:docMk/>
          <pc:sldMk cId="173346241" sldId="2147483642"/>
        </pc:sldMkLst>
        <pc:spChg chg="mod ord">
          <ac:chgData name="Philippe Farhat (MiddleEast)" userId="60c7cd39-c915-418d-87a2-1a0a21fdc788" providerId="ADAL" clId="{9DB53FF4-3919-4900-8139-0E6768B5F10E}" dt="2026-05-22T14:46:29.783" v="5647"/>
          <ac:spMkLst>
            <pc:docMk/>
            <pc:sldMk cId="173346241" sldId="2147483642"/>
            <ac:spMk id="3" creationId="{9E208142-7FB1-A767-9E48-D84596A8113F}"/>
          </ac:spMkLst>
        </pc:spChg>
        <pc:spChg chg="mod ord">
          <ac:chgData name="Philippe Farhat (MiddleEast)" userId="60c7cd39-c915-418d-87a2-1a0a21fdc788" providerId="ADAL" clId="{9DB53FF4-3919-4900-8139-0E6768B5F10E}" dt="2026-05-22T14:46:29.783" v="5649"/>
          <ac:spMkLst>
            <pc:docMk/>
            <pc:sldMk cId="173346241" sldId="2147483642"/>
            <ac:spMk id="4" creationId="{D009768F-FAF8-64DE-8F75-7DEA298D22B2}"/>
          </ac:spMkLst>
        </pc:spChg>
        <pc:spChg chg="mod ord">
          <ac:chgData name="Philippe Farhat (MiddleEast)" userId="60c7cd39-c915-418d-87a2-1a0a21fdc788" providerId="ADAL" clId="{9DB53FF4-3919-4900-8139-0E6768B5F10E}" dt="2026-05-22T16:00:55.096" v="6651" actId="20577"/>
          <ac:spMkLst>
            <pc:docMk/>
            <pc:sldMk cId="173346241" sldId="2147483642"/>
            <ac:spMk id="5" creationId="{314B983E-A0CC-4EA1-8B9E-0925DA3DF64D}"/>
          </ac:spMkLst>
        </pc:spChg>
        <pc:spChg chg="mod ord topLvl">
          <ac:chgData name="Philippe Farhat (MiddleEast)" userId="60c7cd39-c915-418d-87a2-1a0a21fdc788" providerId="ADAL" clId="{9DB53FF4-3919-4900-8139-0E6768B5F10E}" dt="2026-05-22T16:06:58.792" v="6809" actId="164"/>
          <ac:spMkLst>
            <pc:docMk/>
            <pc:sldMk cId="173346241" sldId="2147483642"/>
            <ac:spMk id="9" creationId="{A059693A-848C-09B5-9082-2C613DC0B4BA}"/>
          </ac:spMkLst>
        </pc:spChg>
        <pc:spChg chg="mod ord topLvl">
          <ac:chgData name="Philippe Farhat (MiddleEast)" userId="60c7cd39-c915-418d-87a2-1a0a21fdc788" providerId="ADAL" clId="{9DB53FF4-3919-4900-8139-0E6768B5F10E}" dt="2026-05-22T16:07:22.017" v="6818" actId="465"/>
          <ac:spMkLst>
            <pc:docMk/>
            <pc:sldMk cId="173346241" sldId="2147483642"/>
            <ac:spMk id="10" creationId="{D200D348-5911-05B0-4E06-4E94D3E411EE}"/>
          </ac:spMkLst>
        </pc:spChg>
        <pc:spChg chg="mod ord topLvl">
          <ac:chgData name="Philippe Farhat (MiddleEast)" userId="60c7cd39-c915-418d-87a2-1a0a21fdc788" providerId="ADAL" clId="{9DB53FF4-3919-4900-8139-0E6768B5F10E}" dt="2026-05-22T16:07:22.017" v="6818" actId="465"/>
          <ac:spMkLst>
            <pc:docMk/>
            <pc:sldMk cId="173346241" sldId="2147483642"/>
            <ac:spMk id="11" creationId="{3826A6D0-CB95-68CA-2E5A-0FA9514080B3}"/>
          </ac:spMkLst>
        </pc:spChg>
        <pc:spChg chg="mod ord topLvl">
          <ac:chgData name="Philippe Farhat (MiddleEast)" userId="60c7cd39-c915-418d-87a2-1a0a21fdc788" providerId="ADAL" clId="{9DB53FF4-3919-4900-8139-0E6768B5F10E}" dt="2026-05-22T16:07:22.017" v="6818" actId="465"/>
          <ac:spMkLst>
            <pc:docMk/>
            <pc:sldMk cId="173346241" sldId="2147483642"/>
            <ac:spMk id="12" creationId="{515D766D-E33F-EEA2-BCEA-0D5C9AA7C192}"/>
          </ac:spMkLst>
        </pc:spChg>
        <pc:spChg chg="mod ord topLvl">
          <ac:chgData name="Philippe Farhat (MiddleEast)" userId="60c7cd39-c915-418d-87a2-1a0a21fdc788" providerId="ADAL" clId="{9DB53FF4-3919-4900-8139-0E6768B5F10E}" dt="2026-05-22T16:07:05.884" v="6813" actId="164"/>
          <ac:spMkLst>
            <pc:docMk/>
            <pc:sldMk cId="173346241" sldId="2147483642"/>
            <ac:spMk id="13" creationId="{79869E50-4012-FBF6-DAB7-00B19147CA6D}"/>
          </ac:spMkLst>
        </pc:spChg>
        <pc:spChg chg="mod ord topLvl">
          <ac:chgData name="Philippe Farhat (MiddleEast)" userId="60c7cd39-c915-418d-87a2-1a0a21fdc788" providerId="ADAL" clId="{9DB53FF4-3919-4900-8139-0E6768B5F10E}" dt="2026-05-22T16:07:17.516" v="6817" actId="165"/>
          <ac:spMkLst>
            <pc:docMk/>
            <pc:sldMk cId="173346241" sldId="2147483642"/>
            <ac:spMk id="19" creationId="{B12957CC-9E90-F1C5-0187-62F6036AFCA5}"/>
          </ac:spMkLst>
        </pc:spChg>
        <pc:spChg chg="mod ord">
          <ac:chgData name="Philippe Farhat (MiddleEast)" userId="60c7cd39-c915-418d-87a2-1a0a21fdc788" providerId="ADAL" clId="{9DB53FF4-3919-4900-8139-0E6768B5F10E}" dt="2026-05-22T16:34:18.210" v="7620" actId="948"/>
          <ac:spMkLst>
            <pc:docMk/>
            <pc:sldMk cId="173346241" sldId="2147483642"/>
            <ac:spMk id="20" creationId="{152DAFAB-D89E-A353-92B0-F635116FDFC0}"/>
          </ac:spMkLst>
        </pc:spChg>
        <pc:spChg chg="mod ord">
          <ac:chgData name="Philippe Farhat (MiddleEast)" userId="60c7cd39-c915-418d-87a2-1a0a21fdc788" providerId="ADAL" clId="{9DB53FF4-3919-4900-8139-0E6768B5F10E}" dt="2026-05-22T16:07:02.696" v="6811" actId="164"/>
          <ac:spMkLst>
            <pc:docMk/>
            <pc:sldMk cId="173346241" sldId="2147483642"/>
            <ac:spMk id="21" creationId="{528DCBE9-3A23-5E68-C228-CD3B15DDD0DC}"/>
          </ac:spMkLst>
        </pc:spChg>
        <pc:spChg chg="mod ord topLvl">
          <ac:chgData name="Philippe Farhat (MiddleEast)" userId="60c7cd39-c915-418d-87a2-1a0a21fdc788" providerId="ADAL" clId="{9DB53FF4-3919-4900-8139-0E6768B5F10E}" dt="2026-05-22T16:07:04.375" v="6812" actId="164"/>
          <ac:spMkLst>
            <pc:docMk/>
            <pc:sldMk cId="173346241" sldId="2147483642"/>
            <ac:spMk id="22" creationId="{8D6117DC-25E8-91F9-1D83-51115FC4C1C1}"/>
          </ac:spMkLst>
        </pc:spChg>
        <pc:spChg chg="mod ord topLvl">
          <ac:chgData name="Philippe Farhat (MiddleEast)" userId="60c7cd39-c915-418d-87a2-1a0a21fdc788" providerId="ADAL" clId="{9DB53FF4-3919-4900-8139-0E6768B5F10E}" dt="2026-05-22T16:07:05.884" v="6813" actId="164"/>
          <ac:spMkLst>
            <pc:docMk/>
            <pc:sldMk cId="173346241" sldId="2147483642"/>
            <ac:spMk id="23" creationId="{10FE6468-C6AD-D84A-B566-D56A0B0D6369}"/>
          </ac:spMkLst>
        </pc:spChg>
        <pc:spChg chg="mod ord topLvl">
          <ac:chgData name="Philippe Farhat (MiddleEast)" userId="60c7cd39-c915-418d-87a2-1a0a21fdc788" providerId="ADAL" clId="{9DB53FF4-3919-4900-8139-0E6768B5F10E}" dt="2026-05-22T16:38:33.565" v="7747" actId="12788"/>
          <ac:spMkLst>
            <pc:docMk/>
            <pc:sldMk cId="173346241" sldId="2147483642"/>
            <ac:spMk id="24" creationId="{2FE174B4-4410-EDE4-A493-6D0D672D4750}"/>
          </ac:spMkLst>
        </pc:spChg>
        <pc:spChg chg="mod ord topLvl">
          <ac:chgData name="Philippe Farhat (MiddleEast)" userId="60c7cd39-c915-418d-87a2-1a0a21fdc788" providerId="ADAL" clId="{9DB53FF4-3919-4900-8139-0E6768B5F10E}" dt="2026-05-22T16:38:33.565" v="7747" actId="12788"/>
          <ac:spMkLst>
            <pc:docMk/>
            <pc:sldMk cId="173346241" sldId="2147483642"/>
            <ac:spMk id="27" creationId="{A43C384D-6193-AC22-1F80-257C1E3BBD54}"/>
          </ac:spMkLst>
        </pc:spChg>
        <pc:spChg chg="mod">
          <ac:chgData name="Philippe Farhat (MiddleEast)" userId="60c7cd39-c915-418d-87a2-1a0a21fdc788" providerId="ADAL" clId="{9DB53FF4-3919-4900-8139-0E6768B5F10E}" dt="2026-05-22T16:09:23.775" v="6863"/>
          <ac:spMkLst>
            <pc:docMk/>
            <pc:sldMk cId="173346241" sldId="2147483642"/>
            <ac:spMk id="29" creationId="{FBF1BFCD-EC58-3596-D63B-BBCB4DE95605}"/>
          </ac:spMkLst>
        </pc:spChg>
        <pc:spChg chg="mod">
          <ac:chgData name="Philippe Farhat (MiddleEast)" userId="60c7cd39-c915-418d-87a2-1a0a21fdc788" providerId="ADAL" clId="{9DB53FF4-3919-4900-8139-0E6768B5F10E}" dt="2026-05-22T16:09:22.386" v="6861"/>
          <ac:spMkLst>
            <pc:docMk/>
            <pc:sldMk cId="173346241" sldId="2147483642"/>
            <ac:spMk id="34" creationId="{C9D7A379-2DD2-166B-5618-01ECA7AA4AD4}"/>
          </ac:spMkLst>
        </pc:spChg>
        <pc:spChg chg="mod">
          <ac:chgData name="Philippe Farhat (MiddleEast)" userId="60c7cd39-c915-418d-87a2-1a0a21fdc788" providerId="ADAL" clId="{9DB53FF4-3919-4900-8139-0E6768B5F10E}" dt="2026-05-22T16:09:20.553" v="6859"/>
          <ac:spMkLst>
            <pc:docMk/>
            <pc:sldMk cId="173346241" sldId="2147483642"/>
            <ac:spMk id="39" creationId="{F8C82312-7463-F89C-9D57-9508C136B9E3}"/>
          </ac:spMkLst>
        </pc:spChg>
        <pc:spChg chg="mod">
          <ac:chgData name="Philippe Farhat (MiddleEast)" userId="60c7cd39-c915-418d-87a2-1a0a21fdc788" providerId="ADAL" clId="{9DB53FF4-3919-4900-8139-0E6768B5F10E}" dt="2026-05-22T16:09:18.131" v="6855"/>
          <ac:spMkLst>
            <pc:docMk/>
            <pc:sldMk cId="173346241" sldId="2147483642"/>
            <ac:spMk id="44" creationId="{51EE17F5-8B4A-694A-3EDF-D181F8F9783E}"/>
          </ac:spMkLst>
        </pc:spChg>
        <pc:spChg chg="mod">
          <ac:chgData name="Philippe Farhat (MiddleEast)" userId="60c7cd39-c915-418d-87a2-1a0a21fdc788" providerId="ADAL" clId="{9DB53FF4-3919-4900-8139-0E6768B5F10E}" dt="2026-05-22T16:09:41.870" v="6872" actId="3064"/>
          <ac:spMkLst>
            <pc:docMk/>
            <pc:sldMk cId="173346241" sldId="2147483642"/>
            <ac:spMk id="49" creationId="{4B8589CE-8B61-8455-558C-EB026CC75D71}"/>
          </ac:spMkLst>
        </pc:spChg>
        <pc:spChg chg="mod ord">
          <ac:chgData name="Philippe Farhat (MiddleEast)" userId="60c7cd39-c915-418d-87a2-1a0a21fdc788" providerId="ADAL" clId="{9DB53FF4-3919-4900-8139-0E6768B5F10E}" dt="2026-05-22T16:09:41.870" v="6872" actId="3064"/>
          <ac:spMkLst>
            <pc:docMk/>
            <pc:sldMk cId="173346241" sldId="2147483642"/>
            <ac:spMk id="54" creationId="{FDA7BC84-DE35-7838-F672-41865CCE3AA3}"/>
          </ac:spMkLst>
        </pc:spChg>
        <pc:spChg chg="mod ord topLvl">
          <ac:chgData name="Philippe Farhat (MiddleEast)" userId="60c7cd39-c915-418d-87a2-1a0a21fdc788" providerId="ADAL" clId="{9DB53FF4-3919-4900-8139-0E6768B5F10E}" dt="2026-05-22T16:07:36.027" v="6821" actId="164"/>
          <ac:spMkLst>
            <pc:docMk/>
            <pc:sldMk cId="173346241" sldId="2147483642"/>
            <ac:spMk id="59" creationId="{2ACF6AC5-BAD5-4D02-2B30-23520F77920C}"/>
          </ac:spMkLst>
        </pc:spChg>
        <pc:spChg chg="mod ord topLvl">
          <ac:chgData name="Philippe Farhat (MiddleEast)" userId="60c7cd39-c915-418d-87a2-1a0a21fdc788" providerId="ADAL" clId="{9DB53FF4-3919-4900-8139-0E6768B5F10E}" dt="2026-05-22T16:09:41.870" v="6872" actId="3064"/>
          <ac:spMkLst>
            <pc:docMk/>
            <pc:sldMk cId="173346241" sldId="2147483642"/>
            <ac:spMk id="64" creationId="{A83F1D39-8D3D-FC39-B570-31C5774B55D6}"/>
          </ac:spMkLst>
        </pc:spChg>
        <pc:spChg chg="mod ord topLvl">
          <ac:chgData name="Philippe Farhat (MiddleEast)" userId="60c7cd39-c915-418d-87a2-1a0a21fdc788" providerId="ADAL" clId="{9DB53FF4-3919-4900-8139-0E6768B5F10E}" dt="2026-05-22T16:08:15.513" v="6832" actId="255"/>
          <ac:spMkLst>
            <pc:docMk/>
            <pc:sldMk cId="173346241" sldId="2147483642"/>
            <ac:spMk id="69" creationId="{EE917ABF-81A0-8E66-2C20-7B04F40ED11C}"/>
          </ac:spMkLst>
        </pc:spChg>
        <pc:spChg chg="mod ord topLvl">
          <ac:chgData name="Philippe Farhat (MiddleEast)" userId="60c7cd39-c915-418d-87a2-1a0a21fdc788" providerId="ADAL" clId="{9DB53FF4-3919-4900-8139-0E6768B5F10E}" dt="2026-05-22T16:07:36.027" v="6821" actId="164"/>
          <ac:spMkLst>
            <pc:docMk/>
            <pc:sldMk cId="173346241" sldId="2147483642"/>
            <ac:spMk id="74" creationId="{BB4FED9F-6C94-1A9B-1E8F-67A7B13912EA}"/>
          </ac:spMkLst>
        </pc:spChg>
        <pc:spChg chg="mod ord topLvl">
          <ac:chgData name="Philippe Farhat (MiddleEast)" userId="60c7cd39-c915-418d-87a2-1a0a21fdc788" providerId="ADAL" clId="{9DB53FF4-3919-4900-8139-0E6768B5F10E}" dt="2026-05-22T16:09:41.870" v="6872" actId="3064"/>
          <ac:spMkLst>
            <pc:docMk/>
            <pc:sldMk cId="173346241" sldId="2147483642"/>
            <ac:spMk id="79" creationId="{F32E139F-6E9A-A6BE-297B-B9D73845C310}"/>
          </ac:spMkLst>
        </pc:spChg>
        <pc:spChg chg="mod ord">
          <ac:chgData name="Philippe Farhat (MiddleEast)" userId="60c7cd39-c915-418d-87a2-1a0a21fdc788" providerId="ADAL" clId="{9DB53FF4-3919-4900-8139-0E6768B5F10E}" dt="2026-05-22T16:36:00.413" v="7673" actId="20577"/>
          <ac:spMkLst>
            <pc:docMk/>
            <pc:sldMk cId="173346241" sldId="2147483642"/>
            <ac:spMk id="89" creationId="{604D5AE3-53E9-FB81-3DC4-23A12585A1DF}"/>
          </ac:spMkLst>
        </pc:spChg>
        <pc:spChg chg="mod ord">
          <ac:chgData name="Philippe Farhat (MiddleEast)" userId="60c7cd39-c915-418d-87a2-1a0a21fdc788" providerId="ADAL" clId="{9DB53FF4-3919-4900-8139-0E6768B5F10E}" dt="2026-05-22T16:09:41.870" v="6872" actId="3064"/>
          <ac:spMkLst>
            <pc:docMk/>
            <pc:sldMk cId="173346241" sldId="2147483642"/>
            <ac:spMk id="94" creationId="{D4A2127C-6165-94CB-A249-77AE2AE553D0}"/>
          </ac:spMkLst>
        </pc:spChg>
        <pc:spChg chg="mod ord">
          <ac:chgData name="Philippe Farhat (MiddleEast)" userId="60c7cd39-c915-418d-87a2-1a0a21fdc788" providerId="ADAL" clId="{9DB53FF4-3919-4900-8139-0E6768B5F10E}" dt="2026-05-22T16:09:07.167" v="6849" actId="948"/>
          <ac:spMkLst>
            <pc:docMk/>
            <pc:sldMk cId="173346241" sldId="2147483642"/>
            <ac:spMk id="99" creationId="{B6D48C04-94C0-2BCB-5C5B-4500CEF9E337}"/>
          </ac:spMkLst>
        </pc:spChg>
        <pc:spChg chg="mod ord">
          <ac:chgData name="Philippe Farhat (MiddleEast)" userId="60c7cd39-c915-418d-87a2-1a0a21fdc788" providerId="ADAL" clId="{9DB53FF4-3919-4900-8139-0E6768B5F10E}" dt="2026-05-22T16:09:41.870" v="6872" actId="3064"/>
          <ac:spMkLst>
            <pc:docMk/>
            <pc:sldMk cId="173346241" sldId="2147483642"/>
            <ac:spMk id="104" creationId="{6CA21981-F0A3-82CA-CFEE-3039D4D22314}"/>
          </ac:spMkLst>
        </pc:spChg>
        <pc:spChg chg="mod ord topLvl">
          <ac:chgData name="Philippe Farhat (MiddleEast)" userId="60c7cd39-c915-418d-87a2-1a0a21fdc788" providerId="ADAL" clId="{9DB53FF4-3919-4900-8139-0E6768B5F10E}" dt="2026-05-22T16:08:15.513" v="6832" actId="255"/>
          <ac:spMkLst>
            <pc:docMk/>
            <pc:sldMk cId="173346241" sldId="2147483642"/>
            <ac:spMk id="107" creationId="{5E672B83-357D-3BAA-3FEA-55B195B34409}"/>
          </ac:spMkLst>
        </pc:spChg>
        <pc:spChg chg="mod ord">
          <ac:chgData name="Philippe Farhat (MiddleEast)" userId="60c7cd39-c915-418d-87a2-1a0a21fdc788" providerId="ADAL" clId="{9DB53FF4-3919-4900-8139-0E6768B5F10E}" dt="2026-05-22T16:09:14.121" v="6853"/>
          <ac:spMkLst>
            <pc:docMk/>
            <pc:sldMk cId="173346241" sldId="2147483642"/>
            <ac:spMk id="109" creationId="{7A1EA5BE-0BA5-56B8-D677-35BA63C2203B}"/>
          </ac:spMkLst>
        </pc:spChg>
        <pc:spChg chg="mod ord topLvl">
          <ac:chgData name="Philippe Farhat (MiddleEast)" userId="60c7cd39-c915-418d-87a2-1a0a21fdc788" providerId="ADAL" clId="{9DB53FF4-3919-4900-8139-0E6768B5F10E}" dt="2026-05-22T16:37:00.949" v="7703" actId="20577"/>
          <ac:spMkLst>
            <pc:docMk/>
            <pc:sldMk cId="173346241" sldId="2147483642"/>
            <ac:spMk id="114" creationId="{885D0067-ED92-A828-9B6E-F0B41F994C66}"/>
          </ac:spMkLst>
        </pc:spChg>
        <pc:spChg chg="mod ord">
          <ac:chgData name="Philippe Farhat (MiddleEast)" userId="60c7cd39-c915-418d-87a2-1a0a21fdc788" providerId="ADAL" clId="{9DB53FF4-3919-4900-8139-0E6768B5F10E}" dt="2026-05-22T16:07:40.742" v="6823" actId="164"/>
          <ac:spMkLst>
            <pc:docMk/>
            <pc:sldMk cId="173346241" sldId="2147483642"/>
            <ac:spMk id="119" creationId="{068832FC-B921-F070-9215-F7DE143AEE8B}"/>
          </ac:spMkLst>
        </pc:spChg>
        <pc:spChg chg="mod ord">
          <ac:chgData name="Philippe Farhat (MiddleEast)" userId="60c7cd39-c915-418d-87a2-1a0a21fdc788" providerId="ADAL" clId="{9DB53FF4-3919-4900-8139-0E6768B5F10E}" dt="2026-05-22T16:09:41.870" v="6872" actId="3064"/>
          <ac:spMkLst>
            <pc:docMk/>
            <pc:sldMk cId="173346241" sldId="2147483642"/>
            <ac:spMk id="124" creationId="{35CA58A0-EAB7-DC10-6AE1-E6C1EAD01D60}"/>
          </ac:spMkLst>
        </pc:spChg>
        <pc:spChg chg="mod ord">
          <ac:chgData name="Philippe Farhat (MiddleEast)" userId="60c7cd39-c915-418d-87a2-1a0a21fdc788" providerId="ADAL" clId="{9DB53FF4-3919-4900-8139-0E6768B5F10E}" dt="2026-05-22T16:08:15.513" v="6832" actId="255"/>
          <ac:spMkLst>
            <pc:docMk/>
            <pc:sldMk cId="173346241" sldId="2147483642"/>
            <ac:spMk id="129" creationId="{654481BC-2A98-B6A9-E743-BFFF948D6DB0}"/>
          </ac:spMkLst>
        </pc:spChg>
        <pc:spChg chg="mod ord">
          <ac:chgData name="Philippe Farhat (MiddleEast)" userId="60c7cd39-c915-418d-87a2-1a0a21fdc788" providerId="ADAL" clId="{9DB53FF4-3919-4900-8139-0E6768B5F10E}" dt="2026-05-22T16:08:15.513" v="6832" actId="255"/>
          <ac:spMkLst>
            <pc:docMk/>
            <pc:sldMk cId="173346241" sldId="2147483642"/>
            <ac:spMk id="134" creationId="{892DE451-E9BC-CABC-11A7-C1485BC8DECC}"/>
          </ac:spMkLst>
        </pc:spChg>
        <pc:spChg chg="mod ord">
          <ac:chgData name="Philippe Farhat (MiddleEast)" userId="60c7cd39-c915-418d-87a2-1a0a21fdc788" providerId="ADAL" clId="{9DB53FF4-3919-4900-8139-0E6768B5F10E}" dt="2026-05-22T16:09:41.870" v="6872" actId="3064"/>
          <ac:spMkLst>
            <pc:docMk/>
            <pc:sldMk cId="173346241" sldId="2147483642"/>
            <ac:spMk id="139" creationId="{D3D10DB6-4C35-3145-C290-6668AA4AC343}"/>
          </ac:spMkLst>
        </pc:spChg>
        <pc:spChg chg="mod ord">
          <ac:chgData name="Philippe Farhat (MiddleEast)" userId="60c7cd39-c915-418d-87a2-1a0a21fdc788" providerId="ADAL" clId="{9DB53FF4-3919-4900-8139-0E6768B5F10E}" dt="2026-06-03T19:25:22.896" v="12898"/>
          <ac:spMkLst>
            <pc:docMk/>
            <pc:sldMk cId="173346241" sldId="2147483642"/>
            <ac:spMk id="144" creationId="{2376377A-1C95-29A2-0F9E-735FF8433688}"/>
          </ac:spMkLst>
        </pc:spChg>
        <pc:spChg chg="add mod">
          <ac:chgData name="Philippe Farhat (MiddleEast)" userId="60c7cd39-c915-418d-87a2-1a0a21fdc788" providerId="ADAL" clId="{9DB53FF4-3919-4900-8139-0E6768B5F10E}" dt="2026-05-22T16:35:06.917" v="7645" actId="1076"/>
          <ac:spMkLst>
            <pc:docMk/>
            <pc:sldMk cId="173346241" sldId="2147483642"/>
            <ac:spMk id="187" creationId="{D13D9E68-8C63-A1B5-164D-310509FB83F9}"/>
          </ac:spMkLst>
        </pc:spChg>
        <pc:spChg chg="add mod">
          <ac:chgData name="Philippe Farhat (MiddleEast)" userId="60c7cd39-c915-418d-87a2-1a0a21fdc788" providerId="ADAL" clId="{9DB53FF4-3919-4900-8139-0E6768B5F10E}" dt="2026-05-22T16:35:06.917" v="7645" actId="1076"/>
          <ac:spMkLst>
            <pc:docMk/>
            <pc:sldMk cId="173346241" sldId="2147483642"/>
            <ac:spMk id="188" creationId="{00DAEBA6-6005-159F-8416-062F7D3BCCF4}"/>
          </ac:spMkLst>
        </pc:spChg>
        <pc:spChg chg="add mod">
          <ac:chgData name="Philippe Farhat (MiddleEast)" userId="60c7cd39-c915-418d-87a2-1a0a21fdc788" providerId="ADAL" clId="{9DB53FF4-3919-4900-8139-0E6768B5F10E}" dt="2026-05-22T16:35:06.917" v="7645" actId="1076"/>
          <ac:spMkLst>
            <pc:docMk/>
            <pc:sldMk cId="173346241" sldId="2147483642"/>
            <ac:spMk id="189" creationId="{42E9BD5D-4BDD-229F-FE17-DE7E6707E5B3}"/>
          </ac:spMkLst>
        </pc:spChg>
        <pc:spChg chg="add mod">
          <ac:chgData name="Philippe Farhat (MiddleEast)" userId="60c7cd39-c915-418d-87a2-1a0a21fdc788" providerId="ADAL" clId="{9DB53FF4-3919-4900-8139-0E6768B5F10E}" dt="2026-05-22T16:35:06.917" v="7645" actId="1076"/>
          <ac:spMkLst>
            <pc:docMk/>
            <pc:sldMk cId="173346241" sldId="2147483642"/>
            <ac:spMk id="190" creationId="{C7FBD296-8AD5-7A02-B051-2FD03F136063}"/>
          </ac:spMkLst>
        </pc:spChg>
        <pc:spChg chg="add mod">
          <ac:chgData name="Philippe Farhat (MiddleEast)" userId="60c7cd39-c915-418d-87a2-1a0a21fdc788" providerId="ADAL" clId="{9DB53FF4-3919-4900-8139-0E6768B5F10E}" dt="2026-05-22T16:35:06.917" v="7645" actId="1076"/>
          <ac:spMkLst>
            <pc:docMk/>
            <pc:sldMk cId="173346241" sldId="2147483642"/>
            <ac:spMk id="191" creationId="{69B9E0FF-BC2E-263B-261B-7B150C323CFB}"/>
          </ac:spMkLst>
        </pc:spChg>
        <pc:spChg chg="add mod">
          <ac:chgData name="Philippe Farhat (MiddleEast)" userId="60c7cd39-c915-418d-87a2-1a0a21fdc788" providerId="ADAL" clId="{9DB53FF4-3919-4900-8139-0E6768B5F10E}" dt="2026-05-22T16:35:42.208" v="7662" actId="207"/>
          <ac:spMkLst>
            <pc:docMk/>
            <pc:sldMk cId="173346241" sldId="2147483642"/>
            <ac:spMk id="192" creationId="{0EA7DDAE-DD6A-94EA-9BB9-87703AD1C512}"/>
          </ac:spMkLst>
        </pc:spChg>
        <pc:spChg chg="add mod">
          <ac:chgData name="Philippe Farhat (MiddleEast)" userId="60c7cd39-c915-418d-87a2-1a0a21fdc788" providerId="ADAL" clId="{9DB53FF4-3919-4900-8139-0E6768B5F10E}" dt="2026-05-22T16:35:42.208" v="7662" actId="207"/>
          <ac:spMkLst>
            <pc:docMk/>
            <pc:sldMk cId="173346241" sldId="2147483642"/>
            <ac:spMk id="193" creationId="{C54571F2-D627-54BD-5B10-AEB336846A03}"/>
          </ac:spMkLst>
        </pc:spChg>
        <pc:spChg chg="add mod">
          <ac:chgData name="Philippe Farhat (MiddleEast)" userId="60c7cd39-c915-418d-87a2-1a0a21fdc788" providerId="ADAL" clId="{9DB53FF4-3919-4900-8139-0E6768B5F10E}" dt="2026-05-22T16:35:42.208" v="7662" actId="207"/>
          <ac:spMkLst>
            <pc:docMk/>
            <pc:sldMk cId="173346241" sldId="2147483642"/>
            <ac:spMk id="194" creationId="{2030843A-1931-C77C-A230-B7BC8D3E2B70}"/>
          </ac:spMkLst>
        </pc:spChg>
        <pc:spChg chg="add mod">
          <ac:chgData name="Philippe Farhat (MiddleEast)" userId="60c7cd39-c915-418d-87a2-1a0a21fdc788" providerId="ADAL" clId="{9DB53FF4-3919-4900-8139-0E6768B5F10E}" dt="2026-05-22T16:35:42.208" v="7662" actId="207"/>
          <ac:spMkLst>
            <pc:docMk/>
            <pc:sldMk cId="173346241" sldId="2147483642"/>
            <ac:spMk id="195" creationId="{18954EA3-BAA8-9C6A-679E-3D81615972A0}"/>
          </ac:spMkLst>
        </pc:spChg>
        <pc:spChg chg="add mod">
          <ac:chgData name="Philippe Farhat (MiddleEast)" userId="60c7cd39-c915-418d-87a2-1a0a21fdc788" providerId="ADAL" clId="{9DB53FF4-3919-4900-8139-0E6768B5F10E}" dt="2026-05-22T16:35:42.208" v="7662" actId="207"/>
          <ac:spMkLst>
            <pc:docMk/>
            <pc:sldMk cId="173346241" sldId="2147483642"/>
            <ac:spMk id="196" creationId="{77B61B8C-DDCE-3987-7A65-62122584C7ED}"/>
          </ac:spMkLst>
        </pc:spChg>
        <pc:spChg chg="add mod">
          <ac:chgData name="Philippe Farhat (MiddleEast)" userId="60c7cd39-c915-418d-87a2-1a0a21fdc788" providerId="ADAL" clId="{9DB53FF4-3919-4900-8139-0E6768B5F10E}" dt="2026-05-22T16:35:42.208" v="7662" actId="207"/>
          <ac:spMkLst>
            <pc:docMk/>
            <pc:sldMk cId="173346241" sldId="2147483642"/>
            <ac:spMk id="197" creationId="{4853C828-C48C-2D6F-796F-1A775CC3F533}"/>
          </ac:spMkLst>
        </pc:spChg>
        <pc:spChg chg="add mod">
          <ac:chgData name="Philippe Farhat (MiddleEast)" userId="60c7cd39-c915-418d-87a2-1a0a21fdc788" providerId="ADAL" clId="{9DB53FF4-3919-4900-8139-0E6768B5F10E}" dt="2026-05-22T16:37:21.054" v="7715" actId="207"/>
          <ac:spMkLst>
            <pc:docMk/>
            <pc:sldMk cId="173346241" sldId="2147483642"/>
            <ac:spMk id="199" creationId="{65A79A15-5AC1-6391-A838-E9840B19EDB7}"/>
          </ac:spMkLst>
        </pc:spChg>
        <pc:spChg chg="add mod">
          <ac:chgData name="Philippe Farhat (MiddleEast)" userId="60c7cd39-c915-418d-87a2-1a0a21fdc788" providerId="ADAL" clId="{9DB53FF4-3919-4900-8139-0E6768B5F10E}" dt="2026-05-22T16:37:21.054" v="7715" actId="207"/>
          <ac:spMkLst>
            <pc:docMk/>
            <pc:sldMk cId="173346241" sldId="2147483642"/>
            <ac:spMk id="200" creationId="{DE8D4327-D1E8-CB8D-EF7F-8A3F22BD2048}"/>
          </ac:spMkLst>
        </pc:spChg>
        <pc:spChg chg="add mod">
          <ac:chgData name="Philippe Farhat (MiddleEast)" userId="60c7cd39-c915-418d-87a2-1a0a21fdc788" providerId="ADAL" clId="{9DB53FF4-3919-4900-8139-0E6768B5F10E}" dt="2026-05-22T16:37:21.054" v="7715" actId="207"/>
          <ac:spMkLst>
            <pc:docMk/>
            <pc:sldMk cId="173346241" sldId="2147483642"/>
            <ac:spMk id="201" creationId="{A7F282A0-DC1E-5908-E040-87E80623ACA9}"/>
          </ac:spMkLst>
        </pc:spChg>
        <pc:spChg chg="add mod">
          <ac:chgData name="Philippe Farhat (MiddleEast)" userId="60c7cd39-c915-418d-87a2-1a0a21fdc788" providerId="ADAL" clId="{9DB53FF4-3919-4900-8139-0E6768B5F10E}" dt="2026-05-22T16:37:21.054" v="7715" actId="207"/>
          <ac:spMkLst>
            <pc:docMk/>
            <pc:sldMk cId="173346241" sldId="2147483642"/>
            <ac:spMk id="202" creationId="{95784193-84AF-66B7-6C83-2C1AB0C3A77B}"/>
          </ac:spMkLst>
        </pc:spChg>
        <pc:spChg chg="add mod">
          <ac:chgData name="Philippe Farhat (MiddleEast)" userId="60c7cd39-c915-418d-87a2-1a0a21fdc788" providerId="ADAL" clId="{9DB53FF4-3919-4900-8139-0E6768B5F10E}" dt="2026-05-22T16:37:21.054" v="7715" actId="207"/>
          <ac:spMkLst>
            <pc:docMk/>
            <pc:sldMk cId="173346241" sldId="2147483642"/>
            <ac:spMk id="203" creationId="{E7451800-9422-4EA3-EB8B-AAE94087BC4C}"/>
          </ac:spMkLst>
        </pc:spChg>
        <pc:spChg chg="add mod">
          <ac:chgData name="Philippe Farhat (MiddleEast)" userId="60c7cd39-c915-418d-87a2-1a0a21fdc788" providerId="ADAL" clId="{9DB53FF4-3919-4900-8139-0E6768B5F10E}" dt="2026-05-22T16:37:21.054" v="7715" actId="207"/>
          <ac:spMkLst>
            <pc:docMk/>
            <pc:sldMk cId="173346241" sldId="2147483642"/>
            <ac:spMk id="204" creationId="{A2EDF611-42E3-50B3-0778-05B2D0BA5A1D}"/>
          </ac:spMkLst>
        </pc:spChg>
        <pc:spChg chg="add mod">
          <ac:chgData name="Philippe Farhat (MiddleEast)" userId="60c7cd39-c915-418d-87a2-1a0a21fdc788" providerId="ADAL" clId="{9DB53FF4-3919-4900-8139-0E6768B5F10E}" dt="2026-05-22T16:37:21.054" v="7715" actId="207"/>
          <ac:spMkLst>
            <pc:docMk/>
            <pc:sldMk cId="173346241" sldId="2147483642"/>
            <ac:spMk id="205" creationId="{BA24383B-DABA-D417-A1F3-94A87BDD7EA0}"/>
          </ac:spMkLst>
        </pc:spChg>
        <pc:spChg chg="add mod">
          <ac:chgData name="Philippe Farhat (MiddleEast)" userId="60c7cd39-c915-418d-87a2-1a0a21fdc788" providerId="ADAL" clId="{9DB53FF4-3919-4900-8139-0E6768B5F10E}" dt="2026-05-22T16:37:34.541" v="7719" actId="20577"/>
          <ac:spMkLst>
            <pc:docMk/>
            <pc:sldMk cId="173346241" sldId="2147483642"/>
            <ac:spMk id="211" creationId="{884390BD-62E7-2D2D-E8F7-51C2F5596D8E}"/>
          </ac:spMkLst>
        </pc:spChg>
        <pc:spChg chg="add mod">
          <ac:chgData name="Philippe Farhat (MiddleEast)" userId="60c7cd39-c915-418d-87a2-1a0a21fdc788" providerId="ADAL" clId="{9DB53FF4-3919-4900-8139-0E6768B5F10E}" dt="2026-05-22T16:37:40.126" v="7723" actId="20577"/>
          <ac:spMkLst>
            <pc:docMk/>
            <pc:sldMk cId="173346241" sldId="2147483642"/>
            <ac:spMk id="212" creationId="{0E0A7ABC-4EF8-0454-F55E-D154464CAAD0}"/>
          </ac:spMkLst>
        </pc:spChg>
        <pc:spChg chg="add mod">
          <ac:chgData name="Philippe Farhat (MiddleEast)" userId="60c7cd39-c915-418d-87a2-1a0a21fdc788" providerId="ADAL" clId="{9DB53FF4-3919-4900-8139-0E6768B5F10E}" dt="2026-05-22T16:37:50.976" v="7730" actId="20577"/>
          <ac:spMkLst>
            <pc:docMk/>
            <pc:sldMk cId="173346241" sldId="2147483642"/>
            <ac:spMk id="213" creationId="{42D10EBA-4DA0-E85D-39A6-BB24BD586AA8}"/>
          </ac:spMkLst>
        </pc:spChg>
        <pc:spChg chg="add mod">
          <ac:chgData name="Philippe Farhat (MiddleEast)" userId="60c7cd39-c915-418d-87a2-1a0a21fdc788" providerId="ADAL" clId="{9DB53FF4-3919-4900-8139-0E6768B5F10E}" dt="2026-05-22T16:37:55.824" v="7734" actId="20577"/>
          <ac:spMkLst>
            <pc:docMk/>
            <pc:sldMk cId="173346241" sldId="2147483642"/>
            <ac:spMk id="214" creationId="{E29C0084-833D-9951-4BB3-DE478D17ECA7}"/>
          </ac:spMkLst>
        </pc:spChg>
        <pc:spChg chg="add mod">
          <ac:chgData name="Philippe Farhat (MiddleEast)" userId="60c7cd39-c915-418d-87a2-1a0a21fdc788" providerId="ADAL" clId="{9DB53FF4-3919-4900-8139-0E6768B5F10E}" dt="2026-05-22T16:38:02.115" v="7736" actId="20577"/>
          <ac:spMkLst>
            <pc:docMk/>
            <pc:sldMk cId="173346241" sldId="2147483642"/>
            <ac:spMk id="215" creationId="{84D68000-AFDC-D01D-557F-10C0C3BAE836}"/>
          </ac:spMkLst>
        </pc:spChg>
        <pc:grpChg chg="add mod ord">
          <ac:chgData name="Philippe Farhat (MiddleEast)" userId="60c7cd39-c915-418d-87a2-1a0a21fdc788" providerId="ADAL" clId="{9DB53FF4-3919-4900-8139-0E6768B5F10E}" dt="2026-05-22T16:07:31.099" v="6820" actId="14100"/>
          <ac:grpSpMkLst>
            <pc:docMk/>
            <pc:sldMk cId="173346241" sldId="2147483642"/>
            <ac:grpSpMk id="155" creationId="{81109E5E-9CEF-86E6-4F25-8C415E8AEE6C}"/>
          </ac:grpSpMkLst>
        </pc:grpChg>
        <pc:grpChg chg="add mod ord">
          <ac:chgData name="Philippe Farhat (MiddleEast)" userId="60c7cd39-c915-418d-87a2-1a0a21fdc788" providerId="ADAL" clId="{9DB53FF4-3919-4900-8139-0E6768B5F10E}" dt="2026-05-22T16:07:59.829" v="6828" actId="14100"/>
          <ac:grpSpMkLst>
            <pc:docMk/>
            <pc:sldMk cId="173346241" sldId="2147483642"/>
            <ac:grpSpMk id="157" creationId="{EF9FA1CE-5B41-679B-0404-CD884B561075}"/>
          </ac:grpSpMkLst>
        </pc:grpChg>
        <pc:grpChg chg="add mod">
          <ac:chgData name="Philippe Farhat (MiddleEast)" userId="60c7cd39-c915-418d-87a2-1a0a21fdc788" providerId="ADAL" clId="{9DB53FF4-3919-4900-8139-0E6768B5F10E}" dt="2026-05-22T16:07:38.271" v="6822" actId="14100"/>
          <ac:grpSpMkLst>
            <pc:docMk/>
            <pc:sldMk cId="173346241" sldId="2147483642"/>
            <ac:grpSpMk id="183" creationId="{B24B7A14-82E9-639C-79FE-D24B9E72E330}"/>
          </ac:grpSpMkLst>
        </pc:grpChg>
        <pc:graphicFrameChg chg="add mod ord modVis">
          <ac:chgData name="Philippe Farhat (MiddleEast)" userId="60c7cd39-c915-418d-87a2-1a0a21fdc788" providerId="ADAL" clId="{9DB53FF4-3919-4900-8139-0E6768B5F10E}" dt="2026-05-22T14:46:29.815" v="5785"/>
          <ac:graphicFrameMkLst>
            <pc:docMk/>
            <pc:sldMk cId="173346241" sldId="2147483642"/>
            <ac:graphicFrameMk id="7" creationId="{D2AA62F3-D433-1B84-DD35-062DE47BBF0D}"/>
          </ac:graphicFrameMkLst>
        </pc:graphicFrameChg>
        <pc:picChg chg="add mod">
          <ac:chgData name="Philippe Farhat (MiddleEast)" userId="60c7cd39-c915-418d-87a2-1a0a21fdc788" providerId="ADAL" clId="{9DB53FF4-3919-4900-8139-0E6768B5F10E}" dt="2026-05-22T16:34:08.798" v="7619"/>
          <ac:picMkLst>
            <pc:docMk/>
            <pc:sldMk cId="173346241" sldId="2147483642"/>
            <ac:picMk id="186" creationId="{B2328E92-7494-9C83-D33B-823B85D9A43A}"/>
          </ac:picMkLst>
        </pc:picChg>
      </pc:sldChg>
      <pc:sldChg chg="addSp delSp modSp new mod">
        <pc:chgData name="Philippe Farhat (MiddleEast)" userId="60c7cd39-c915-418d-87a2-1a0a21fdc788" providerId="ADAL" clId="{9DB53FF4-3919-4900-8139-0E6768B5F10E}" dt="2026-06-01T15:45:33.306" v="12897" actId="164"/>
        <pc:sldMkLst>
          <pc:docMk/>
          <pc:sldMk cId="3015163812" sldId="2147483644"/>
        </pc:sldMkLst>
        <pc:spChg chg="mod">
          <ac:chgData name="Philippe Farhat (MiddleEast)" userId="60c7cd39-c915-418d-87a2-1a0a21fdc788" providerId="ADAL" clId="{9DB53FF4-3919-4900-8139-0E6768B5F10E}" dt="2026-05-22T14:54:26.430" v="6033" actId="948"/>
          <ac:spMkLst>
            <pc:docMk/>
            <pc:sldMk cId="3015163812" sldId="2147483644"/>
            <ac:spMk id="3" creationId="{92572883-A1F4-35A6-B5AD-6AC2BE26CB74}"/>
          </ac:spMkLst>
        </pc:spChg>
        <pc:spChg chg="mod">
          <ac:chgData name="Philippe Farhat (MiddleEast)" userId="60c7cd39-c915-418d-87a2-1a0a21fdc788" providerId="ADAL" clId="{9DB53FF4-3919-4900-8139-0E6768B5F10E}" dt="2026-05-22T14:54:30.070" v="6070"/>
          <ac:spMkLst>
            <pc:docMk/>
            <pc:sldMk cId="3015163812" sldId="2147483644"/>
            <ac:spMk id="4" creationId="{E774783D-2363-5957-BFBD-5BF8F56E7349}"/>
          </ac:spMkLst>
        </pc:spChg>
        <pc:spChg chg="mod">
          <ac:chgData name="Philippe Farhat (MiddleEast)" userId="60c7cd39-c915-418d-87a2-1a0a21fdc788" providerId="ADAL" clId="{9DB53FF4-3919-4900-8139-0E6768B5F10E}" dt="2026-05-22T16:01:01.715" v="6653"/>
          <ac:spMkLst>
            <pc:docMk/>
            <pc:sldMk cId="3015163812" sldId="2147483644"/>
            <ac:spMk id="5" creationId="{FCE54979-92BA-DB02-782E-EB24C4CD1002}"/>
          </ac:spMkLst>
        </pc:spChg>
        <pc:spChg chg="mod topLvl">
          <ac:chgData name="Philippe Farhat (MiddleEast)" userId="60c7cd39-c915-418d-87a2-1a0a21fdc788" providerId="ADAL" clId="{9DB53FF4-3919-4900-8139-0E6768B5F10E}" dt="2026-06-01T15:45:33.306" v="12897" actId="164"/>
          <ac:spMkLst>
            <pc:docMk/>
            <pc:sldMk cId="3015163812" sldId="2147483644"/>
            <ac:spMk id="14" creationId="{904C6AC4-2ADB-72BB-22B4-67DB272F2F41}"/>
          </ac:spMkLst>
        </pc:spChg>
        <pc:spChg chg="mod topLvl">
          <ac:chgData name="Philippe Farhat (MiddleEast)" userId="60c7cd39-c915-418d-87a2-1a0a21fdc788" providerId="ADAL" clId="{9DB53FF4-3919-4900-8139-0E6768B5F10E}" dt="2026-06-01T15:45:30.515" v="12896" actId="165"/>
          <ac:spMkLst>
            <pc:docMk/>
            <pc:sldMk cId="3015163812" sldId="2147483644"/>
            <ac:spMk id="15" creationId="{34851A17-198F-CB53-6183-561A751683A4}"/>
          </ac:spMkLst>
        </pc:spChg>
        <pc:spChg chg="mod topLvl">
          <ac:chgData name="Philippe Farhat (MiddleEast)" userId="60c7cd39-c915-418d-87a2-1a0a21fdc788" providerId="ADAL" clId="{9DB53FF4-3919-4900-8139-0E6768B5F10E}" dt="2026-06-01T15:45:30.515" v="12896" actId="165"/>
          <ac:spMkLst>
            <pc:docMk/>
            <pc:sldMk cId="3015163812" sldId="2147483644"/>
            <ac:spMk id="16" creationId="{D18B3FF1-21A7-F67E-0392-24F1952B81D8}"/>
          </ac:spMkLst>
        </pc:spChg>
        <pc:spChg chg="mod">
          <ac:chgData name="Philippe Farhat (MiddleEast)" userId="60c7cd39-c915-418d-87a2-1a0a21fdc788" providerId="ADAL" clId="{9DB53FF4-3919-4900-8139-0E6768B5F10E}" dt="2026-06-01T15:45:33.306" v="12897" actId="164"/>
          <ac:spMkLst>
            <pc:docMk/>
            <pc:sldMk cId="3015163812" sldId="2147483644"/>
            <ac:spMk id="18" creationId="{2940AC29-F337-5B43-6F3D-1F8A01FACBF4}"/>
          </ac:spMkLst>
        </pc:spChg>
        <pc:spChg chg="mod">
          <ac:chgData name="Philippe Farhat (MiddleEast)" userId="60c7cd39-c915-418d-87a2-1a0a21fdc788" providerId="ADAL" clId="{9DB53FF4-3919-4900-8139-0E6768B5F10E}" dt="2026-06-01T15:45:33.306" v="12897" actId="164"/>
          <ac:spMkLst>
            <pc:docMk/>
            <pc:sldMk cId="3015163812" sldId="2147483644"/>
            <ac:spMk id="19" creationId="{E5B2EC6D-AEE7-AAB8-3F77-AC8154121ADA}"/>
          </ac:spMkLst>
        </pc:spChg>
        <pc:spChg chg="mod topLvl">
          <ac:chgData name="Philippe Farhat (MiddleEast)" userId="60c7cd39-c915-418d-87a2-1a0a21fdc788" providerId="ADAL" clId="{9DB53FF4-3919-4900-8139-0E6768B5F10E}" dt="2026-06-01T15:45:33.306" v="12897" actId="164"/>
          <ac:spMkLst>
            <pc:docMk/>
            <pc:sldMk cId="3015163812" sldId="2147483644"/>
            <ac:spMk id="20" creationId="{4A03C2E6-FB0E-FBF8-D721-430F857C2BBD}"/>
          </ac:spMkLst>
        </pc:spChg>
        <pc:spChg chg="mod topLvl">
          <ac:chgData name="Philippe Farhat (MiddleEast)" userId="60c7cd39-c915-418d-87a2-1a0a21fdc788" providerId="ADAL" clId="{9DB53FF4-3919-4900-8139-0E6768B5F10E}" dt="2026-06-01T15:45:20.014" v="12893" actId="165"/>
          <ac:spMkLst>
            <pc:docMk/>
            <pc:sldMk cId="3015163812" sldId="2147483644"/>
            <ac:spMk id="21" creationId="{07BF391F-D837-7B13-79D7-A8BD83A3BE7C}"/>
          </ac:spMkLst>
        </pc:spChg>
        <pc:spChg chg="mod topLvl">
          <ac:chgData name="Philippe Farhat (MiddleEast)" userId="60c7cd39-c915-418d-87a2-1a0a21fdc788" providerId="ADAL" clId="{9DB53FF4-3919-4900-8139-0E6768B5F10E}" dt="2026-06-01T15:45:33.306" v="12897" actId="164"/>
          <ac:spMkLst>
            <pc:docMk/>
            <pc:sldMk cId="3015163812" sldId="2147483644"/>
            <ac:spMk id="22" creationId="{E5492A1F-6000-8F0B-339B-91450019BAA8}"/>
          </ac:spMkLst>
        </pc:spChg>
        <pc:spChg chg="mod topLvl">
          <ac:chgData name="Philippe Farhat (MiddleEast)" userId="60c7cd39-c915-418d-87a2-1a0a21fdc788" providerId="ADAL" clId="{9DB53FF4-3919-4900-8139-0E6768B5F10E}" dt="2026-06-01T15:45:33.306" v="12897" actId="164"/>
          <ac:spMkLst>
            <pc:docMk/>
            <pc:sldMk cId="3015163812" sldId="2147483644"/>
            <ac:spMk id="23" creationId="{63A44D14-978E-DD65-0CC0-12AE5E5E6357}"/>
          </ac:spMkLst>
        </pc:spChg>
        <pc:spChg chg="mod topLvl">
          <ac:chgData name="Philippe Farhat (MiddleEast)" userId="60c7cd39-c915-418d-87a2-1a0a21fdc788" providerId="ADAL" clId="{9DB53FF4-3919-4900-8139-0E6768B5F10E}" dt="2026-06-01T15:45:33.306" v="12897" actId="164"/>
          <ac:spMkLst>
            <pc:docMk/>
            <pc:sldMk cId="3015163812" sldId="2147483644"/>
            <ac:spMk id="24" creationId="{5F89D5A1-BB1E-47E8-A95A-B8E2E008C984}"/>
          </ac:spMkLst>
        </pc:spChg>
        <pc:spChg chg="mod">
          <ac:chgData name="Philippe Farhat (MiddleEast)" userId="60c7cd39-c915-418d-87a2-1a0a21fdc788" providerId="ADAL" clId="{9DB53FF4-3919-4900-8139-0E6768B5F10E}" dt="2026-06-01T15:45:33.306" v="12897" actId="164"/>
          <ac:spMkLst>
            <pc:docMk/>
            <pc:sldMk cId="3015163812" sldId="2147483644"/>
            <ac:spMk id="25" creationId="{C22C9CB6-93F0-668D-3479-93F7582229F0}"/>
          </ac:spMkLst>
        </pc:spChg>
        <pc:spChg chg="mod topLvl">
          <ac:chgData name="Philippe Farhat (MiddleEast)" userId="60c7cd39-c915-418d-87a2-1a0a21fdc788" providerId="ADAL" clId="{9DB53FF4-3919-4900-8139-0E6768B5F10E}" dt="2026-06-01T15:45:33.306" v="12897" actId="164"/>
          <ac:spMkLst>
            <pc:docMk/>
            <pc:sldMk cId="3015163812" sldId="2147483644"/>
            <ac:spMk id="27" creationId="{5DC317EA-A270-991C-72F9-D1F2D875FCA6}"/>
          </ac:spMkLst>
        </pc:spChg>
        <pc:spChg chg="mod topLvl">
          <ac:chgData name="Philippe Farhat (MiddleEast)" userId="60c7cd39-c915-418d-87a2-1a0a21fdc788" providerId="ADAL" clId="{9DB53FF4-3919-4900-8139-0E6768B5F10E}" dt="2026-06-01T15:45:33.306" v="12897" actId="164"/>
          <ac:spMkLst>
            <pc:docMk/>
            <pc:sldMk cId="3015163812" sldId="2147483644"/>
            <ac:spMk id="28" creationId="{5298099E-71BD-0FE4-A4CF-84522A312628}"/>
          </ac:spMkLst>
        </pc:spChg>
        <pc:spChg chg="mod topLvl">
          <ac:chgData name="Philippe Farhat (MiddleEast)" userId="60c7cd39-c915-418d-87a2-1a0a21fdc788" providerId="ADAL" clId="{9DB53FF4-3919-4900-8139-0E6768B5F10E}" dt="2026-06-01T15:45:20.014" v="12893" actId="165"/>
          <ac:spMkLst>
            <pc:docMk/>
            <pc:sldMk cId="3015163812" sldId="2147483644"/>
            <ac:spMk id="29" creationId="{C4D53C29-FD57-5EF9-E7B1-8A59528BCB34}"/>
          </ac:spMkLst>
        </pc:spChg>
        <pc:spChg chg="mod topLvl">
          <ac:chgData name="Philippe Farhat (MiddleEast)" userId="60c7cd39-c915-418d-87a2-1a0a21fdc788" providerId="ADAL" clId="{9DB53FF4-3919-4900-8139-0E6768B5F10E}" dt="2026-06-01T15:45:20.014" v="12893" actId="165"/>
          <ac:spMkLst>
            <pc:docMk/>
            <pc:sldMk cId="3015163812" sldId="2147483644"/>
            <ac:spMk id="31" creationId="{693EE7A5-FA6D-39DE-F796-5F4B40B2D12D}"/>
          </ac:spMkLst>
        </pc:spChg>
        <pc:spChg chg="mod">
          <ac:chgData name="Philippe Farhat (MiddleEast)" userId="60c7cd39-c915-418d-87a2-1a0a21fdc788" providerId="ADAL" clId="{9DB53FF4-3919-4900-8139-0E6768B5F10E}" dt="2026-05-22T14:54:37.017" v="6073"/>
          <ac:spMkLst>
            <pc:docMk/>
            <pc:sldMk cId="3015163812" sldId="2147483644"/>
            <ac:spMk id="33" creationId="{5C19B562-8236-295E-3016-6C8623DF297E}"/>
          </ac:spMkLst>
        </pc:spChg>
        <pc:spChg chg="mod">
          <ac:chgData name="Philippe Farhat (MiddleEast)" userId="60c7cd39-c915-418d-87a2-1a0a21fdc788" providerId="ADAL" clId="{9DB53FF4-3919-4900-8139-0E6768B5F10E}" dt="2026-05-22T14:54:37.017" v="6073"/>
          <ac:spMkLst>
            <pc:docMk/>
            <pc:sldMk cId="3015163812" sldId="2147483644"/>
            <ac:spMk id="35" creationId="{87F5CE1B-22B6-05EC-7692-298D73C0D2C6}"/>
          </ac:spMkLst>
        </pc:spChg>
        <pc:spChg chg="mod topLvl">
          <ac:chgData name="Philippe Farhat (MiddleEast)" userId="60c7cd39-c915-418d-87a2-1a0a21fdc788" providerId="ADAL" clId="{9DB53FF4-3919-4900-8139-0E6768B5F10E}" dt="2026-06-01T15:45:20.014" v="12893" actId="165"/>
          <ac:spMkLst>
            <pc:docMk/>
            <pc:sldMk cId="3015163812" sldId="2147483644"/>
            <ac:spMk id="38" creationId="{3AD8CE55-BFD0-1367-607C-651D53C56D7F}"/>
          </ac:spMkLst>
        </pc:spChg>
        <pc:spChg chg="add mod">
          <ac:chgData name="Philippe Farhat (MiddleEast)" userId="60c7cd39-c915-418d-87a2-1a0a21fdc788" providerId="ADAL" clId="{9DB53FF4-3919-4900-8139-0E6768B5F10E}" dt="2026-05-22T14:54:37.017" v="6073"/>
          <ac:spMkLst>
            <pc:docMk/>
            <pc:sldMk cId="3015163812" sldId="2147483644"/>
            <ac:spMk id="40" creationId="{79270C3C-CACC-37B2-F6DA-6A498D65CEB9}"/>
          </ac:spMkLst>
        </pc:spChg>
        <pc:spChg chg="mod">
          <ac:chgData name="Philippe Farhat (MiddleEast)" userId="60c7cd39-c915-418d-87a2-1a0a21fdc788" providerId="ADAL" clId="{9DB53FF4-3919-4900-8139-0E6768B5F10E}" dt="2026-06-01T13:49:45.256" v="12890" actId="164"/>
          <ac:spMkLst>
            <pc:docMk/>
            <pc:sldMk cId="3015163812" sldId="2147483644"/>
            <ac:spMk id="44" creationId="{2296DCC8-1917-FA9C-51AD-2CB3592C9771}"/>
          </ac:spMkLst>
        </pc:spChg>
        <pc:spChg chg="mod">
          <ac:chgData name="Philippe Farhat (MiddleEast)" userId="60c7cd39-c915-418d-87a2-1a0a21fdc788" providerId="ADAL" clId="{9DB53FF4-3919-4900-8139-0E6768B5F10E}" dt="2026-06-01T13:49:45.256" v="12890" actId="164"/>
          <ac:spMkLst>
            <pc:docMk/>
            <pc:sldMk cId="3015163812" sldId="2147483644"/>
            <ac:spMk id="46" creationId="{8B562A29-F61C-FE37-AB97-EE568DD30B98}"/>
          </ac:spMkLst>
        </pc:spChg>
        <pc:spChg chg="mod">
          <ac:chgData name="Philippe Farhat (MiddleEast)" userId="60c7cd39-c915-418d-87a2-1a0a21fdc788" providerId="ADAL" clId="{9DB53FF4-3919-4900-8139-0E6768B5F10E}" dt="2026-06-01T13:49:45.256" v="12890" actId="164"/>
          <ac:spMkLst>
            <pc:docMk/>
            <pc:sldMk cId="3015163812" sldId="2147483644"/>
            <ac:spMk id="49" creationId="{9FF61ACF-CB77-5138-04AB-27771F4E7775}"/>
          </ac:spMkLst>
        </pc:spChg>
        <pc:spChg chg="add mod">
          <ac:chgData name="Philippe Farhat (MiddleEast)" userId="60c7cd39-c915-418d-87a2-1a0a21fdc788" providerId="ADAL" clId="{9DB53FF4-3919-4900-8139-0E6768B5F10E}" dt="2026-06-01T13:49:45.256" v="12890" actId="164"/>
          <ac:spMkLst>
            <pc:docMk/>
            <pc:sldMk cId="3015163812" sldId="2147483644"/>
            <ac:spMk id="50" creationId="{9AE95934-B0B7-BD15-941B-A963E8809933}"/>
          </ac:spMkLst>
        </pc:spChg>
        <pc:spChg chg="mod">
          <ac:chgData name="Philippe Farhat (MiddleEast)" userId="60c7cd39-c915-418d-87a2-1a0a21fdc788" providerId="ADAL" clId="{9DB53FF4-3919-4900-8139-0E6768B5F10E}" dt="2026-06-01T13:49:45.256" v="12890" actId="164"/>
          <ac:spMkLst>
            <pc:docMk/>
            <pc:sldMk cId="3015163812" sldId="2147483644"/>
            <ac:spMk id="51" creationId="{39B7603D-0408-7120-4B59-789DC06C2FD3}"/>
          </ac:spMkLst>
        </pc:spChg>
        <pc:spChg chg="mod">
          <ac:chgData name="Philippe Farhat (MiddleEast)" userId="60c7cd39-c915-418d-87a2-1a0a21fdc788" providerId="ADAL" clId="{9DB53FF4-3919-4900-8139-0E6768B5F10E}" dt="2026-06-01T13:49:45.256" v="12890" actId="164"/>
          <ac:spMkLst>
            <pc:docMk/>
            <pc:sldMk cId="3015163812" sldId="2147483644"/>
            <ac:spMk id="54" creationId="{3E07D06C-E40D-9E19-9DBE-45F2BAE05E4C}"/>
          </ac:spMkLst>
        </pc:spChg>
        <pc:spChg chg="mod">
          <ac:chgData name="Philippe Farhat (MiddleEast)" userId="60c7cd39-c915-418d-87a2-1a0a21fdc788" providerId="ADAL" clId="{9DB53FF4-3919-4900-8139-0E6768B5F10E}" dt="2026-06-01T13:49:45.256" v="12890" actId="164"/>
          <ac:spMkLst>
            <pc:docMk/>
            <pc:sldMk cId="3015163812" sldId="2147483644"/>
            <ac:spMk id="55" creationId="{A91A9257-6169-F58F-6868-7546042C0F6C}"/>
          </ac:spMkLst>
        </pc:spChg>
        <pc:spChg chg="mod">
          <ac:chgData name="Philippe Farhat (MiddleEast)" userId="60c7cd39-c915-418d-87a2-1a0a21fdc788" providerId="ADAL" clId="{9DB53FF4-3919-4900-8139-0E6768B5F10E}" dt="2026-06-01T13:49:45.256" v="12890" actId="164"/>
          <ac:spMkLst>
            <pc:docMk/>
            <pc:sldMk cId="3015163812" sldId="2147483644"/>
            <ac:spMk id="56" creationId="{1AF447F0-EE38-D07C-A871-827E3ECC0A53}"/>
          </ac:spMkLst>
        </pc:spChg>
        <pc:spChg chg="mod">
          <ac:chgData name="Philippe Farhat (MiddleEast)" userId="60c7cd39-c915-418d-87a2-1a0a21fdc788" providerId="ADAL" clId="{9DB53FF4-3919-4900-8139-0E6768B5F10E}" dt="2026-06-01T13:49:45.256" v="12890" actId="164"/>
          <ac:spMkLst>
            <pc:docMk/>
            <pc:sldMk cId="3015163812" sldId="2147483644"/>
            <ac:spMk id="58" creationId="{A1B6AF61-1F9D-36B1-749F-BDD0E927DF31}"/>
          </ac:spMkLst>
        </pc:spChg>
        <pc:spChg chg="mod">
          <ac:chgData name="Philippe Farhat (MiddleEast)" userId="60c7cd39-c915-418d-87a2-1a0a21fdc788" providerId="ADAL" clId="{9DB53FF4-3919-4900-8139-0E6768B5F10E}" dt="2026-06-01T13:49:45.256" v="12890" actId="164"/>
          <ac:spMkLst>
            <pc:docMk/>
            <pc:sldMk cId="3015163812" sldId="2147483644"/>
            <ac:spMk id="59" creationId="{10D96D5D-29A1-EA9A-388B-8CA44875990D}"/>
          </ac:spMkLst>
        </pc:spChg>
        <pc:spChg chg="add mod">
          <ac:chgData name="Philippe Farhat (MiddleEast)" userId="60c7cd39-c915-418d-87a2-1a0a21fdc788" providerId="ADAL" clId="{9DB53FF4-3919-4900-8139-0E6768B5F10E}" dt="2026-05-22T14:54:37.017" v="6073"/>
          <ac:spMkLst>
            <pc:docMk/>
            <pc:sldMk cId="3015163812" sldId="2147483644"/>
            <ac:spMk id="73" creationId="{4A3CF6B7-0294-6E34-53DF-DD894EC3ACE3}"/>
          </ac:spMkLst>
        </pc:spChg>
        <pc:graphicFrameChg chg="add mod ord modVis">
          <ac:chgData name="Philippe Farhat (MiddleEast)" userId="60c7cd39-c915-418d-87a2-1a0a21fdc788" providerId="ADAL" clId="{9DB53FF4-3919-4900-8139-0E6768B5F10E}" dt="2026-05-22T14:54:26.492" v="6069"/>
          <ac:graphicFrameMkLst>
            <pc:docMk/>
            <pc:sldMk cId="3015163812" sldId="2147483644"/>
            <ac:graphicFrameMk id="9" creationId="{E7D597A6-35D8-EAE4-8D3B-DC100A3278BE}"/>
          </ac:graphicFrameMkLst>
        </pc:graphicFrameChg>
        <pc:picChg chg="add mod">
          <ac:chgData name="Philippe Farhat (MiddleEast)" userId="60c7cd39-c915-418d-87a2-1a0a21fdc788" providerId="ADAL" clId="{9DB53FF4-3919-4900-8139-0E6768B5F10E}" dt="2026-06-01T15:45:19.365" v="12892" actId="1076"/>
          <ac:picMkLst>
            <pc:docMk/>
            <pc:sldMk cId="3015163812" sldId="2147483644"/>
            <ac:picMk id="12" creationId="{45245289-21A5-245F-B3EF-7439AB73EDD5}"/>
          </ac:picMkLst>
        </pc:picChg>
        <pc:picChg chg="add mod">
          <ac:chgData name="Philippe Farhat (MiddleEast)" userId="60c7cd39-c915-418d-87a2-1a0a21fdc788" providerId="ADAL" clId="{9DB53FF4-3919-4900-8139-0E6768B5F10E}" dt="2026-06-01T15:45:19.365" v="12892" actId="1076"/>
          <ac:picMkLst>
            <pc:docMk/>
            <pc:sldMk cId="3015163812" sldId="2147483644"/>
            <ac:picMk id="17" creationId="{2F00181D-53C9-FD35-45B3-04A8AC3E562C}"/>
          </ac:picMkLst>
        </pc:picChg>
        <pc:picChg chg="add mod">
          <ac:chgData name="Philippe Farhat (MiddleEast)" userId="60c7cd39-c915-418d-87a2-1a0a21fdc788" providerId="ADAL" clId="{9DB53FF4-3919-4900-8139-0E6768B5F10E}" dt="2026-06-01T15:45:19.365" v="12892" actId="1076"/>
          <ac:picMkLst>
            <pc:docMk/>
            <pc:sldMk cId="3015163812" sldId="2147483644"/>
            <ac:picMk id="47" creationId="{BA3569CC-4715-22B5-AA11-22062C68F32D}"/>
          </ac:picMkLst>
        </pc:picChg>
        <pc:picChg chg="add mod">
          <ac:chgData name="Philippe Farhat (MiddleEast)" userId="60c7cd39-c915-418d-87a2-1a0a21fdc788" providerId="ADAL" clId="{9DB53FF4-3919-4900-8139-0E6768B5F10E}" dt="2026-06-01T15:45:19.365" v="12892" actId="1076"/>
          <ac:picMkLst>
            <pc:docMk/>
            <pc:sldMk cId="3015163812" sldId="2147483644"/>
            <ac:picMk id="57" creationId="{693C9A21-09D5-88A3-B7D1-4086F8452E24}"/>
          </ac:picMkLst>
        </pc:picChg>
        <pc:picChg chg="add mod">
          <ac:chgData name="Philippe Farhat (MiddleEast)" userId="60c7cd39-c915-418d-87a2-1a0a21fdc788" providerId="ADAL" clId="{9DB53FF4-3919-4900-8139-0E6768B5F10E}" dt="2026-06-01T15:45:19.365" v="12892" actId="1076"/>
          <ac:picMkLst>
            <pc:docMk/>
            <pc:sldMk cId="3015163812" sldId="2147483644"/>
            <ac:picMk id="63" creationId="{598741CB-8ED1-B604-368D-05A812840AFB}"/>
          </ac:picMkLst>
        </pc:picChg>
        <pc:picChg chg="add mod">
          <ac:chgData name="Philippe Farhat (MiddleEast)" userId="60c7cd39-c915-418d-87a2-1a0a21fdc788" providerId="ADAL" clId="{9DB53FF4-3919-4900-8139-0E6768B5F10E}" dt="2026-05-22T15:55:30.210" v="6543"/>
          <ac:picMkLst>
            <pc:docMk/>
            <pc:sldMk cId="3015163812" sldId="2147483644"/>
            <ac:picMk id="65" creationId="{5B107F0F-AA55-5518-F136-8E4C23AACDDB}"/>
          </ac:picMkLst>
        </pc:picChg>
        <pc:picChg chg="add mod">
          <ac:chgData name="Philippe Farhat (MiddleEast)" userId="60c7cd39-c915-418d-87a2-1a0a21fdc788" providerId="ADAL" clId="{9DB53FF4-3919-4900-8139-0E6768B5F10E}" dt="2026-05-22T15:55:47.428" v="6548"/>
          <ac:picMkLst>
            <pc:docMk/>
            <pc:sldMk cId="3015163812" sldId="2147483644"/>
            <ac:picMk id="67" creationId="{EAFCD6AB-6572-6C4C-159B-AF4A5B72A85B}"/>
          </ac:picMkLst>
        </pc:picChg>
        <pc:picChg chg="add mod">
          <ac:chgData name="Philippe Farhat (MiddleEast)" userId="60c7cd39-c915-418d-87a2-1a0a21fdc788" providerId="ADAL" clId="{9DB53FF4-3919-4900-8139-0E6768B5F10E}" dt="2026-05-22T15:55:50.145" v="6549"/>
          <ac:picMkLst>
            <pc:docMk/>
            <pc:sldMk cId="3015163812" sldId="2147483644"/>
            <ac:picMk id="70" creationId="{1186F928-3038-04AB-B8EB-6B2AC7CC3B64}"/>
          </ac:picMkLst>
        </pc:picChg>
        <pc:picChg chg="add mod">
          <ac:chgData name="Philippe Farhat (MiddleEast)" userId="60c7cd39-c915-418d-87a2-1a0a21fdc788" providerId="ADAL" clId="{9DB53FF4-3919-4900-8139-0E6768B5F10E}" dt="2026-05-22T15:55:53.818" v="6551"/>
          <ac:picMkLst>
            <pc:docMk/>
            <pc:sldMk cId="3015163812" sldId="2147483644"/>
            <ac:picMk id="80" creationId="{BF4863BE-0C95-F2DC-B5D7-6A7CDC94D989}"/>
          </ac:picMkLst>
        </pc:picChg>
      </pc:sldChg>
      <pc:sldChg chg="addSp delSp modSp add mod">
        <pc:chgData name="Philippe Farhat (MiddleEast)" userId="60c7cd39-c915-418d-87a2-1a0a21fdc788" providerId="ADAL" clId="{9DB53FF4-3919-4900-8139-0E6768B5F10E}" dt="2026-05-25T09:42:29.764" v="8892" actId="14100"/>
        <pc:sldMkLst>
          <pc:docMk/>
          <pc:sldMk cId="1312516210" sldId="2147483647"/>
        </pc:sldMkLst>
        <pc:spChg chg="add mod topLvl">
          <ac:chgData name="Philippe Farhat (MiddleEast)" userId="60c7cd39-c915-418d-87a2-1a0a21fdc788" providerId="ADAL" clId="{9DB53FF4-3919-4900-8139-0E6768B5F10E}" dt="2026-05-25T09:32:09.803" v="8325" actId="113"/>
          <ac:spMkLst>
            <pc:docMk/>
            <pc:sldMk cId="1312516210" sldId="2147483647"/>
            <ac:spMk id="2" creationId="{7D1DDE7A-6A32-2CBE-AAD3-01A405FFC315}"/>
          </ac:spMkLst>
        </pc:spChg>
        <pc:spChg chg="add mod topLvl">
          <ac:chgData name="Philippe Farhat (MiddleEast)" userId="60c7cd39-c915-418d-87a2-1a0a21fdc788" providerId="ADAL" clId="{9DB53FF4-3919-4900-8139-0E6768B5F10E}" dt="2026-05-25T09:32:39.857" v="8331" actId="113"/>
          <ac:spMkLst>
            <pc:docMk/>
            <pc:sldMk cId="1312516210" sldId="2147483647"/>
            <ac:spMk id="5" creationId="{DB685945-50F3-D349-F8D1-BFCA4C5171B5}"/>
          </ac:spMkLst>
        </pc:spChg>
        <pc:spChg chg="add mod topLvl">
          <ac:chgData name="Philippe Farhat (MiddleEast)" userId="60c7cd39-c915-418d-87a2-1a0a21fdc788" providerId="ADAL" clId="{9DB53FF4-3919-4900-8139-0E6768B5F10E}" dt="2026-05-25T09:33:00.955" v="8336" actId="113"/>
          <ac:spMkLst>
            <pc:docMk/>
            <pc:sldMk cId="1312516210" sldId="2147483647"/>
            <ac:spMk id="7" creationId="{91224A28-3897-C003-C18B-FC597F417262}"/>
          </ac:spMkLst>
        </pc:spChg>
        <pc:spChg chg="add mod topLvl">
          <ac:chgData name="Philippe Farhat (MiddleEast)" userId="60c7cd39-c915-418d-87a2-1a0a21fdc788" providerId="ADAL" clId="{9DB53FF4-3919-4900-8139-0E6768B5F10E}" dt="2026-05-25T09:33:27.269" v="8342" actId="113"/>
          <ac:spMkLst>
            <pc:docMk/>
            <pc:sldMk cId="1312516210" sldId="2147483647"/>
            <ac:spMk id="8" creationId="{F974F5AE-BDB4-8C30-E910-769E292F3855}"/>
          </ac:spMkLst>
        </pc:spChg>
        <pc:spChg chg="add mod topLvl">
          <ac:chgData name="Philippe Farhat (MiddleEast)" userId="60c7cd39-c915-418d-87a2-1a0a21fdc788" providerId="ADAL" clId="{9DB53FF4-3919-4900-8139-0E6768B5F10E}" dt="2026-05-25T09:33:41.419" v="8343" actId="113"/>
          <ac:spMkLst>
            <pc:docMk/>
            <pc:sldMk cId="1312516210" sldId="2147483647"/>
            <ac:spMk id="10" creationId="{026095B2-0849-E109-246D-8D52BDC3F351}"/>
          </ac:spMkLst>
        </pc:spChg>
        <pc:spChg chg="add mod">
          <ac:chgData name="Philippe Farhat (MiddleEast)" userId="60c7cd39-c915-418d-87a2-1a0a21fdc788" providerId="ADAL" clId="{9DB53FF4-3919-4900-8139-0E6768B5F10E}" dt="2026-05-25T09:33:56.108" v="8347" actId="113"/>
          <ac:spMkLst>
            <pc:docMk/>
            <pc:sldMk cId="1312516210" sldId="2147483647"/>
            <ac:spMk id="12" creationId="{0FA65CF2-1C13-9D8E-2EBD-82E44F5465CA}"/>
          </ac:spMkLst>
        </pc:spChg>
        <pc:spChg chg="add mod">
          <ac:chgData name="Philippe Farhat (MiddleEast)" userId="60c7cd39-c915-418d-87a2-1a0a21fdc788" providerId="ADAL" clId="{9DB53FF4-3919-4900-8139-0E6768B5F10E}" dt="2026-05-25T09:27:00.874" v="8231" actId="948"/>
          <ac:spMkLst>
            <pc:docMk/>
            <pc:sldMk cId="1312516210" sldId="2147483647"/>
            <ac:spMk id="27" creationId="{1C6BA3F0-9C5C-A184-850D-80C34275D2CE}"/>
          </ac:spMkLst>
        </pc:spChg>
        <pc:spChg chg="add mod">
          <ac:chgData name="Philippe Farhat (MiddleEast)" userId="60c7cd39-c915-418d-87a2-1a0a21fdc788" providerId="ADAL" clId="{9DB53FF4-3919-4900-8139-0E6768B5F10E}" dt="2026-05-25T09:27:25.071" v="8296" actId="11530"/>
          <ac:spMkLst>
            <pc:docMk/>
            <pc:sldMk cId="1312516210" sldId="2147483647"/>
            <ac:spMk id="28" creationId="{DAF5D406-4D4F-717C-AC56-2EA8C126D487}"/>
          </ac:spMkLst>
        </pc:spChg>
        <pc:graphicFrameChg chg="mod">
          <ac:chgData name="Philippe Farhat (MiddleEast)" userId="60c7cd39-c915-418d-87a2-1a0a21fdc788" providerId="ADAL" clId="{9DB53FF4-3919-4900-8139-0E6768B5F10E}" dt="2026-05-25T09:27:00.938" v="8255"/>
          <ac:graphicFrameMkLst>
            <pc:docMk/>
            <pc:sldMk cId="1312516210" sldId="2147483647"/>
            <ac:graphicFrameMk id="23" creationId="{F76DEDE6-746B-9540-862A-68ACA1466F6B}"/>
          </ac:graphicFrameMkLst>
        </pc:graphicFrameChg>
        <pc:picChg chg="add mod">
          <ac:chgData name="Philippe Farhat (MiddleEast)" userId="60c7cd39-c915-418d-87a2-1a0a21fdc788" providerId="ADAL" clId="{9DB53FF4-3919-4900-8139-0E6768B5F10E}" dt="2026-05-25T09:26:20.040" v="8019"/>
          <ac:picMkLst>
            <pc:docMk/>
            <pc:sldMk cId="1312516210" sldId="2147483647"/>
            <ac:picMk id="15" creationId="{369F316E-EA2E-4E79-E522-BCE7D090EFF0}"/>
          </ac:picMkLst>
        </pc:picChg>
        <pc:picChg chg="add mod">
          <ac:chgData name="Philippe Farhat (MiddleEast)" userId="60c7cd39-c915-418d-87a2-1a0a21fdc788" providerId="ADAL" clId="{9DB53FF4-3919-4900-8139-0E6768B5F10E}" dt="2026-05-25T09:26:20.040" v="8019"/>
          <ac:picMkLst>
            <pc:docMk/>
            <pc:sldMk cId="1312516210" sldId="2147483647"/>
            <ac:picMk id="17" creationId="{2538E1B1-378F-9F6F-7AD0-9782AEC6398D}"/>
          </ac:picMkLst>
        </pc:picChg>
        <pc:picChg chg="add mod">
          <ac:chgData name="Philippe Farhat (MiddleEast)" userId="60c7cd39-c915-418d-87a2-1a0a21fdc788" providerId="ADAL" clId="{9DB53FF4-3919-4900-8139-0E6768B5F10E}" dt="2026-05-25T09:26:20.040" v="8019"/>
          <ac:picMkLst>
            <pc:docMk/>
            <pc:sldMk cId="1312516210" sldId="2147483647"/>
            <ac:picMk id="19" creationId="{6532E927-CF71-B5C1-61BD-CAA32B934DA6}"/>
          </ac:picMkLst>
        </pc:picChg>
        <pc:picChg chg="add mod">
          <ac:chgData name="Philippe Farhat (MiddleEast)" userId="60c7cd39-c915-418d-87a2-1a0a21fdc788" providerId="ADAL" clId="{9DB53FF4-3919-4900-8139-0E6768B5F10E}" dt="2026-05-25T09:26:20.040" v="8019"/>
          <ac:picMkLst>
            <pc:docMk/>
            <pc:sldMk cId="1312516210" sldId="2147483647"/>
            <ac:picMk id="21" creationId="{1FD8E516-691F-A90C-3657-1D0A4034ADAD}"/>
          </ac:picMkLst>
        </pc:picChg>
        <pc:picChg chg="add mod">
          <ac:chgData name="Philippe Farhat (MiddleEast)" userId="60c7cd39-c915-418d-87a2-1a0a21fdc788" providerId="ADAL" clId="{9DB53FF4-3919-4900-8139-0E6768B5F10E}" dt="2026-05-25T09:26:20.040" v="8019"/>
          <ac:picMkLst>
            <pc:docMk/>
            <pc:sldMk cId="1312516210" sldId="2147483647"/>
            <ac:picMk id="24" creationId="{DC30BC28-BABE-F43F-7A24-B043877E6394}"/>
          </ac:picMkLst>
        </pc:picChg>
        <pc:picChg chg="add mod">
          <ac:chgData name="Philippe Farhat (MiddleEast)" userId="60c7cd39-c915-418d-87a2-1a0a21fdc788" providerId="ADAL" clId="{9DB53FF4-3919-4900-8139-0E6768B5F10E}" dt="2026-05-25T09:26:14.512" v="8018"/>
          <ac:picMkLst>
            <pc:docMk/>
            <pc:sldMk cId="1312516210" sldId="2147483647"/>
            <ac:picMk id="26" creationId="{CA2D142F-DEC7-FAA9-E122-2265A60FB5C8}"/>
          </ac:picMkLst>
        </pc:picChg>
        <pc:cxnChg chg="add mod">
          <ac:chgData name="Philippe Farhat (MiddleEast)" userId="60c7cd39-c915-418d-87a2-1a0a21fdc788" providerId="ADAL" clId="{9DB53FF4-3919-4900-8139-0E6768B5F10E}" dt="2026-05-25T09:28:03.524" v="8310" actId="1582"/>
          <ac:cxnSpMkLst>
            <pc:docMk/>
            <pc:sldMk cId="1312516210" sldId="2147483647"/>
            <ac:cxnSpMk id="35" creationId="{4AF6104D-8B9C-A7FA-DDC0-717656CDEDFF}"/>
          </ac:cxnSpMkLst>
        </pc:cxnChg>
        <pc:cxnChg chg="add mod">
          <ac:chgData name="Philippe Farhat (MiddleEast)" userId="60c7cd39-c915-418d-87a2-1a0a21fdc788" providerId="ADAL" clId="{9DB53FF4-3919-4900-8139-0E6768B5F10E}" dt="2026-05-25T09:28:03.524" v="8310" actId="1582"/>
          <ac:cxnSpMkLst>
            <pc:docMk/>
            <pc:sldMk cId="1312516210" sldId="2147483647"/>
            <ac:cxnSpMk id="36" creationId="{3352972C-0223-06EE-C0E3-2355E1D39522}"/>
          </ac:cxnSpMkLst>
        </pc:cxnChg>
        <pc:cxnChg chg="add mod">
          <ac:chgData name="Philippe Farhat (MiddleEast)" userId="60c7cd39-c915-418d-87a2-1a0a21fdc788" providerId="ADAL" clId="{9DB53FF4-3919-4900-8139-0E6768B5F10E}" dt="2026-05-25T09:28:03.524" v="8310" actId="1582"/>
          <ac:cxnSpMkLst>
            <pc:docMk/>
            <pc:sldMk cId="1312516210" sldId="2147483647"/>
            <ac:cxnSpMk id="37" creationId="{46228BD1-4696-A27F-E6F6-F84129CC99BA}"/>
          </ac:cxnSpMkLst>
        </pc:cxnChg>
        <pc:cxnChg chg="add mod">
          <ac:chgData name="Philippe Farhat (MiddleEast)" userId="60c7cd39-c915-418d-87a2-1a0a21fdc788" providerId="ADAL" clId="{9DB53FF4-3919-4900-8139-0E6768B5F10E}" dt="2026-05-25T09:28:03.524" v="8310" actId="1582"/>
          <ac:cxnSpMkLst>
            <pc:docMk/>
            <pc:sldMk cId="1312516210" sldId="2147483647"/>
            <ac:cxnSpMk id="38" creationId="{794C961B-CABD-EDBC-3C4D-6FCDB5E97B7E}"/>
          </ac:cxnSpMkLst>
        </pc:cxnChg>
        <pc:cxnChg chg="add mod">
          <ac:chgData name="Philippe Farhat (MiddleEast)" userId="60c7cd39-c915-418d-87a2-1a0a21fdc788" providerId="ADAL" clId="{9DB53FF4-3919-4900-8139-0E6768B5F10E}" dt="2026-05-25T09:28:03.524" v="8310" actId="1582"/>
          <ac:cxnSpMkLst>
            <pc:docMk/>
            <pc:sldMk cId="1312516210" sldId="2147483647"/>
            <ac:cxnSpMk id="39" creationId="{49B815C4-A1DF-012E-AD14-EC87887E7FEE}"/>
          </ac:cxnSpMkLst>
        </pc:cxnChg>
        <pc:cxnChg chg="add mod">
          <ac:chgData name="Philippe Farhat (MiddleEast)" userId="60c7cd39-c915-418d-87a2-1a0a21fdc788" providerId="ADAL" clId="{9DB53FF4-3919-4900-8139-0E6768B5F10E}" dt="2026-05-25T09:42:29.764" v="8892" actId="14100"/>
          <ac:cxnSpMkLst>
            <pc:docMk/>
            <pc:sldMk cId="1312516210" sldId="2147483647"/>
            <ac:cxnSpMk id="40" creationId="{45D753EF-9BA2-8AB0-BC84-D1454A7F069F}"/>
          </ac:cxnSpMkLst>
        </pc:cxnChg>
      </pc:sldChg>
      <pc:sldMasterChg chg="delSldLayout">
        <pc:chgData name="Philippe Farhat (MiddleEast)" userId="60c7cd39-c915-418d-87a2-1a0a21fdc788" providerId="ADAL" clId="{9DB53FF4-3919-4900-8139-0E6768B5F10E}" dt="2026-05-22T15:48:10.689" v="6342" actId="47"/>
        <pc:sldMasterMkLst>
          <pc:docMk/>
          <pc:sldMasterMk cId="1299047895" sldId="2147483749"/>
        </pc:sldMasterMkLst>
      </pc:sldMasterChg>
    </pc:docChg>
  </pc:docChgLst>
  <pc:docChgLst>
    <pc:chgData name="Youssef Heneine (MiddleEast)" userId="S::youssef.heneine@pwc.com::c3334817-6464-468d-bc4a-4b0a184a4fbf" providerId="AD" clId="Web-{4C2FAB70-2F5A-4BB4-CE83-18343CD69E83}"/>
    <pc:docChg chg="modSld">
      <pc:chgData name="Youssef Heneine (MiddleEast)" userId="S::youssef.heneine@pwc.com::c3334817-6464-468d-bc4a-4b0a184a4fbf" providerId="AD" clId="Web-{4C2FAB70-2F5A-4BB4-CE83-18343CD69E83}" dt="2026-05-25T08:29:17.097" v="48"/>
      <pc:docMkLst>
        <pc:docMk/>
      </pc:docMkLst>
      <pc:sldChg chg="addSp">
        <pc:chgData name="Youssef Heneine (MiddleEast)" userId="S::youssef.heneine@pwc.com::c3334817-6464-468d-bc4a-4b0a184a4fbf" providerId="AD" clId="Web-{4C2FAB70-2F5A-4BB4-CE83-18343CD69E83}" dt="2026-05-25T08:29:17.097" v="48"/>
        <pc:sldMkLst>
          <pc:docMk/>
          <pc:sldMk cId="656490695" sldId="2147483641"/>
        </pc:sldMkLst>
      </pc:sldChg>
      <pc:sldChg chg="addSp">
        <pc:chgData name="Youssef Heneine (MiddleEast)" userId="S::youssef.heneine@pwc.com::c3334817-6464-468d-bc4a-4b0a184a4fbf" providerId="AD" clId="Web-{4C2FAB70-2F5A-4BB4-CE83-18343CD69E83}" dt="2026-05-25T08:29:15.925" v="47"/>
        <pc:sldMkLst>
          <pc:docMk/>
          <pc:sldMk cId="3015163812" sldId="214748364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628372497824196E-2"/>
          <c:y val="3.903903903903904E-2"/>
          <c:w val="0.95474325500435164"/>
          <c:h val="0.9219219219219219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80808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0D1-4E8F-843B-381CB16D83F4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6.1</c:v>
                </c:pt>
                <c:pt idx="1">
                  <c:v>3.9</c:v>
                </c:pt>
                <c:pt idx="2">
                  <c:v>3.3000000000000003</c:v>
                </c:pt>
                <c:pt idx="3">
                  <c:v>5</c:v>
                </c:pt>
                <c:pt idx="4">
                  <c:v>4.5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D1-4E8F-843B-381CB16D83F4}"/>
            </c:ext>
          </c:extLst>
        </c:ser>
        <c:ser>
          <c:idx val="1"/>
          <c:order val="1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A0D1-4E8F-843B-381CB16D83F4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-1.3189359783588817</c:v>
                </c:pt>
                <c:pt idx="1">
                  <c:v>-0.6</c:v>
                </c:pt>
                <c:pt idx="2">
                  <c:v>-0.5</c:v>
                </c:pt>
                <c:pt idx="3">
                  <c:v>3.1</c:v>
                </c:pt>
                <c:pt idx="4">
                  <c:v>3.1</c:v>
                </c:pt>
                <c:pt idx="5">
                  <c:v>3.5000000000000004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0D1-4E8F-843B-381CB16D83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01146832"/>
        <c:axId val="1"/>
      </c:barChart>
      <c:catAx>
        <c:axId val="50114683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latin typeface="+mn-lt"/>
                <a:ea typeface="+mn-ea"/>
                <a:cs typeface="+mn-cs"/>
              </a:defRPr>
            </a:pPr>
            <a:endParaRPr lang="en-US"/>
          </a:p>
        </c:tx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6.1"/>
          <c:min val="-1.3189359783588817"/>
        </c:scaling>
        <c:delete val="1"/>
        <c:axPos val="l"/>
        <c:numFmt formatCode="General" sourceLinked="1"/>
        <c:majorTickMark val="out"/>
        <c:minorTickMark val="none"/>
        <c:tickLblPos val="nextTo"/>
        <c:crossAx val="50114683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628372497824196E-2"/>
          <c:y val="3.903903903903904E-2"/>
          <c:w val="0.95474325500435164"/>
          <c:h val="0.9219219219219219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80808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0003-40FE-9C0F-C10E7D927E07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2.6</c:v>
                </c:pt>
                <c:pt idx="1">
                  <c:v>2.1999999999999997</c:v>
                </c:pt>
                <c:pt idx="2">
                  <c:v>2</c:v>
                </c:pt>
                <c:pt idx="3">
                  <c:v>0.8</c:v>
                </c:pt>
                <c:pt idx="4">
                  <c:v>2</c:v>
                </c:pt>
                <c:pt idx="5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03-40FE-9C0F-C10E7D927E07}"/>
            </c:ext>
          </c:extLst>
        </c:ser>
        <c:ser>
          <c:idx val="1"/>
          <c:order val="1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0003-40FE-9C0F-C10E7D927E07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3.9</c:v>
                </c:pt>
                <c:pt idx="1">
                  <c:v>2.6</c:v>
                </c:pt>
                <c:pt idx="2">
                  <c:v>2.5</c:v>
                </c:pt>
                <c:pt idx="3">
                  <c:v>2.4</c:v>
                </c:pt>
                <c:pt idx="4">
                  <c:v>2.2999999999999998</c:v>
                </c:pt>
                <c:pt idx="5">
                  <c:v>1.7000000000000002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003-40FE-9C0F-C10E7D927E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24858304"/>
        <c:axId val="1"/>
      </c:barChart>
      <c:catAx>
        <c:axId val="32485830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latin typeface="+mn-lt"/>
                <a:ea typeface="+mn-ea"/>
                <a:cs typeface="+mn-cs"/>
              </a:defRPr>
            </a:pPr>
            <a:endParaRPr lang="en-US"/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.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2485830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628372497824196E-2"/>
          <c:y val="3.903903903903904E-2"/>
          <c:w val="0.95474325500435164"/>
          <c:h val="0.9219219219219219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80808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578-47D8-ACD9-50A3409078E8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1.3</c:v>
                </c:pt>
                <c:pt idx="1">
                  <c:v>-5.4910869565217384</c:v>
                </c:pt>
                <c:pt idx="2">
                  <c:v>4.8</c:v>
                </c:pt>
                <c:pt idx="3">
                  <c:v>-3.6999999999999997</c:v>
                </c:pt>
                <c:pt idx="4">
                  <c:v>6.9910869565217411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78-47D8-ACD9-50A3409078E8}"/>
            </c:ext>
          </c:extLst>
        </c:ser>
        <c:ser>
          <c:idx val="1"/>
          <c:order val="1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1578-47D8-ACD9-50A3409078E8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-3.4000000000000004</c:v>
                </c:pt>
                <c:pt idx="1">
                  <c:v>-6.1910869565217377</c:v>
                </c:pt>
                <c:pt idx="2">
                  <c:v>4.9000000000000004</c:v>
                </c:pt>
                <c:pt idx="3">
                  <c:v>-3.5000000000000004</c:v>
                </c:pt>
                <c:pt idx="4">
                  <c:v>8.0910869565217425</c:v>
                </c:pt>
                <c:pt idx="5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578-47D8-ACD9-50A3409078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01141552"/>
        <c:axId val="1"/>
      </c:barChart>
      <c:catAx>
        <c:axId val="50114155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latin typeface="+mn-lt"/>
                <a:ea typeface="+mn-ea"/>
                <a:cs typeface="+mn-cs"/>
              </a:defRPr>
            </a:pPr>
            <a:endParaRPr lang="en-US"/>
          </a:p>
        </c:tx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8.0910869565217425"/>
          <c:min val="-6.1910869565217377"/>
        </c:scaling>
        <c:delete val="1"/>
        <c:axPos val="l"/>
        <c:numFmt formatCode="General" sourceLinked="1"/>
        <c:majorTickMark val="out"/>
        <c:minorTickMark val="none"/>
        <c:tickLblPos val="nextTo"/>
        <c:crossAx val="50114155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628372497824196E-2"/>
          <c:y val="3.903903903903904E-2"/>
          <c:w val="0.95474325500435164"/>
          <c:h val="0.9219219219219219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80808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0553-452D-B558-A94297257792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6.1</c:v>
                </c:pt>
                <c:pt idx="1">
                  <c:v>3.9</c:v>
                </c:pt>
                <c:pt idx="2">
                  <c:v>3.3000000000000003</c:v>
                </c:pt>
                <c:pt idx="3">
                  <c:v>5</c:v>
                </c:pt>
                <c:pt idx="4">
                  <c:v>4.5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53-452D-B558-A94297257792}"/>
            </c:ext>
          </c:extLst>
        </c:ser>
        <c:ser>
          <c:idx val="1"/>
          <c:order val="1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0553-452D-B558-A94297257792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-1.3189359783588817</c:v>
                </c:pt>
                <c:pt idx="1">
                  <c:v>-0.6</c:v>
                </c:pt>
                <c:pt idx="2">
                  <c:v>-0.5</c:v>
                </c:pt>
                <c:pt idx="3">
                  <c:v>3.1</c:v>
                </c:pt>
                <c:pt idx="4">
                  <c:v>3.1</c:v>
                </c:pt>
                <c:pt idx="5">
                  <c:v>3.5000000000000004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53-452D-B558-A942972577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756376096"/>
        <c:axId val="1"/>
      </c:barChart>
      <c:catAx>
        <c:axId val="75637609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latin typeface="+mn-lt"/>
                <a:ea typeface="+mn-ea"/>
                <a:cs typeface="+mn-cs"/>
              </a:defRPr>
            </a:pPr>
            <a:endParaRPr lang="en-US"/>
          </a:p>
        </c:tx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6.1"/>
          <c:min val="-1.3189359783588817"/>
        </c:scaling>
        <c:delete val="1"/>
        <c:axPos val="l"/>
        <c:numFmt formatCode="General" sourceLinked="1"/>
        <c:majorTickMark val="out"/>
        <c:minorTickMark val="none"/>
        <c:tickLblPos val="nextTo"/>
        <c:crossAx val="75637609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628372497824196E-2"/>
          <c:y val="3.903903903903904E-2"/>
          <c:w val="0.95474325500435164"/>
          <c:h val="0.9219219219219219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80808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521-48DD-825D-D1A698518EE5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2.6</c:v>
                </c:pt>
                <c:pt idx="1">
                  <c:v>2.1999999999999997</c:v>
                </c:pt>
                <c:pt idx="2">
                  <c:v>2</c:v>
                </c:pt>
                <c:pt idx="3">
                  <c:v>0.8</c:v>
                </c:pt>
                <c:pt idx="4">
                  <c:v>2</c:v>
                </c:pt>
                <c:pt idx="5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21-48DD-825D-D1A698518EE5}"/>
            </c:ext>
          </c:extLst>
        </c:ser>
        <c:ser>
          <c:idx val="1"/>
          <c:order val="1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521-48DD-825D-D1A698518EE5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3.9</c:v>
                </c:pt>
                <c:pt idx="1">
                  <c:v>2.6</c:v>
                </c:pt>
                <c:pt idx="2">
                  <c:v>2.5</c:v>
                </c:pt>
                <c:pt idx="3">
                  <c:v>2.4</c:v>
                </c:pt>
                <c:pt idx="4">
                  <c:v>2.2999999999999998</c:v>
                </c:pt>
                <c:pt idx="5">
                  <c:v>1.7000000000000002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521-48DD-825D-D1A698518E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350348240"/>
        <c:axId val="1"/>
      </c:barChart>
      <c:catAx>
        <c:axId val="135034824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latin typeface="+mn-lt"/>
                <a:ea typeface="+mn-ea"/>
                <a:cs typeface="+mn-cs"/>
              </a:defRPr>
            </a:pPr>
            <a:endParaRPr lang="en-US"/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.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35034824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628372497824196E-2"/>
          <c:y val="3.903903903903904E-2"/>
          <c:w val="0.95474325500435164"/>
          <c:h val="0.9219219219219219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80808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9A2-4CB7-A4D2-55CFCFF00F16}"/>
              </c:ext>
            </c:extLst>
          </c:dPt>
          <c:val>
            <c:numRef>
              <c:f>Sheet1!$A$1:$F$1</c:f>
              <c:numCache>
                <c:formatCode>General</c:formatCode>
                <c:ptCount val="6"/>
                <c:pt idx="0">
                  <c:v>1.3</c:v>
                </c:pt>
                <c:pt idx="1">
                  <c:v>-5.4910869565217384</c:v>
                </c:pt>
                <c:pt idx="2">
                  <c:v>4.8</c:v>
                </c:pt>
                <c:pt idx="3">
                  <c:v>-3.6999999999999997</c:v>
                </c:pt>
                <c:pt idx="4">
                  <c:v>6.9910869565217411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A2-4CB7-A4D2-55CFCFF00F16}"/>
            </c:ext>
          </c:extLst>
        </c:ser>
        <c:ser>
          <c:idx val="1"/>
          <c:order val="1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29A2-4CB7-A4D2-55CFCFF00F16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-3.4000000000000004</c:v>
                </c:pt>
                <c:pt idx="1">
                  <c:v>-6.1910869565217377</c:v>
                </c:pt>
                <c:pt idx="2">
                  <c:v>4.9000000000000004</c:v>
                </c:pt>
                <c:pt idx="3">
                  <c:v>-3.5000000000000004</c:v>
                </c:pt>
                <c:pt idx="4">
                  <c:v>8.0910869565217425</c:v>
                </c:pt>
                <c:pt idx="5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9A2-4CB7-A4D2-55CFCFF00F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350353040"/>
        <c:axId val="1"/>
      </c:barChart>
      <c:catAx>
        <c:axId val="135035304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latin typeface="+mn-lt"/>
                <a:ea typeface="+mn-ea"/>
                <a:cs typeface="+mn-cs"/>
              </a:defRPr>
            </a:pPr>
            <a:endParaRPr lang="en-US"/>
          </a:p>
        </c:tx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8.0910869565217425"/>
          <c:min val="-6.1910869565217377"/>
        </c:scaling>
        <c:delete val="1"/>
        <c:axPos val="l"/>
        <c:numFmt formatCode="General" sourceLinked="1"/>
        <c:majorTickMark val="out"/>
        <c:minorTickMark val="none"/>
        <c:tickLblPos val="nextTo"/>
        <c:crossAx val="135035304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12EE85-0FC5-4D27-B855-161392D46C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Q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F67A0-5A45-D75C-4CCD-07CF0D0B5AE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A18B9-E450-2A45-BFC5-5CE743E7CCEE}" type="datetimeFigureOut">
              <a:rPr lang="en-QA" smtClean="0"/>
              <a:t>06/04/2026</a:t>
            </a:fld>
            <a:endParaRPr lang="en-Q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7B0B13-7F96-B76C-838A-3D24742A24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Q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DC58FF-B37B-DBA5-7A4B-A0E25597579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A8880F-A2FA-4543-B89D-3C0BC800186C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681086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Shape 104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0" name="Shape 105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823748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defRPr sz="1100">
        <a:latin typeface="Lucida Grande"/>
        <a:ea typeface="Lucida Grande"/>
        <a:cs typeface="Lucida Grande"/>
        <a:sym typeface="Lucida Grande"/>
      </a:defRPr>
    </a:lvl1pPr>
    <a:lvl2pPr indent="114300" defTabSz="228600" latinLnBrk="0">
      <a:defRPr sz="1100">
        <a:latin typeface="Lucida Grande"/>
        <a:ea typeface="Lucida Grande"/>
        <a:cs typeface="Lucida Grande"/>
        <a:sym typeface="Lucida Grande"/>
      </a:defRPr>
    </a:lvl2pPr>
    <a:lvl3pPr indent="228600" defTabSz="228600" latinLnBrk="0">
      <a:defRPr sz="1100">
        <a:latin typeface="Lucida Grande"/>
        <a:ea typeface="Lucida Grande"/>
        <a:cs typeface="Lucida Grande"/>
        <a:sym typeface="Lucida Grande"/>
      </a:defRPr>
    </a:lvl3pPr>
    <a:lvl4pPr indent="342900" defTabSz="228600" latinLnBrk="0">
      <a:defRPr sz="1100">
        <a:latin typeface="Lucida Grande"/>
        <a:ea typeface="Lucida Grande"/>
        <a:cs typeface="Lucida Grande"/>
        <a:sym typeface="Lucida Grande"/>
      </a:defRPr>
    </a:lvl4pPr>
    <a:lvl5pPr indent="457200" defTabSz="228600" latinLnBrk="0">
      <a:defRPr sz="1100">
        <a:latin typeface="Lucida Grande"/>
        <a:ea typeface="Lucida Grande"/>
        <a:cs typeface="Lucida Grande"/>
        <a:sym typeface="Lucida Grande"/>
      </a:defRPr>
    </a:lvl5pPr>
    <a:lvl6pPr indent="571500" defTabSz="228600" latinLnBrk="0">
      <a:defRPr sz="1100">
        <a:latin typeface="Lucida Grande"/>
        <a:ea typeface="Lucida Grande"/>
        <a:cs typeface="Lucida Grande"/>
        <a:sym typeface="Lucida Grande"/>
      </a:defRPr>
    </a:lvl6pPr>
    <a:lvl7pPr indent="685800" defTabSz="228600" latinLnBrk="0">
      <a:defRPr sz="1100">
        <a:latin typeface="Lucida Grande"/>
        <a:ea typeface="Lucida Grande"/>
        <a:cs typeface="Lucida Grande"/>
        <a:sym typeface="Lucida Grande"/>
      </a:defRPr>
    </a:lvl7pPr>
    <a:lvl8pPr indent="800100" defTabSz="228600" latinLnBrk="0">
      <a:defRPr sz="1100">
        <a:latin typeface="Lucida Grande"/>
        <a:ea typeface="Lucida Grande"/>
        <a:cs typeface="Lucida Grande"/>
        <a:sym typeface="Lucida Grande"/>
      </a:defRPr>
    </a:lvl8pPr>
    <a:lvl9pPr indent="914400" defTabSz="228600" latinLnBrk="0">
      <a:defRPr sz="11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B92BD-77CC-D214-51D2-3B7B2F456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83494-D1D8-58BB-E5E1-734645F1B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78087-CAB7-A324-75FF-FB8A29408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0E300-CADA-F8F3-E17D-0FCC2DF34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6FEF6-2D15-4FFB-AF65-7F36A5838BD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48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9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NULL"/><Relationship Id="rId4" Type="http://schemas.openxmlformats.org/officeDocument/2006/relationships/oleObject" Target="../embeddings/oleObject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-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503D138-8612-4DB4-A128-D705747CA0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1847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7" progId="TCLayout.ActiveDocument.1">
                  <p:embed/>
                </p:oleObj>
              </mc:Choice>
              <mc:Fallback>
                <p:oleObj name="think-cell Slide" r:id="rId3" imgW="353" imgH="357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03D138-8612-4DB4-A128-D705747CA0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4940E7A6-0EDE-5918-F7FF-21B968CE85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971" r="644"/>
          <a:stretch/>
        </p:blipFill>
        <p:spPr>
          <a:xfrm>
            <a:off x="-23220" y="1392696"/>
            <a:ext cx="12215219" cy="5465304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2069161-CA3F-9654-234B-C018B6B80D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9876" y="2485169"/>
            <a:ext cx="9172244" cy="520026"/>
          </a:xfrm>
          <a:prstGeom prst="rect">
            <a:avLst/>
          </a:prstGeom>
        </p:spPr>
        <p:txBody>
          <a:bodyPr vert="horz" bIns="0" anchor="b" anchorCtr="0"/>
          <a:lstStyle>
            <a:lvl1pPr marL="0" indent="0" algn="l">
              <a:buClr>
                <a:schemeClr val="bg1"/>
              </a:buClr>
              <a:buFont typeface="Wingdings" panose="05000000000000000000" pitchFamily="2" charset="2"/>
              <a:buNone/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585AC722-DEB9-7EAD-31F5-1A3DFA8445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9875" y="3140798"/>
            <a:ext cx="4279374" cy="410081"/>
          </a:xfrm>
          <a:prstGeom prst="rect">
            <a:avLst/>
          </a:prstGeom>
          <a:noFill/>
        </p:spPr>
        <p:txBody>
          <a:bodyPr wrap="square" tIns="0" rIns="72000">
            <a:spAutoFit/>
          </a:bodyPr>
          <a:lstStyle>
            <a:lvl1pPr algn="l">
              <a:spcAft>
                <a:spcPts val="0"/>
              </a:spcAft>
              <a:defRPr sz="25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Cover subtitle or date</a:t>
            </a:r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80CA32-2CB0-DFAA-C221-CC7C54BE6367}"/>
              </a:ext>
            </a:extLst>
          </p:cNvPr>
          <p:cNvCxnSpPr>
            <a:cxnSpLocks/>
          </p:cNvCxnSpPr>
          <p:nvPr userDrawn="1"/>
        </p:nvCxnSpPr>
        <p:spPr>
          <a:xfrm>
            <a:off x="780630" y="1784383"/>
            <a:ext cx="0" cy="5073617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B52DC63-1E01-A005-C11D-C9AE533327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-381" r="-381"/>
          <a:stretch/>
        </p:blipFill>
        <p:spPr>
          <a:xfrm>
            <a:off x="8855584" y="269270"/>
            <a:ext cx="2955416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7821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420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Divider - Skyline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0DE76AC-661B-3CCE-A907-8C0B45220F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915" r="6915"/>
          <a:stretch/>
        </p:blipFill>
        <p:spPr>
          <a:xfrm>
            <a:off x="2" y="1"/>
            <a:ext cx="10505747" cy="6858002"/>
          </a:xfrm>
          <a:prstGeom prst="rect">
            <a:avLst/>
          </a:prstGeom>
        </p:spPr>
      </p:pic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6F59F50C-826D-3391-1151-5A6C85F1CE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62602" y="3327463"/>
            <a:ext cx="2171483" cy="300275"/>
          </a:xfrm>
          <a:prstGeom prst="rect">
            <a:avLst/>
          </a:prstGeom>
          <a:noFill/>
        </p:spPr>
        <p:txBody>
          <a:bodyPr wrap="none" tIns="0" rIns="72000">
            <a:spAutoFit/>
          </a:bodyPr>
          <a:lstStyle>
            <a:lvl1pPr algn="l">
              <a:spcAft>
                <a:spcPts val="0"/>
              </a:spcAft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Cover subtitle or date</a:t>
            </a:r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9E09CD-4A3A-9A4A-A5A8-24A08F9DF34D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171900"/>
            <a:ext cx="609600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E7411D6-A749-B9C6-D380-6077732156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602" y="1548257"/>
            <a:ext cx="4733401" cy="1481368"/>
          </a:xfrm>
          <a:prstGeom prst="rect">
            <a:avLst/>
          </a:prstGeom>
        </p:spPr>
        <p:txBody>
          <a:bodyPr bIns="0" anchor="b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D3B5A8-6E4C-7724-FFE4-D171A9409C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3340" y="5787159"/>
            <a:ext cx="860425" cy="89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33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 userDrawn="1">
          <p15:clr>
            <a:srgbClr val="A4A3A4"/>
          </p15:clr>
        </p15:guide>
        <p15:guide id="2" orient="horz" pos="1332" userDrawn="1">
          <p15:clr>
            <a:srgbClr val="A4A3A4"/>
          </p15:clr>
        </p15:guide>
        <p15:guide id="3" pos="2518" userDrawn="1">
          <p15:clr>
            <a:srgbClr val="A4A3A4"/>
          </p15:clr>
        </p15:guide>
        <p15:guide id="4" orient="horz" pos="742" userDrawn="1">
          <p15:clr>
            <a:srgbClr val="A4A3A4"/>
          </p15:clr>
        </p15:guide>
        <p15:guide id="5" orient="horz" pos="4140" userDrawn="1">
          <p15:clr>
            <a:srgbClr val="FBAE40"/>
          </p15:clr>
        </p15:guide>
        <p15:guide id="6" pos="6816" userDrawn="1">
          <p15:clr>
            <a:srgbClr val="FBAE40"/>
          </p15:clr>
        </p15:guide>
        <p15:guide id="7" pos="7452" userDrawn="1">
          <p15:clr>
            <a:srgbClr val="FBAE40"/>
          </p15:clr>
        </p15:guide>
        <p15:guide id="8" orient="horz" pos="346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Divider - Skyline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0DE76AC-661B-3CCE-A907-8C0B45220F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915" r="6915"/>
          <a:stretch/>
        </p:blipFill>
        <p:spPr>
          <a:xfrm>
            <a:off x="2" y="1"/>
            <a:ext cx="10505747" cy="6858002"/>
          </a:xfrm>
          <a:prstGeom prst="rect">
            <a:avLst/>
          </a:prstGeom>
        </p:spPr>
      </p:pic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6F59F50C-826D-3391-1151-5A6C85F1CE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62602" y="3327463"/>
            <a:ext cx="2171483" cy="300275"/>
          </a:xfrm>
          <a:prstGeom prst="rect">
            <a:avLst/>
          </a:prstGeom>
          <a:noFill/>
        </p:spPr>
        <p:txBody>
          <a:bodyPr wrap="none" tIns="0" rIns="72000">
            <a:spAutoFit/>
          </a:bodyPr>
          <a:lstStyle>
            <a:lvl1pPr algn="l">
              <a:spcAft>
                <a:spcPts val="0"/>
              </a:spcAft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Cover subtitle or date</a:t>
            </a:r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9E09CD-4A3A-9A4A-A5A8-24A08F9DF34D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171900"/>
            <a:ext cx="609600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E7411D6-A749-B9C6-D380-6077732156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602" y="1548257"/>
            <a:ext cx="4733401" cy="1481368"/>
          </a:xfrm>
          <a:prstGeom prst="rect">
            <a:avLst/>
          </a:prstGeom>
        </p:spPr>
        <p:txBody>
          <a:bodyPr bIns="0" anchor="b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8E1530-1798-B07D-2A7C-BD81FED6AE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3340" y="5787159"/>
            <a:ext cx="860425" cy="89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681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 userDrawn="1">
          <p15:clr>
            <a:srgbClr val="A4A3A4"/>
          </p15:clr>
        </p15:guide>
        <p15:guide id="2" orient="horz" pos="1332" userDrawn="1">
          <p15:clr>
            <a:srgbClr val="A4A3A4"/>
          </p15:clr>
        </p15:guide>
        <p15:guide id="3" pos="2518" userDrawn="1">
          <p15:clr>
            <a:srgbClr val="A4A3A4"/>
          </p15:clr>
        </p15:guide>
        <p15:guide id="4" orient="horz" pos="742" userDrawn="1">
          <p15:clr>
            <a:srgbClr val="A4A3A4"/>
          </p15:clr>
        </p15:guide>
        <p15:guide id="5" orient="horz" pos="4140" userDrawn="1">
          <p15:clr>
            <a:srgbClr val="FBAE40"/>
          </p15:clr>
        </p15:guide>
        <p15:guide id="6" pos="6816" userDrawn="1">
          <p15:clr>
            <a:srgbClr val="FBAE40"/>
          </p15:clr>
        </p15:guide>
        <p15:guide id="7" pos="7452" userDrawn="1">
          <p15:clr>
            <a:srgbClr val="FBAE40"/>
          </p15:clr>
        </p15:guide>
        <p15:guide id="8" orient="horz" pos="346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33AD58-5660-E0E5-8381-A5B236281C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"/>
          <a:stretch/>
        </p:blipFill>
        <p:spPr>
          <a:xfrm>
            <a:off x="0" y="1"/>
            <a:ext cx="12192000" cy="6858002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EB98668-86C0-4768-4931-9DD458ECF2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0735" y="1620840"/>
            <a:ext cx="10158611" cy="1808163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13" name="Title 16">
            <a:extLst>
              <a:ext uri="{FF2B5EF4-FFF2-40B4-BE49-F238E27FC236}">
                <a16:creationId xmlns:a16="http://schemas.microsoft.com/office/drawing/2014/main" id="{8325AF56-33FC-15E8-6EBC-7428FA5E2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870" y="619453"/>
            <a:ext cx="10326484" cy="5339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4E7FC667-E21D-2533-CC3B-C0BCBCEBED00}"/>
              </a:ext>
            </a:extLst>
          </p:cNvPr>
          <p:cNvSpPr/>
          <p:nvPr userDrawn="1"/>
        </p:nvSpPr>
        <p:spPr>
          <a:xfrm>
            <a:off x="10975839" y="6176202"/>
            <a:ext cx="559588" cy="559588"/>
          </a:xfrm>
          <a:prstGeom prst="diamond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sz="35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631467-2120-0205-8D9B-1F5CF197BA01}"/>
              </a:ext>
            </a:extLst>
          </p:cNvPr>
          <p:cNvSpPr txBox="1">
            <a:spLocks/>
          </p:cNvSpPr>
          <p:nvPr userDrawn="1"/>
        </p:nvSpPr>
        <p:spPr>
          <a:xfrm>
            <a:off x="10905285" y="6322646"/>
            <a:ext cx="700699" cy="2667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709467" rtl="0" eaLnBrk="1" latinLnBrk="0" hangingPunct="1">
              <a:defRPr sz="7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4734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94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42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189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736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84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31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78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97BA49-02AF-488C-8ED9-F4E0A7C7CE4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89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89143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27739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C41A408-9063-4CA7-A47D-E2ED9FBAF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36834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7" progId="TCLayout.ActiveDocument.1">
                  <p:embed/>
                </p:oleObj>
              </mc:Choice>
              <mc:Fallback>
                <p:oleObj name="think-cell Slide" r:id="rId3" imgW="353" imgH="357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C41A408-9063-4CA7-A47D-E2ED9FBAF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FF16858-DF98-CF97-E59E-E48DD1532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6699" y="1691640"/>
            <a:ext cx="11544295" cy="4385309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647294-BAE3-F611-8D80-0A292E7BF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393423"/>
            <a:ext cx="11544295" cy="75998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QA" dirty="0"/>
            </a:lvl1pPr>
          </a:lstStyle>
          <a:p>
            <a:pPr lvl="0">
              <a:lnSpc>
                <a:spcPct val="85000"/>
              </a:lnSpc>
            </a:pPr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13D3444-FA04-4075-86A8-FC7D3CF45D1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66699" y="1213758"/>
            <a:ext cx="11544295" cy="3810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dirty="0" smtClean="0">
                <a:solidFill>
                  <a:schemeClr val="tx1"/>
                </a:solidFill>
              </a:defRPr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notes">
            <a:extLst>
              <a:ext uri="{FF2B5EF4-FFF2-40B4-BE49-F238E27FC236}">
                <a16:creationId xmlns:a16="http://schemas.microsoft.com/office/drawing/2014/main" id="{6437A3A8-5348-4AE4-ADFF-DA56752D9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6699" y="6355077"/>
            <a:ext cx="10058400" cy="274322"/>
          </a:xfrm>
        </p:spPr>
        <p:txBody>
          <a:bodyPr anchor="b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750"/>
            </a:lvl1pPr>
            <a:lvl2pPr marL="0" indent="0">
              <a:spcAft>
                <a:spcPts val="0"/>
              </a:spcAft>
              <a:buFontTx/>
              <a:buNone/>
              <a:defRPr sz="750"/>
            </a:lvl2pPr>
            <a:lvl3pPr marL="0" indent="0">
              <a:spcAft>
                <a:spcPts val="0"/>
              </a:spcAft>
              <a:buFontTx/>
              <a:buNone/>
              <a:defRPr sz="750"/>
            </a:lvl3pPr>
            <a:lvl4pPr marL="0" indent="0">
              <a:spcAft>
                <a:spcPts val="0"/>
              </a:spcAft>
              <a:buFontTx/>
              <a:buNone/>
              <a:defRPr sz="750"/>
            </a:lvl4pPr>
            <a:lvl5pPr marL="0" indent="0">
              <a:spcAft>
                <a:spcPts val="0"/>
              </a:spcAft>
              <a:buFontTx/>
              <a:buNone/>
              <a:defRPr sz="750"/>
            </a:lvl5pPr>
            <a:lvl6pPr marL="0" indent="0">
              <a:spcAft>
                <a:spcPts val="0"/>
              </a:spcAft>
              <a:buFontTx/>
              <a:buNone/>
              <a:defRPr sz="750"/>
            </a:lvl6pPr>
            <a:lvl7pPr marL="0" indent="0">
              <a:spcAft>
                <a:spcPts val="0"/>
              </a:spcAft>
              <a:buFontTx/>
              <a:buNone/>
              <a:defRPr sz="750"/>
            </a:lvl7pPr>
            <a:lvl8pPr marL="0" indent="0">
              <a:spcAft>
                <a:spcPts val="0"/>
              </a:spcAft>
              <a:buFontTx/>
              <a:buNone/>
              <a:defRPr sz="750"/>
            </a:lvl8pPr>
            <a:lvl9pPr marL="0" indent="0">
              <a:spcAft>
                <a:spcPts val="0"/>
              </a:spcAft>
              <a:buFontTx/>
              <a:buNone/>
              <a:defRPr sz="750"/>
            </a:lvl9pPr>
          </a:lstStyle>
          <a:p>
            <a:pPr lvl="0"/>
            <a:r>
              <a:rPr lang="en-US"/>
              <a:t>[Optional footnotes/references]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A55CB67D-CFDD-47C1-B842-AA8D3C6ADF2A}"/>
              </a:ext>
            </a:extLst>
          </p:cNvPr>
          <p:cNvSpPr/>
          <p:nvPr userDrawn="1"/>
        </p:nvSpPr>
        <p:spPr>
          <a:xfrm>
            <a:off x="11326190" y="6176202"/>
            <a:ext cx="559588" cy="559588"/>
          </a:xfrm>
          <a:prstGeom prst="diamond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sz="1200">
              <a:latin typeface="+mn-lt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59394EF-487C-469F-9AC5-126DCA90D9DA}"/>
              </a:ext>
            </a:extLst>
          </p:cNvPr>
          <p:cNvSpPr txBox="1">
            <a:spLocks/>
          </p:cNvSpPr>
          <p:nvPr userDrawn="1"/>
        </p:nvSpPr>
        <p:spPr>
          <a:xfrm>
            <a:off x="11255636" y="6322646"/>
            <a:ext cx="700699" cy="2667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709467" rtl="0" eaLnBrk="1" latinLnBrk="0" hangingPunct="1">
              <a:defRPr sz="7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4734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94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42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189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736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84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31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78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97BA49-02AF-488C-8ED9-F4E0A7C7CE4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89143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89143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54542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EB98668-86C0-4768-4931-9DD458ECF2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0736" y="1510327"/>
            <a:ext cx="4824873" cy="3063154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E6EF7D44-7E3A-B244-D41A-6AF85AD097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46397" y="1510327"/>
            <a:ext cx="4824873" cy="3063154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05CA1CD3-B47E-90E5-D5F6-F4F6C7FAB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noAutofit/>
          </a:bodyPr>
          <a:lstStyle>
            <a:lvl1pPr>
              <a:defRPr lang="en-QA" dirty="0"/>
            </a:lvl1pPr>
          </a:lstStyle>
          <a:p>
            <a:pPr lvl="0">
              <a:lnSpc>
                <a:spcPct val="85000"/>
              </a:lnSpc>
            </a:pPr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DE49579-42CD-1F5A-FCCB-D6D83E48864D}"/>
              </a:ext>
            </a:extLst>
          </p:cNvPr>
          <p:cNvSpPr/>
          <p:nvPr userDrawn="1"/>
        </p:nvSpPr>
        <p:spPr>
          <a:xfrm>
            <a:off x="10975839" y="6176202"/>
            <a:ext cx="559588" cy="559588"/>
          </a:xfrm>
          <a:prstGeom prst="diamond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sz="35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3CEBEF-835E-089A-7311-9C5B107494F8}"/>
              </a:ext>
            </a:extLst>
          </p:cNvPr>
          <p:cNvSpPr txBox="1">
            <a:spLocks/>
          </p:cNvSpPr>
          <p:nvPr userDrawn="1"/>
        </p:nvSpPr>
        <p:spPr>
          <a:xfrm>
            <a:off x="10905285" y="6322646"/>
            <a:ext cx="700699" cy="2667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709467" rtl="0" eaLnBrk="1" latinLnBrk="0" hangingPunct="1">
              <a:defRPr sz="7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4734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94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42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189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736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84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31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78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97BA49-02AF-488C-8ED9-F4E0A7C7CE4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89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89143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783517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EB98668-86C0-4768-4931-9DD458ECF2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0734" y="1510327"/>
            <a:ext cx="3257896" cy="3063154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5338CF3-13B6-CC9C-BF6B-9BA5CB9721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92510" y="1510327"/>
            <a:ext cx="3257896" cy="3063154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491DCAA-7740-2199-AD6C-F640408AB36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64287" y="1510327"/>
            <a:ext cx="3257896" cy="3063154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4EE9C60F-D725-9804-1B79-015AAA587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FFF4D5A7-5ADC-0805-0007-989C2348A7E1}"/>
              </a:ext>
            </a:extLst>
          </p:cNvPr>
          <p:cNvSpPr/>
          <p:nvPr userDrawn="1"/>
        </p:nvSpPr>
        <p:spPr>
          <a:xfrm>
            <a:off x="10975839" y="6176202"/>
            <a:ext cx="559588" cy="559588"/>
          </a:xfrm>
          <a:prstGeom prst="diamond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sz="35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7F6180A-E0C9-AE63-69BA-863685B8FF40}"/>
              </a:ext>
            </a:extLst>
          </p:cNvPr>
          <p:cNvSpPr txBox="1">
            <a:spLocks/>
          </p:cNvSpPr>
          <p:nvPr userDrawn="1"/>
        </p:nvSpPr>
        <p:spPr>
          <a:xfrm>
            <a:off x="10905285" y="6322646"/>
            <a:ext cx="700699" cy="2667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709467" rtl="0" eaLnBrk="1" latinLnBrk="0" hangingPunct="1">
              <a:defRPr sz="7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4734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94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42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189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736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84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31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78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97BA49-02AF-488C-8ED9-F4E0A7C7CE4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89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89143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140236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lide-0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21FF19-68FA-363B-0F64-1DE32496E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9870" y="1620840"/>
            <a:ext cx="5192427" cy="1808163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7" name="Title 16">
            <a:extLst>
              <a:ext uri="{FF2B5EF4-FFF2-40B4-BE49-F238E27FC236}">
                <a16:creationId xmlns:a16="http://schemas.microsoft.com/office/drawing/2014/main" id="{E0B11758-903B-48E2-AD8C-0C66F227D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870" y="619453"/>
            <a:ext cx="5795600" cy="5339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10" name="Shape 1043">
            <a:extLst>
              <a:ext uri="{FF2B5EF4-FFF2-40B4-BE49-F238E27FC236}">
                <a16:creationId xmlns:a16="http://schemas.microsoft.com/office/drawing/2014/main" id="{5BB11F4E-5E40-B4C7-E43C-CC21890B55AD}"/>
              </a:ext>
            </a:extLst>
          </p:cNvPr>
          <p:cNvSpPr txBox="1">
            <a:spLocks/>
          </p:cNvSpPr>
          <p:nvPr userDrawn="1"/>
        </p:nvSpPr>
        <p:spPr>
          <a:xfrm>
            <a:off x="10650684" y="6435389"/>
            <a:ext cx="528663" cy="2667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709467" rtl="0" eaLnBrk="1" latinLnBrk="0" hangingPunct="1">
              <a:lnSpc>
                <a:spcPct val="120000"/>
              </a:lnSpc>
              <a:spcBef>
                <a:spcPts val="4500"/>
              </a:spcBef>
              <a:defRPr sz="2800" kern="1200">
                <a:solidFill>
                  <a:srgbClr val="797979"/>
                </a:solidFill>
                <a:latin typeface="+mn-lt"/>
                <a:ea typeface="+mn-ea"/>
                <a:cs typeface="+mn-cs"/>
              </a:defRPr>
            </a:lvl1pPr>
            <a:lvl2pPr marL="354734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94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42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189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736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84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31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78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QA" sz="1400" smtClean="0"/>
              <a:pPr/>
              <a:t>‹#›</a:t>
            </a:fld>
            <a:endParaRPr lang="en-QA" sz="1400"/>
          </a:p>
        </p:txBody>
      </p:sp>
      <p:sp>
        <p:nvSpPr>
          <p:cNvPr id="5" name="Shape 39"/>
          <p:cNvSpPr>
            <a:spLocks noGrp="1"/>
          </p:cNvSpPr>
          <p:nvPr>
            <p:ph type="pic" sz="quarter" idx="13" hasCustomPrompt="1"/>
          </p:nvPr>
        </p:nvSpPr>
        <p:spPr>
          <a:xfrm>
            <a:off x="7112003" y="0"/>
            <a:ext cx="5080001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183173" marR="0" indent="-183173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/>
            </a:lvl1pPr>
          </a:lstStyle>
          <a:p>
            <a:r>
              <a:rPr lang="de-DE"/>
              <a:t>Drop Image </a:t>
            </a:r>
            <a:r>
              <a:rPr lang="de-DE" err="1"/>
              <a:t>here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7969619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lide-0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75">
            <a:extLst>
              <a:ext uri="{FF2B5EF4-FFF2-40B4-BE49-F238E27FC236}">
                <a16:creationId xmlns:a16="http://schemas.microsoft.com/office/drawing/2014/main" id="{5E0ECF98-A1AD-8109-3264-2D4496784D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19872" y="1233379"/>
            <a:ext cx="3245761" cy="23604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183173" marR="0" indent="-183173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/>
            </a:lvl1pPr>
          </a:lstStyle>
          <a:p>
            <a:r>
              <a:rPr lang="de-DE"/>
              <a:t>Drop Image` </a:t>
            </a:r>
            <a:r>
              <a:rPr lang="de-DE" err="1"/>
              <a:t>here</a:t>
            </a:r>
            <a:endParaRPr lang="de-DE"/>
          </a:p>
        </p:txBody>
      </p:sp>
      <p:sp>
        <p:nvSpPr>
          <p:cNvPr id="8" name="Shape 476">
            <a:extLst>
              <a:ext uri="{FF2B5EF4-FFF2-40B4-BE49-F238E27FC236}">
                <a16:creationId xmlns:a16="http://schemas.microsoft.com/office/drawing/2014/main" id="{90B12488-6161-AA8F-592A-67B60559AA0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58853" y="1233379"/>
            <a:ext cx="3245760" cy="23604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183173" marR="0" indent="-183173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/>
            </a:lvl1pPr>
          </a:lstStyle>
          <a:p>
            <a:r>
              <a:rPr lang="de-DE"/>
              <a:t>Drop Image </a:t>
            </a:r>
            <a:r>
              <a:rPr lang="de-DE" err="1"/>
              <a:t>here</a:t>
            </a:r>
            <a:endParaRPr lang="de-DE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F7F8932-7F1B-642A-9275-92580C6046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22630" y="3811560"/>
            <a:ext cx="3245761" cy="1866225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7D1F0E5-0FB4-AFCC-52EE-8D520187447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3623" y="3843456"/>
            <a:ext cx="3245761" cy="1866225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15" name="Title 16">
            <a:extLst>
              <a:ext uri="{FF2B5EF4-FFF2-40B4-BE49-F238E27FC236}">
                <a16:creationId xmlns:a16="http://schemas.microsoft.com/office/drawing/2014/main" id="{E838A309-1657-56FF-C2FA-BA4515D53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870" y="619453"/>
            <a:ext cx="10326484" cy="5339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16" name="Shape 476">
            <a:extLst>
              <a:ext uri="{FF2B5EF4-FFF2-40B4-BE49-F238E27FC236}">
                <a16:creationId xmlns:a16="http://schemas.microsoft.com/office/drawing/2014/main" id="{668DFBB5-E2D3-04AB-A3AF-98B04F3ECE2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100594" y="1233379"/>
            <a:ext cx="3245760" cy="23604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183173" marR="0" indent="-183173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/>
            </a:lvl1pPr>
          </a:lstStyle>
          <a:p>
            <a:r>
              <a:rPr lang="de-DE"/>
              <a:t>Drop Image </a:t>
            </a:r>
            <a:r>
              <a:rPr lang="de-DE" err="1"/>
              <a:t>here</a:t>
            </a:r>
            <a:endParaRPr lang="de-DE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4336E171-E01F-9BDD-3D58-E20DBA36E08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15364" y="3811560"/>
            <a:ext cx="3245761" cy="1866225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0FCAC063-7C48-5E51-151C-DB73919E5324}"/>
              </a:ext>
            </a:extLst>
          </p:cNvPr>
          <p:cNvSpPr/>
          <p:nvPr userDrawn="1"/>
        </p:nvSpPr>
        <p:spPr>
          <a:xfrm>
            <a:off x="10975839" y="6176202"/>
            <a:ext cx="559588" cy="559588"/>
          </a:xfrm>
          <a:prstGeom prst="diamond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sz="35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EFE40AC-0825-65B5-E1D3-7A41C017FB8D}"/>
              </a:ext>
            </a:extLst>
          </p:cNvPr>
          <p:cNvSpPr txBox="1">
            <a:spLocks/>
          </p:cNvSpPr>
          <p:nvPr userDrawn="1"/>
        </p:nvSpPr>
        <p:spPr>
          <a:xfrm>
            <a:off x="10905285" y="6322646"/>
            <a:ext cx="700699" cy="2667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709467" rtl="0" eaLnBrk="1" latinLnBrk="0" hangingPunct="1">
              <a:defRPr sz="7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4734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94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42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189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736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84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31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78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97BA49-02AF-488C-8ED9-F4E0A7C7CE4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89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89143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165497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lide-0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475"/>
          <p:cNvSpPr>
            <a:spLocks noGrp="1"/>
          </p:cNvSpPr>
          <p:nvPr>
            <p:ph type="pic" sz="quarter" idx="14" hasCustomPrompt="1"/>
          </p:nvPr>
        </p:nvSpPr>
        <p:spPr>
          <a:xfrm>
            <a:off x="1019870" y="1233379"/>
            <a:ext cx="5029308" cy="23604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183173" marR="0" indent="-183173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/>
            </a:lvl1pPr>
          </a:lstStyle>
          <a:p>
            <a:r>
              <a:rPr lang="de-DE"/>
              <a:t>Drop Image` </a:t>
            </a:r>
            <a:r>
              <a:rPr lang="de-DE" err="1"/>
              <a:t>here</a:t>
            </a:r>
            <a:endParaRPr lang="de-DE"/>
          </a:p>
        </p:txBody>
      </p:sp>
      <p:sp>
        <p:nvSpPr>
          <p:cNvPr id="476" name="Shape 476"/>
          <p:cNvSpPr>
            <a:spLocks noGrp="1"/>
          </p:cNvSpPr>
          <p:nvPr>
            <p:ph type="pic" sz="quarter" idx="15" hasCustomPrompt="1"/>
          </p:nvPr>
        </p:nvSpPr>
        <p:spPr>
          <a:xfrm>
            <a:off x="6302277" y="1233379"/>
            <a:ext cx="5029308" cy="23604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183173" marR="0" indent="-183173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/>
            </a:lvl1pPr>
          </a:lstStyle>
          <a:p>
            <a:r>
              <a:rPr lang="de-DE"/>
              <a:t>Drop Image </a:t>
            </a:r>
            <a:r>
              <a:rPr lang="de-DE" err="1"/>
              <a:t>here</a:t>
            </a:r>
            <a:endParaRPr lang="de-DE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D5285F5-3D5F-A549-E2AA-22B4173D12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22628" y="3811560"/>
            <a:ext cx="5029308" cy="1866225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A22FAB2-B508-40EA-D505-5DA4AAB76A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17046" y="3811560"/>
            <a:ext cx="5029308" cy="1866225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5" name="Title 16">
            <a:extLst>
              <a:ext uri="{FF2B5EF4-FFF2-40B4-BE49-F238E27FC236}">
                <a16:creationId xmlns:a16="http://schemas.microsoft.com/office/drawing/2014/main" id="{B240E412-474E-8307-78A9-BA8D98EAA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870" y="619453"/>
            <a:ext cx="10326484" cy="5339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571AC6E7-6A73-F0FB-FF84-E46458F79388}"/>
              </a:ext>
            </a:extLst>
          </p:cNvPr>
          <p:cNvSpPr/>
          <p:nvPr userDrawn="1"/>
        </p:nvSpPr>
        <p:spPr>
          <a:xfrm>
            <a:off x="10975839" y="6176202"/>
            <a:ext cx="559588" cy="559588"/>
          </a:xfrm>
          <a:prstGeom prst="diamond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sz="35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8280CEF-CB9B-CEB2-4970-86E65B7AE067}"/>
              </a:ext>
            </a:extLst>
          </p:cNvPr>
          <p:cNvSpPr txBox="1">
            <a:spLocks/>
          </p:cNvSpPr>
          <p:nvPr userDrawn="1"/>
        </p:nvSpPr>
        <p:spPr>
          <a:xfrm>
            <a:off x="10905285" y="6322646"/>
            <a:ext cx="700699" cy="2667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709467" rtl="0" eaLnBrk="1" latinLnBrk="0" hangingPunct="1">
              <a:defRPr sz="7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4734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94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42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189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736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84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31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78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97BA49-02AF-488C-8ED9-F4E0A7C7CE4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89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89143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25009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lide-0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6">
            <a:extLst>
              <a:ext uri="{FF2B5EF4-FFF2-40B4-BE49-F238E27FC236}">
                <a16:creationId xmlns:a16="http://schemas.microsoft.com/office/drawing/2014/main" id="{37985598-A96F-FEEE-E945-EE772AD39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870" y="619453"/>
            <a:ext cx="10326484" cy="5339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15" name="Shape 475">
            <a:extLst>
              <a:ext uri="{FF2B5EF4-FFF2-40B4-BE49-F238E27FC236}">
                <a16:creationId xmlns:a16="http://schemas.microsoft.com/office/drawing/2014/main" id="{B1492DE0-C30E-F075-9130-2732814EF59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19872" y="1233379"/>
            <a:ext cx="2454557" cy="23604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183173" marR="0" indent="-183173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/>
            </a:lvl1pPr>
          </a:lstStyle>
          <a:p>
            <a:r>
              <a:rPr lang="de-DE"/>
              <a:t>Drop Image` </a:t>
            </a:r>
            <a:r>
              <a:rPr lang="de-DE" err="1"/>
              <a:t>here</a:t>
            </a:r>
            <a:endParaRPr lang="de-DE"/>
          </a:p>
        </p:txBody>
      </p:sp>
      <p:sp>
        <p:nvSpPr>
          <p:cNvPr id="16" name="Shape 476">
            <a:extLst>
              <a:ext uri="{FF2B5EF4-FFF2-40B4-BE49-F238E27FC236}">
                <a16:creationId xmlns:a16="http://schemas.microsoft.com/office/drawing/2014/main" id="{80E1FBFD-9905-2246-22B4-D1CCA22152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643718" y="1233379"/>
            <a:ext cx="2454556" cy="23604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183173" marR="0" indent="-183173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/>
            </a:lvl1pPr>
          </a:lstStyle>
          <a:p>
            <a:r>
              <a:rPr lang="de-DE"/>
              <a:t>Drop Image </a:t>
            </a:r>
            <a:r>
              <a:rPr lang="de-DE" err="1"/>
              <a:t>here</a:t>
            </a:r>
            <a:endParaRPr lang="de-DE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F9D2587-816F-62C2-3CE2-C746D6A4397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22630" y="3811560"/>
            <a:ext cx="2454557" cy="1866225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686CD6A3-6067-338B-FB6E-5100F4E98B2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50481" y="3811560"/>
            <a:ext cx="2454557" cy="1866225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19" name="Shape 475">
            <a:extLst>
              <a:ext uri="{FF2B5EF4-FFF2-40B4-BE49-F238E27FC236}">
                <a16:creationId xmlns:a16="http://schemas.microsoft.com/office/drawing/2014/main" id="{77E52599-E620-4463-48E8-5FC4946C0FA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67567" y="1233379"/>
            <a:ext cx="2454557" cy="23604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183173" marR="0" indent="-183173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/>
            </a:lvl1pPr>
          </a:lstStyle>
          <a:p>
            <a:r>
              <a:rPr lang="de-DE"/>
              <a:t>Drop Image` </a:t>
            </a:r>
            <a:r>
              <a:rPr lang="de-DE" err="1"/>
              <a:t>here</a:t>
            </a:r>
            <a:endParaRPr lang="de-DE"/>
          </a:p>
        </p:txBody>
      </p:sp>
      <p:sp>
        <p:nvSpPr>
          <p:cNvPr id="20" name="Shape 476">
            <a:extLst>
              <a:ext uri="{FF2B5EF4-FFF2-40B4-BE49-F238E27FC236}">
                <a16:creationId xmlns:a16="http://schemas.microsoft.com/office/drawing/2014/main" id="{16EF1B27-D8B6-5F0C-626A-E4F0EED76AC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891412" y="1233379"/>
            <a:ext cx="2454556" cy="23604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183173" marR="0" indent="-183173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/>
            </a:lvl1pPr>
          </a:lstStyle>
          <a:p>
            <a:r>
              <a:rPr lang="de-DE"/>
              <a:t>Drop Image </a:t>
            </a:r>
            <a:r>
              <a:rPr lang="de-DE" err="1"/>
              <a:t>here</a:t>
            </a:r>
            <a:endParaRPr lang="de-DE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CF72675-A883-2D14-C700-3D0A796DC59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78329" y="3811560"/>
            <a:ext cx="2454557" cy="1866225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8D208D8-728D-E307-4ABC-A1897212186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06182" y="3811560"/>
            <a:ext cx="2454557" cy="1866225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385C13F2-50DF-0A09-08C8-8965D19A26DA}"/>
              </a:ext>
            </a:extLst>
          </p:cNvPr>
          <p:cNvSpPr/>
          <p:nvPr userDrawn="1"/>
        </p:nvSpPr>
        <p:spPr>
          <a:xfrm>
            <a:off x="10975839" y="6176202"/>
            <a:ext cx="559588" cy="559588"/>
          </a:xfrm>
          <a:prstGeom prst="diamond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sz="35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0C1BD61-B788-8AB9-8D66-F78169A65DA7}"/>
              </a:ext>
            </a:extLst>
          </p:cNvPr>
          <p:cNvSpPr txBox="1">
            <a:spLocks/>
          </p:cNvSpPr>
          <p:nvPr userDrawn="1"/>
        </p:nvSpPr>
        <p:spPr>
          <a:xfrm>
            <a:off x="10905285" y="6322646"/>
            <a:ext cx="700699" cy="2667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709467" rtl="0" eaLnBrk="1" latinLnBrk="0" hangingPunct="1">
              <a:defRPr sz="7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4734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94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42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189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736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84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31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78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97BA49-02AF-488C-8ED9-F4E0A7C7CE4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89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89143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621993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lide-0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Shape 624"/>
          <p:cNvSpPr/>
          <p:nvPr/>
        </p:nvSpPr>
        <p:spPr>
          <a:xfrm>
            <a:off x="-27190" y="0"/>
            <a:ext cx="5178310" cy="6858000"/>
          </a:xfrm>
          <a:prstGeom prst="rect">
            <a:avLst/>
          </a:prstGeom>
          <a:solidFill>
            <a:srgbClr val="A29374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625" name="Shape 625"/>
          <p:cNvSpPr>
            <a:spLocks noGrp="1"/>
          </p:cNvSpPr>
          <p:nvPr>
            <p:ph type="pic" sz="half" idx="13" hasCustomPrompt="1"/>
          </p:nvPr>
        </p:nvSpPr>
        <p:spPr>
          <a:xfrm>
            <a:off x="3401810" y="76"/>
            <a:ext cx="3428952" cy="68579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183176" marR="0" indent="-183176" algn="l" defTabSz="412756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/>
            </a:lvl1pPr>
          </a:lstStyle>
          <a:p>
            <a:r>
              <a:rPr lang="de-DE"/>
              <a:t>Drop Image </a:t>
            </a:r>
            <a:r>
              <a:rPr lang="de-DE" err="1"/>
              <a:t>here</a:t>
            </a:r>
            <a:endParaRPr lang="de-DE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3C4B762F-97E4-D911-9A03-E1E601071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9548" y="619455"/>
            <a:ext cx="3878702" cy="11067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D056EA9E-25C9-B5D8-1E14-F15701AE4B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49548" y="2037725"/>
            <a:ext cx="3878702" cy="4121776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5EA9A0DC-0E1D-47B1-C36F-F15989B6B26B}"/>
              </a:ext>
            </a:extLst>
          </p:cNvPr>
          <p:cNvSpPr/>
          <p:nvPr userDrawn="1"/>
        </p:nvSpPr>
        <p:spPr>
          <a:xfrm>
            <a:off x="10975839" y="6176202"/>
            <a:ext cx="559588" cy="559588"/>
          </a:xfrm>
          <a:prstGeom prst="diamond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sz="3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7CBA8-FC29-196A-9608-14A8BD9290C5}"/>
              </a:ext>
            </a:extLst>
          </p:cNvPr>
          <p:cNvSpPr txBox="1">
            <a:spLocks/>
          </p:cNvSpPr>
          <p:nvPr userDrawn="1"/>
        </p:nvSpPr>
        <p:spPr>
          <a:xfrm>
            <a:off x="10905285" y="6322646"/>
            <a:ext cx="700699" cy="2667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709467" rtl="0" eaLnBrk="1" latinLnBrk="0" hangingPunct="1">
              <a:defRPr sz="7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4734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94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42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189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736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84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31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78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97BA49-02AF-488C-8ED9-F4E0A7C7CE4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89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89143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5658928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lide-0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Shape 581"/>
          <p:cNvSpPr>
            <a:spLocks noGrp="1"/>
          </p:cNvSpPr>
          <p:nvPr>
            <p:ph type="pic" sz="half" idx="13" hasCustomPrompt="1"/>
          </p:nvPr>
        </p:nvSpPr>
        <p:spPr>
          <a:xfrm>
            <a:off x="6096051" y="0"/>
            <a:ext cx="6096001" cy="34289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183173" marR="0" indent="-183173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/>
            </a:lvl1pPr>
          </a:lstStyle>
          <a:p>
            <a:r>
              <a:rPr lang="de-DE"/>
              <a:t>Drop Image </a:t>
            </a:r>
            <a:r>
              <a:rPr lang="de-DE" err="1"/>
              <a:t>here</a:t>
            </a:r>
            <a:endParaRPr lang="de-DE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047F9BD6-FCEE-9EE7-BD1C-286BB1ACAB5C}"/>
              </a:ext>
            </a:extLst>
          </p:cNvPr>
          <p:cNvSpPr/>
          <p:nvPr userDrawn="1"/>
        </p:nvSpPr>
        <p:spPr>
          <a:xfrm>
            <a:off x="10975839" y="6176202"/>
            <a:ext cx="559588" cy="559588"/>
          </a:xfrm>
          <a:prstGeom prst="diamond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sz="3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A839D-BED6-690D-9907-EE584B40E270}"/>
              </a:ext>
            </a:extLst>
          </p:cNvPr>
          <p:cNvSpPr txBox="1">
            <a:spLocks/>
          </p:cNvSpPr>
          <p:nvPr userDrawn="1"/>
        </p:nvSpPr>
        <p:spPr>
          <a:xfrm>
            <a:off x="10905285" y="6322646"/>
            <a:ext cx="700699" cy="2667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709467" rtl="0" eaLnBrk="1" latinLnBrk="0" hangingPunct="1">
              <a:defRPr sz="7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4734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94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42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189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736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84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31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78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97BA49-02AF-488C-8ED9-F4E0A7C7CE4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8914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89143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4D267BF-8A41-D25D-CFCE-5429F1946A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19872" y="4066530"/>
            <a:ext cx="10159475" cy="1106711"/>
          </a:xfrm>
        </p:spPr>
        <p:txBody>
          <a:bodyPr/>
          <a:lstStyle>
            <a:lvl1pPr>
              <a:defRPr sz="2200"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6DD481-5515-E67C-B10E-680555C99836}"/>
              </a:ext>
            </a:extLst>
          </p:cNvPr>
          <p:cNvSpPr/>
          <p:nvPr userDrawn="1"/>
        </p:nvSpPr>
        <p:spPr>
          <a:xfrm>
            <a:off x="0" y="0"/>
            <a:ext cx="6096000" cy="34289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sz="350"/>
          </a:p>
        </p:txBody>
      </p:sp>
      <p:sp>
        <p:nvSpPr>
          <p:cNvPr id="10" name="Title 16">
            <a:extLst>
              <a:ext uri="{FF2B5EF4-FFF2-40B4-BE49-F238E27FC236}">
                <a16:creationId xmlns:a16="http://schemas.microsoft.com/office/drawing/2014/main" id="{B049FADE-AB65-268B-9B72-0B4CE0DFF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872" y="619455"/>
            <a:ext cx="4444759" cy="11067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99752685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slide-0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623"/>
          <p:cNvSpPr/>
          <p:nvPr/>
        </p:nvSpPr>
        <p:spPr>
          <a:xfrm>
            <a:off x="10924482" y="6159503"/>
            <a:ext cx="312586" cy="26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spcBef>
                <a:spcPts val="2251"/>
              </a:spcBef>
              <a:defRPr sz="2800">
                <a:solidFill>
                  <a:srgbClr val="797979"/>
                </a:solidFill>
              </a:defRPr>
            </a:pPr>
            <a:fld id="{86CB4B4D-7CA3-9044-876B-883B54F8677D}" type="slidenum">
              <a:rPr sz="1400"/>
              <a:pPr>
                <a:spcBef>
                  <a:spcPts val="2251"/>
                </a:spcBef>
                <a:defRPr sz="2800">
                  <a:solidFill>
                    <a:srgbClr val="797979"/>
                  </a:solidFill>
                </a:defRPr>
              </a:pPr>
              <a:t>‹#›</a:t>
            </a:fld>
            <a:r>
              <a:rPr sz="1400"/>
              <a:t>￼</a:t>
            </a:r>
          </a:p>
        </p:txBody>
      </p:sp>
      <p:sp>
        <p:nvSpPr>
          <p:cNvPr id="625" name="Shape 625"/>
          <p:cNvSpPr>
            <a:spLocks noGrp="1"/>
          </p:cNvSpPr>
          <p:nvPr>
            <p:ph type="pic" sz="half" idx="13" hasCustomPrompt="1"/>
          </p:nvPr>
        </p:nvSpPr>
        <p:spPr>
          <a:xfrm>
            <a:off x="0" y="76"/>
            <a:ext cx="12192000" cy="68579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183176" marR="0" indent="-183176" algn="l" defTabSz="412756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/>
            </a:lvl1pPr>
          </a:lstStyle>
          <a:p>
            <a:r>
              <a:rPr lang="de-DE"/>
              <a:t>Drop Image </a:t>
            </a:r>
            <a:r>
              <a:rPr lang="de-DE" err="1"/>
              <a:t>here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136558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lide-0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CB92F9-25C5-392D-7BD8-22DB6D10825A}"/>
              </a:ext>
            </a:extLst>
          </p:cNvPr>
          <p:cNvSpPr/>
          <p:nvPr userDrawn="1"/>
        </p:nvSpPr>
        <p:spPr>
          <a:xfrm>
            <a:off x="-124691" y="-124691"/>
            <a:ext cx="7128164" cy="70969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sz="35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21FF19-68FA-363B-0F64-1DE32496E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9870" y="1620840"/>
            <a:ext cx="5192427" cy="1808163"/>
          </a:xfrm>
        </p:spPr>
        <p:txBody>
          <a:bodyPr/>
          <a:lstStyle>
            <a:lvl1pPr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7" name="Title 16">
            <a:extLst>
              <a:ext uri="{FF2B5EF4-FFF2-40B4-BE49-F238E27FC236}">
                <a16:creationId xmlns:a16="http://schemas.microsoft.com/office/drawing/2014/main" id="{E0B11758-903B-48E2-AD8C-0C66F227D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870" y="619453"/>
            <a:ext cx="5795600" cy="53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10" name="Shape 1043">
            <a:extLst>
              <a:ext uri="{FF2B5EF4-FFF2-40B4-BE49-F238E27FC236}">
                <a16:creationId xmlns:a16="http://schemas.microsoft.com/office/drawing/2014/main" id="{5BB11F4E-5E40-B4C7-E43C-CC21890B55AD}"/>
              </a:ext>
            </a:extLst>
          </p:cNvPr>
          <p:cNvSpPr txBox="1">
            <a:spLocks/>
          </p:cNvSpPr>
          <p:nvPr userDrawn="1"/>
        </p:nvSpPr>
        <p:spPr>
          <a:xfrm>
            <a:off x="10650684" y="6435389"/>
            <a:ext cx="528663" cy="2667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709467" rtl="0" eaLnBrk="1" latinLnBrk="0" hangingPunct="1">
              <a:lnSpc>
                <a:spcPct val="120000"/>
              </a:lnSpc>
              <a:spcBef>
                <a:spcPts val="4500"/>
              </a:spcBef>
              <a:defRPr sz="2800" kern="1200">
                <a:solidFill>
                  <a:srgbClr val="797979"/>
                </a:solidFill>
                <a:latin typeface="+mn-lt"/>
                <a:ea typeface="+mn-ea"/>
                <a:cs typeface="+mn-cs"/>
              </a:defRPr>
            </a:lvl1pPr>
            <a:lvl2pPr marL="354734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94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42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189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736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84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31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78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QA" sz="1400" smtClean="0"/>
              <a:pPr/>
              <a:t>‹#›</a:t>
            </a:fld>
            <a:endParaRPr lang="en-QA" sz="1400"/>
          </a:p>
        </p:txBody>
      </p:sp>
      <p:sp>
        <p:nvSpPr>
          <p:cNvPr id="5" name="Shape 39"/>
          <p:cNvSpPr>
            <a:spLocks noGrp="1"/>
          </p:cNvSpPr>
          <p:nvPr>
            <p:ph type="pic" sz="quarter" idx="13" hasCustomPrompt="1"/>
          </p:nvPr>
        </p:nvSpPr>
        <p:spPr>
          <a:xfrm>
            <a:off x="6999577" y="0"/>
            <a:ext cx="5192427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183173" marR="0" indent="-183173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/>
            </a:lvl1pPr>
          </a:lstStyle>
          <a:p>
            <a:r>
              <a:rPr lang="de-DE"/>
              <a:t>Drop Image </a:t>
            </a:r>
            <a:r>
              <a:rPr lang="de-DE" err="1"/>
              <a:t>here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8721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3A1010C5-C45E-3066-2B3A-41E4CC815F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51195" y="-28797"/>
            <a:ext cx="12294391" cy="69155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5DABC75-CBB9-ECC2-15A2-09A093E3DE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425" y="2528100"/>
            <a:ext cx="2357150" cy="18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83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840" userDrawn="1">
          <p15:clr>
            <a:srgbClr val="FBAE40"/>
          </p15:clr>
        </p15:guide>
        <p15:guide id="6" pos="4284" userDrawn="1">
          <p15:clr>
            <a:srgbClr val="FBAE40"/>
          </p15:clr>
        </p15:guide>
        <p15:guide id="7" pos="3372" userDrawn="1">
          <p15:clr>
            <a:srgbClr val="FBAE40"/>
          </p15:clr>
        </p15:guide>
        <p15:guide id="8" orient="horz" pos="2160" userDrawn="1">
          <p15:clr>
            <a:srgbClr val="FBAE40"/>
          </p15:clr>
        </p15:guide>
        <p15:guide id="9" orient="horz" pos="1668" userDrawn="1">
          <p15:clr>
            <a:srgbClr val="FBAE40"/>
          </p15:clr>
        </p15:guide>
        <p15:guide id="10" orient="horz" pos="26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el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C41A408-9063-4CA7-A47D-E2ED9FBAF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7" progId="TCLayout.ActiveDocument.1">
                  <p:embed/>
                </p:oleObj>
              </mc:Choice>
              <mc:Fallback>
                <p:oleObj name="think-cell Slide" r:id="rId3" imgW="353" imgH="357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C41A408-9063-4CA7-A47D-E2ED9FBAF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0647294-BAE3-F611-8D80-0A292E7BF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619453"/>
            <a:ext cx="11544295" cy="5339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en-QA" dirty="0"/>
            </a:lvl1pPr>
          </a:lstStyle>
          <a:p>
            <a:pPr lvl="0">
              <a:lnSpc>
                <a:spcPct val="85000"/>
              </a:lnSpc>
            </a:pPr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13D3444-FA04-4075-86A8-FC7D3CF45D1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66700" y="1213758"/>
            <a:ext cx="11544295" cy="3810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dirty="0" smtClean="0">
                <a:solidFill>
                  <a:schemeClr val="tx1"/>
                </a:solidFill>
              </a:defRPr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notes">
            <a:extLst>
              <a:ext uri="{FF2B5EF4-FFF2-40B4-BE49-F238E27FC236}">
                <a16:creationId xmlns:a16="http://schemas.microsoft.com/office/drawing/2014/main" id="{6437A3A8-5348-4AE4-ADFF-DA56752D9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6699" y="6355077"/>
            <a:ext cx="10058400" cy="274322"/>
          </a:xfrm>
        </p:spPr>
        <p:txBody>
          <a:bodyPr anchor="b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750"/>
            </a:lvl1pPr>
            <a:lvl2pPr marL="0" indent="0">
              <a:spcAft>
                <a:spcPts val="0"/>
              </a:spcAft>
              <a:buFontTx/>
              <a:buNone/>
              <a:defRPr sz="750"/>
            </a:lvl2pPr>
            <a:lvl3pPr marL="0" indent="0">
              <a:spcAft>
                <a:spcPts val="0"/>
              </a:spcAft>
              <a:buFontTx/>
              <a:buNone/>
              <a:defRPr sz="750"/>
            </a:lvl3pPr>
            <a:lvl4pPr marL="0" indent="0">
              <a:spcAft>
                <a:spcPts val="0"/>
              </a:spcAft>
              <a:buFontTx/>
              <a:buNone/>
              <a:defRPr sz="750"/>
            </a:lvl4pPr>
            <a:lvl5pPr marL="0" indent="0">
              <a:spcAft>
                <a:spcPts val="0"/>
              </a:spcAft>
              <a:buFontTx/>
              <a:buNone/>
              <a:defRPr sz="750"/>
            </a:lvl5pPr>
            <a:lvl6pPr marL="0" indent="0">
              <a:spcAft>
                <a:spcPts val="0"/>
              </a:spcAft>
              <a:buFontTx/>
              <a:buNone/>
              <a:defRPr sz="750"/>
            </a:lvl6pPr>
            <a:lvl7pPr marL="0" indent="0">
              <a:spcAft>
                <a:spcPts val="0"/>
              </a:spcAft>
              <a:buFontTx/>
              <a:buNone/>
              <a:defRPr sz="750"/>
            </a:lvl7pPr>
            <a:lvl8pPr marL="0" indent="0">
              <a:spcAft>
                <a:spcPts val="0"/>
              </a:spcAft>
              <a:buFontTx/>
              <a:buNone/>
              <a:defRPr sz="750"/>
            </a:lvl8pPr>
            <a:lvl9pPr marL="0" indent="0">
              <a:spcAft>
                <a:spcPts val="0"/>
              </a:spcAft>
              <a:buFontTx/>
              <a:buNone/>
              <a:defRPr sz="750"/>
            </a:lvl9pPr>
          </a:lstStyle>
          <a:p>
            <a:pPr lvl="0"/>
            <a:r>
              <a:rPr lang="en-US"/>
              <a:t>[Optional footnotes/references]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A55CB67D-CFDD-47C1-B842-AA8D3C6ADF2A}"/>
              </a:ext>
            </a:extLst>
          </p:cNvPr>
          <p:cNvSpPr/>
          <p:nvPr userDrawn="1"/>
        </p:nvSpPr>
        <p:spPr>
          <a:xfrm>
            <a:off x="11326190" y="6176202"/>
            <a:ext cx="559588" cy="559588"/>
          </a:xfrm>
          <a:prstGeom prst="diamond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sz="1200">
              <a:latin typeface="+mn-lt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59394EF-487C-469F-9AC5-126DCA90D9DA}"/>
              </a:ext>
            </a:extLst>
          </p:cNvPr>
          <p:cNvSpPr txBox="1">
            <a:spLocks/>
          </p:cNvSpPr>
          <p:nvPr userDrawn="1"/>
        </p:nvSpPr>
        <p:spPr>
          <a:xfrm>
            <a:off x="11255637" y="6322646"/>
            <a:ext cx="700699" cy="2667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709467" rtl="0" eaLnBrk="1" latinLnBrk="0" hangingPunct="1">
              <a:defRPr sz="7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4734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94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42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189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736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84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31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78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97BA49-02AF-488C-8ED9-F4E0A7C7CE4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89143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89143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37438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74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One Column" userDrawn="1">
  <p:cSld name="1_One Column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EE70BF3-D276-60C5-8231-B3D9BD281F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8849582"/>
              </p:ext>
            </p:ext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E70BF3-D276-60C5-8231-B3D9BD281F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" name="Google Shape;119;p45"/>
          <p:cNvSpPr txBox="1">
            <a:spLocks noGrp="1"/>
          </p:cNvSpPr>
          <p:nvPr>
            <p:ph type="title"/>
          </p:nvPr>
        </p:nvSpPr>
        <p:spPr>
          <a:xfrm>
            <a:off x="442913" y="384048"/>
            <a:ext cx="11306175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0" name="Google Shape;120;p45"/>
          <p:cNvSpPr txBox="1">
            <a:spLocks noGrp="1"/>
          </p:cNvSpPr>
          <p:nvPr>
            <p:ph type="subTitle" idx="1"/>
          </p:nvPr>
        </p:nvSpPr>
        <p:spPr>
          <a:xfrm>
            <a:off x="442914" y="1276213"/>
            <a:ext cx="11306173" cy="32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7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2" name="Google Shape;122;p45"/>
          <p:cNvSpPr txBox="1">
            <a:spLocks noGrp="1"/>
          </p:cNvSpPr>
          <p:nvPr>
            <p:ph type="ftr" idx="11"/>
          </p:nvPr>
        </p:nvSpPr>
        <p:spPr>
          <a:xfrm>
            <a:off x="442912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5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354734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23" name="Google Shape;123;p45"/>
          <p:cNvSpPr txBox="1">
            <a:spLocks noGrp="1"/>
          </p:cNvSpPr>
          <p:nvPr>
            <p:ph type="body" idx="3"/>
          </p:nvPr>
        </p:nvSpPr>
        <p:spPr>
          <a:xfrm>
            <a:off x="2432304" y="6355077"/>
            <a:ext cx="7315200" cy="274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66108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94750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7CAB1A9-F515-884B-906F-F80430ACA2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436302"/>
            <a:ext cx="11306175" cy="839910"/>
          </a:xfrm>
        </p:spPr>
        <p:txBody>
          <a:bodyPr vert="horz">
            <a:normAutofit/>
          </a:bodyPr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298DDE95-B1C5-FB4C-8BF7-12046F6A30F2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42913" y="1276212"/>
            <a:ext cx="11306173" cy="3201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[Optional slide subtitle]</a:t>
            </a:r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39824D97-CFC5-B740-BB2A-7151A0189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312" y="6355080"/>
            <a:ext cx="1764792" cy="137160"/>
          </a:xfrm>
        </p:spPr>
        <p:txBody>
          <a:bodyPr/>
          <a:lstStyle>
            <a:lvl1pPr eaLnBrk="1">
              <a:defRPr/>
            </a:lvl1pPr>
          </a:lstStyle>
          <a:p>
            <a:endParaRPr lang="en-US"/>
          </a:p>
        </p:txBody>
      </p:sp>
      <p:sp>
        <p:nvSpPr>
          <p:cNvPr id="10" name="Footnotes">
            <a:extLst>
              <a:ext uri="{FF2B5EF4-FFF2-40B4-BE49-F238E27FC236}">
                <a16:creationId xmlns:a16="http://schemas.microsoft.com/office/drawing/2014/main" id="{B85135FE-5CD1-40E8-8312-B6FE7B4FD8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32304" y="6355077"/>
            <a:ext cx="7315200" cy="274322"/>
          </a:xfrm>
        </p:spPr>
        <p:txBody>
          <a:bodyPr anchor="b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750"/>
            </a:lvl1pPr>
            <a:lvl2pPr marL="0" indent="0">
              <a:spcAft>
                <a:spcPts val="0"/>
              </a:spcAft>
              <a:buFontTx/>
              <a:buNone/>
              <a:defRPr sz="750"/>
            </a:lvl2pPr>
            <a:lvl3pPr marL="0" indent="0">
              <a:spcAft>
                <a:spcPts val="0"/>
              </a:spcAft>
              <a:buFontTx/>
              <a:buNone/>
              <a:defRPr sz="750"/>
            </a:lvl3pPr>
            <a:lvl4pPr marL="0" indent="0">
              <a:spcAft>
                <a:spcPts val="0"/>
              </a:spcAft>
              <a:buFontTx/>
              <a:buNone/>
              <a:defRPr sz="750"/>
            </a:lvl4pPr>
            <a:lvl5pPr marL="0" indent="0">
              <a:spcAft>
                <a:spcPts val="0"/>
              </a:spcAft>
              <a:buFontTx/>
              <a:buNone/>
              <a:defRPr sz="750"/>
            </a:lvl5pPr>
            <a:lvl6pPr marL="0" indent="0">
              <a:spcAft>
                <a:spcPts val="0"/>
              </a:spcAft>
              <a:buFontTx/>
              <a:buNone/>
              <a:defRPr sz="750"/>
            </a:lvl6pPr>
            <a:lvl7pPr marL="0" indent="0">
              <a:spcAft>
                <a:spcPts val="0"/>
              </a:spcAft>
              <a:buFontTx/>
              <a:buNone/>
              <a:defRPr sz="750"/>
            </a:lvl7pPr>
            <a:lvl8pPr marL="0" indent="0">
              <a:spcAft>
                <a:spcPts val="0"/>
              </a:spcAft>
              <a:buFontTx/>
              <a:buNone/>
              <a:defRPr sz="750"/>
            </a:lvl8pPr>
            <a:lvl9pPr marL="0" indent="0">
              <a:spcAft>
                <a:spcPts val="0"/>
              </a:spcAft>
              <a:buFontTx/>
              <a:buNone/>
              <a:defRPr sz="750"/>
            </a:lvl9pPr>
          </a:lstStyle>
          <a:p>
            <a:pPr lvl="0"/>
            <a:r>
              <a:rPr lang="en-US"/>
              <a:t>[Optional footnotes/references]</a:t>
            </a:r>
          </a:p>
        </p:txBody>
      </p:sp>
      <p:sp>
        <p:nvSpPr>
          <p:cNvPr id="12" name="Date Placeholder">
            <a:extLst>
              <a:ext uri="{FF2B5EF4-FFF2-40B4-BE49-F238E27FC236}">
                <a16:creationId xmlns:a16="http://schemas.microsoft.com/office/drawing/2014/main" id="{3A625204-FE6E-4319-AAAC-686E69634A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4296" y="635508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>
              <a:defRPr lang="en-US" sz="750" smtClean="0">
                <a:latin typeface="Arial"/>
                <a:ea typeface="Arial"/>
                <a:cs typeface="Arial"/>
              </a:defRPr>
            </a:lvl1pPr>
          </a:lstStyle>
          <a:p>
            <a:pPr algn="r">
              <a:buSzPts val="1400"/>
            </a:pPr>
            <a:r>
              <a:rPr lang="en-US"/>
              <a:t>April 2026</a:t>
            </a:r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C5C5C844-2AAA-4321-B005-2EF1FCA5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>
              <a:defRPr lang="en-GB" sz="750" smtClean="0">
                <a:latin typeface="Arial"/>
                <a:ea typeface="Arial"/>
                <a:cs typeface="Arial"/>
              </a:defRPr>
            </a:lvl1pPr>
          </a:lstStyle>
          <a:p>
            <a:pPr algn="r">
              <a:buSzPts val="1400"/>
            </a:pPr>
            <a:fld id="{7870704B-CE94-48CC-AF30-84932A1262A7}" type="slidenum">
              <a:rPr lang="en-US" smtClean="0"/>
              <a:pPr algn="r">
                <a:buSzPts val="14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04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9D1D4E8-B634-4C37-A1C4-9FBAA9DB848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18553362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353" imgH="357" progId="TCLayout.ActiveDocument.1">
                  <p:embed/>
                </p:oleObj>
              </mc:Choice>
              <mc:Fallback>
                <p:oleObj name="think-cell Slide" r:id="rId22" imgW="353" imgH="357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D1D4E8-B634-4C37-A1C4-9FBAA9DB84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6699" y="619453"/>
            <a:ext cx="11544295" cy="533954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pPr lvl="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699" y="1691640"/>
            <a:ext cx="11544295" cy="33593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1"/>
            <a:r>
              <a:rPr lang="en-GB"/>
              <a:t>Heading</a:t>
            </a:r>
          </a:p>
          <a:p>
            <a:r>
              <a:rPr lang="en-GB"/>
              <a:t>Text here,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Morbi </a:t>
            </a:r>
            <a:r>
              <a:rPr lang="en-GB" err="1"/>
              <a:t>suscipit</a:t>
            </a:r>
            <a:r>
              <a:rPr lang="en-GB"/>
              <a:t> id </a:t>
            </a:r>
            <a:r>
              <a:rPr lang="en-GB" err="1"/>
              <a:t>leo</a:t>
            </a:r>
            <a:r>
              <a:rPr lang="en-GB"/>
              <a:t> ac porta. </a:t>
            </a:r>
            <a:r>
              <a:rPr lang="en-GB" err="1"/>
              <a:t>Etiam</a:t>
            </a:r>
            <a:r>
              <a:rPr lang="en-GB"/>
              <a:t> </a:t>
            </a:r>
            <a:r>
              <a:rPr lang="en-GB" err="1"/>
              <a:t>neque</a:t>
            </a:r>
            <a:r>
              <a:rPr lang="en-GB"/>
              <a:t> lorem,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odio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, </a:t>
            </a:r>
            <a:r>
              <a:rPr lang="en-GB" err="1"/>
              <a:t>commodo</a:t>
            </a:r>
            <a:r>
              <a:rPr lang="en-GB"/>
              <a:t> convallis </a:t>
            </a:r>
            <a:r>
              <a:rPr lang="en-GB" err="1"/>
              <a:t>mauris</a:t>
            </a:r>
            <a:r>
              <a:rPr lang="en-GB"/>
              <a:t>.</a:t>
            </a:r>
          </a:p>
          <a:p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felis</a:t>
            </a:r>
            <a:r>
              <a:rPr lang="en-GB"/>
              <a:t> </a:t>
            </a:r>
            <a:r>
              <a:rPr lang="en-GB" err="1"/>
              <a:t>nec</a:t>
            </a:r>
            <a:r>
              <a:rPr lang="en-GB"/>
              <a:t> </a:t>
            </a:r>
            <a:r>
              <a:rPr lang="en-GB" err="1"/>
              <a:t>orci</a:t>
            </a:r>
            <a:r>
              <a:rPr lang="en-GB"/>
              <a:t> </a:t>
            </a:r>
            <a:r>
              <a:rPr lang="en-GB" err="1"/>
              <a:t>condimentum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. Integer </a:t>
            </a:r>
            <a:r>
              <a:rPr lang="en-GB" err="1"/>
              <a:t>suscipit</a:t>
            </a:r>
            <a:r>
              <a:rPr lang="en-GB"/>
              <a:t> eros:</a:t>
            </a:r>
          </a:p>
          <a:p>
            <a:pPr lvl="2"/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malesuada</a:t>
            </a:r>
            <a:r>
              <a:rPr lang="en-GB"/>
              <a:t> </a:t>
            </a:r>
            <a:r>
              <a:rPr lang="en-GB" err="1"/>
              <a:t>purus</a:t>
            </a:r>
            <a:r>
              <a:rPr lang="en-GB"/>
              <a:t> </a:t>
            </a:r>
            <a:r>
              <a:rPr lang="en-GB" err="1"/>
              <a:t>suscipit</a:t>
            </a:r>
            <a:r>
              <a:rPr lang="en-GB"/>
              <a:t> id</a:t>
            </a:r>
          </a:p>
          <a:p>
            <a:pPr lvl="2"/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pharetra </a:t>
            </a:r>
            <a:r>
              <a:rPr lang="en-GB" err="1"/>
              <a:t>lacus</a:t>
            </a:r>
            <a:endParaRPr lang="en-GB"/>
          </a:p>
          <a:p>
            <a:pPr lvl="3"/>
            <a:r>
              <a:rPr lang="en-GB"/>
              <a:t>Donec convallis, mi </a:t>
            </a:r>
            <a:r>
              <a:rPr lang="en-GB" err="1"/>
              <a:t>sed</a:t>
            </a:r>
            <a:r>
              <a:rPr lang="en-GB"/>
              <a:t> lacinia gravida</a:t>
            </a:r>
          </a:p>
          <a:p>
            <a:pPr lvl="4"/>
            <a:r>
              <a:rPr lang="en-GB" err="1"/>
              <a:t>Etiam</a:t>
            </a:r>
            <a:r>
              <a:rPr lang="en-GB"/>
              <a:t> </a:t>
            </a:r>
            <a:r>
              <a:rPr lang="en-GB" err="1"/>
              <a:t>neque</a:t>
            </a:r>
            <a:r>
              <a:rPr lang="en-GB"/>
              <a:t> lorem,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odio</a:t>
            </a:r>
            <a:r>
              <a:rPr lang="en-GB"/>
              <a:t> </a:t>
            </a:r>
            <a:r>
              <a:rPr lang="en-GB" err="1"/>
              <a:t>eget</a:t>
            </a:r>
            <a:endParaRPr lang="en-GB"/>
          </a:p>
          <a:p>
            <a:pPr lvl="5"/>
            <a:r>
              <a:rPr lang="en-GB" err="1"/>
              <a:t>Commodo</a:t>
            </a:r>
            <a:r>
              <a:rPr lang="en-GB"/>
              <a:t> convallis </a:t>
            </a:r>
            <a:r>
              <a:rPr lang="en-GB" err="1"/>
              <a:t>mauris</a:t>
            </a:r>
            <a:endParaRPr lang="en-GB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2B78655E-CA5B-0481-4C8B-D86D5B6EDB64}"/>
              </a:ext>
            </a:extLst>
          </p:cNvPr>
          <p:cNvSpPr/>
          <p:nvPr userDrawn="1"/>
        </p:nvSpPr>
        <p:spPr>
          <a:xfrm>
            <a:off x="11326190" y="6176202"/>
            <a:ext cx="559588" cy="559588"/>
          </a:xfrm>
          <a:prstGeom prst="diamond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sz="1200">
              <a:latin typeface="+mn-lt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4224C89-FDF3-2DF3-263B-BBA1C85BD135}"/>
              </a:ext>
            </a:extLst>
          </p:cNvPr>
          <p:cNvSpPr txBox="1">
            <a:spLocks/>
          </p:cNvSpPr>
          <p:nvPr userDrawn="1"/>
        </p:nvSpPr>
        <p:spPr>
          <a:xfrm>
            <a:off x="11255636" y="6322646"/>
            <a:ext cx="700699" cy="2667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709467" rtl="0" eaLnBrk="1" latinLnBrk="0" hangingPunct="1">
              <a:defRPr sz="7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54734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94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42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189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736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28400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3133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7867" algn="l" defTabSz="709467" rtl="0" eaLnBrk="1" latinLnBrk="0" hangingPunct="1">
              <a:defRPr sz="13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97BA49-02AF-488C-8ED9-F4E0A7C7CE4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89143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89143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047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811" r:id="rId2"/>
    <p:sldLayoutId id="2147483812" r:id="rId3"/>
    <p:sldLayoutId id="2147483781" r:id="rId4"/>
    <p:sldLayoutId id="2147483796" r:id="rId5"/>
    <p:sldLayoutId id="2147483779" r:id="rId6"/>
    <p:sldLayoutId id="2147483780" r:id="rId7"/>
    <p:sldLayoutId id="2147483786" r:id="rId8"/>
    <p:sldLayoutId id="2147483784" r:id="rId9"/>
    <p:sldLayoutId id="2147483785" r:id="rId10"/>
    <p:sldLayoutId id="2147483783" r:id="rId11"/>
    <p:sldLayoutId id="2147483800" r:id="rId12"/>
    <p:sldLayoutId id="2147483810" r:id="rId13"/>
    <p:sldLayoutId id="2147483795" r:id="rId14"/>
    <p:sldLayoutId id="2147483787" r:id="rId15"/>
    <p:sldLayoutId id="2147483794" r:id="rId16"/>
    <p:sldLayoutId id="2147483893" r:id="rId17"/>
    <p:sldLayoutId id="2147483894" r:id="rId18"/>
    <p:sldLayoutId id="2147483895" r:id="rId19"/>
  </p:sldLayoutIdLst>
  <p:txStyles>
    <p:titleStyle>
      <a:lvl1pPr algn="l" defTabSz="914417" rtl="0" eaLnBrk="1" latinLnBrk="0" hangingPunct="1">
        <a:lnSpc>
          <a:spcPct val="90000"/>
        </a:lnSpc>
        <a:spcBef>
          <a:spcPct val="0"/>
        </a:spcBef>
        <a:buNone/>
        <a:defRPr lang="en-US" sz="2800" b="1" kern="1200" dirty="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0" indent="0" algn="l" defTabSz="914417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Font typeface="Wingdings" panose="05000000000000000000" pitchFamily="2" charset="2"/>
        <a:buNone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17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Font typeface="Wingdings" panose="05000000000000000000" pitchFamily="2" charset="2"/>
        <a:buNone/>
        <a:defRPr sz="20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228600" indent="-228600" algn="l" defTabSz="914417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Font typeface="Wingdings" panose="05000000000000000000" pitchFamily="2" charset="2"/>
        <a:buChar char="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06" indent="-240003" algn="l" defTabSz="914417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Font typeface="Wingdings" panose="05000000000000000000" pitchFamily="2" charset="2"/>
        <a:buChar char="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9" indent="-240003" algn="l" defTabSz="914417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Font typeface="Wingdings" panose="05000000000000000000" pitchFamily="2" charset="2"/>
        <a:buChar char="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960012" indent="-240003" algn="l" defTabSz="914417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Font typeface="Wingdings" panose="05000000000000000000" pitchFamily="2" charset="2"/>
        <a:buChar char="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57" indent="-228604" algn="l" defTabSz="9144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66" indent="-228604" algn="l" defTabSz="9144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74" indent="-228604" algn="l" defTabSz="9144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0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7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7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5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3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2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2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0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65">
          <p15:clr>
            <a:srgbClr val="F26B43"/>
          </p15:clr>
        </p15:guide>
        <p15:guide id="3" pos="2710">
          <p15:clr>
            <a:srgbClr val="F26B43"/>
          </p15:clr>
        </p15:guide>
        <p15:guide id="8" orient="horz" pos="56">
          <p15:clr>
            <a:srgbClr val="F26B43"/>
          </p15:clr>
        </p15:guide>
        <p15:guide id="9" orient="horz" pos="357">
          <p15:clr>
            <a:srgbClr val="F26B43"/>
          </p15:clr>
        </p15:guide>
        <p15:guide id="10" orient="horz" pos="1068">
          <p15:clr>
            <a:srgbClr val="F26B43"/>
          </p15:clr>
        </p15:guide>
        <p15:guide id="11" orient="horz" pos="3828">
          <p15:clr>
            <a:srgbClr val="F26B43"/>
          </p15:clr>
        </p15:guide>
        <p15:guide id="12" pos="745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Relationship Id="rId4" Type="http://schemas.openxmlformats.org/officeDocument/2006/relationships/image" Target="../media/image11.emf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tags" Target="../tags/tag126.xml"/><Relationship Id="rId21" Type="http://schemas.openxmlformats.org/officeDocument/2006/relationships/tags" Target="../tags/tag30.xml"/><Relationship Id="rId42" Type="http://schemas.openxmlformats.org/officeDocument/2006/relationships/tags" Target="../tags/tag51.xml"/><Relationship Id="rId63" Type="http://schemas.openxmlformats.org/officeDocument/2006/relationships/tags" Target="../tags/tag72.xml"/><Relationship Id="rId84" Type="http://schemas.openxmlformats.org/officeDocument/2006/relationships/tags" Target="../tags/tag93.xml"/><Relationship Id="rId138" Type="http://schemas.openxmlformats.org/officeDocument/2006/relationships/tags" Target="../tags/tag147.xml"/><Relationship Id="rId159" Type="http://schemas.openxmlformats.org/officeDocument/2006/relationships/oleObject" Target="../embeddings/oleObject7.bin"/><Relationship Id="rId170" Type="http://schemas.openxmlformats.org/officeDocument/2006/relationships/chart" Target="../charts/chart4.xml"/><Relationship Id="rId107" Type="http://schemas.openxmlformats.org/officeDocument/2006/relationships/tags" Target="../tags/tag116.xml"/><Relationship Id="rId11" Type="http://schemas.openxmlformats.org/officeDocument/2006/relationships/tags" Target="../tags/tag20.xml"/><Relationship Id="rId32" Type="http://schemas.openxmlformats.org/officeDocument/2006/relationships/tags" Target="../tags/tag41.xml"/><Relationship Id="rId53" Type="http://schemas.openxmlformats.org/officeDocument/2006/relationships/tags" Target="../tags/tag62.xml"/><Relationship Id="rId74" Type="http://schemas.openxmlformats.org/officeDocument/2006/relationships/tags" Target="../tags/tag83.xml"/><Relationship Id="rId128" Type="http://schemas.openxmlformats.org/officeDocument/2006/relationships/tags" Target="../tags/tag137.xml"/><Relationship Id="rId149" Type="http://schemas.openxmlformats.org/officeDocument/2006/relationships/tags" Target="../tags/tag158.xml"/><Relationship Id="rId5" Type="http://schemas.openxmlformats.org/officeDocument/2006/relationships/tags" Target="../tags/tag14.xml"/><Relationship Id="rId95" Type="http://schemas.openxmlformats.org/officeDocument/2006/relationships/tags" Target="../tags/tag104.xml"/><Relationship Id="rId160" Type="http://schemas.openxmlformats.org/officeDocument/2006/relationships/image" Target="../media/image12.emf"/><Relationship Id="rId22" Type="http://schemas.openxmlformats.org/officeDocument/2006/relationships/tags" Target="../tags/tag31.xml"/><Relationship Id="rId43" Type="http://schemas.openxmlformats.org/officeDocument/2006/relationships/tags" Target="../tags/tag52.xml"/><Relationship Id="rId64" Type="http://schemas.openxmlformats.org/officeDocument/2006/relationships/tags" Target="../tags/tag73.xml"/><Relationship Id="rId118" Type="http://schemas.openxmlformats.org/officeDocument/2006/relationships/tags" Target="../tags/tag127.xml"/><Relationship Id="rId139" Type="http://schemas.openxmlformats.org/officeDocument/2006/relationships/tags" Target="../tags/tag148.xml"/><Relationship Id="rId85" Type="http://schemas.openxmlformats.org/officeDocument/2006/relationships/tags" Target="../tags/tag94.xml"/><Relationship Id="rId150" Type="http://schemas.openxmlformats.org/officeDocument/2006/relationships/tags" Target="../tags/tag159.xml"/><Relationship Id="rId171" Type="http://schemas.openxmlformats.org/officeDocument/2006/relationships/chart" Target="../charts/chart5.xml"/><Relationship Id="rId12" Type="http://schemas.openxmlformats.org/officeDocument/2006/relationships/tags" Target="../tags/tag21.xml"/><Relationship Id="rId33" Type="http://schemas.openxmlformats.org/officeDocument/2006/relationships/tags" Target="../tags/tag42.xml"/><Relationship Id="rId108" Type="http://schemas.openxmlformats.org/officeDocument/2006/relationships/tags" Target="../tags/tag117.xml"/><Relationship Id="rId129" Type="http://schemas.openxmlformats.org/officeDocument/2006/relationships/tags" Target="../tags/tag138.xml"/><Relationship Id="rId54" Type="http://schemas.openxmlformats.org/officeDocument/2006/relationships/tags" Target="../tags/tag63.xml"/><Relationship Id="rId70" Type="http://schemas.openxmlformats.org/officeDocument/2006/relationships/tags" Target="../tags/tag79.xml"/><Relationship Id="rId75" Type="http://schemas.openxmlformats.org/officeDocument/2006/relationships/tags" Target="../tags/tag84.xml"/><Relationship Id="rId91" Type="http://schemas.openxmlformats.org/officeDocument/2006/relationships/tags" Target="../tags/tag100.xml"/><Relationship Id="rId96" Type="http://schemas.openxmlformats.org/officeDocument/2006/relationships/tags" Target="../tags/tag105.xml"/><Relationship Id="rId140" Type="http://schemas.openxmlformats.org/officeDocument/2006/relationships/tags" Target="../tags/tag149.xml"/><Relationship Id="rId145" Type="http://schemas.openxmlformats.org/officeDocument/2006/relationships/tags" Target="../tags/tag154.xml"/><Relationship Id="rId161" Type="http://schemas.openxmlformats.org/officeDocument/2006/relationships/image" Target="../media/image13.svg"/><Relationship Id="rId166" Type="http://schemas.openxmlformats.org/officeDocument/2006/relationships/image" Target="../media/image18.sv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23" Type="http://schemas.openxmlformats.org/officeDocument/2006/relationships/tags" Target="../tags/tag32.xml"/><Relationship Id="rId28" Type="http://schemas.openxmlformats.org/officeDocument/2006/relationships/tags" Target="../tags/tag37.xml"/><Relationship Id="rId49" Type="http://schemas.openxmlformats.org/officeDocument/2006/relationships/tags" Target="../tags/tag58.xml"/><Relationship Id="rId114" Type="http://schemas.openxmlformats.org/officeDocument/2006/relationships/tags" Target="../tags/tag123.xml"/><Relationship Id="rId119" Type="http://schemas.openxmlformats.org/officeDocument/2006/relationships/tags" Target="../tags/tag128.xml"/><Relationship Id="rId44" Type="http://schemas.openxmlformats.org/officeDocument/2006/relationships/tags" Target="../tags/tag53.xml"/><Relationship Id="rId60" Type="http://schemas.openxmlformats.org/officeDocument/2006/relationships/tags" Target="../tags/tag69.xml"/><Relationship Id="rId65" Type="http://schemas.openxmlformats.org/officeDocument/2006/relationships/tags" Target="../tags/tag74.xml"/><Relationship Id="rId81" Type="http://schemas.openxmlformats.org/officeDocument/2006/relationships/tags" Target="../tags/tag90.xml"/><Relationship Id="rId86" Type="http://schemas.openxmlformats.org/officeDocument/2006/relationships/tags" Target="../tags/tag95.xml"/><Relationship Id="rId130" Type="http://schemas.openxmlformats.org/officeDocument/2006/relationships/tags" Target="../tags/tag139.xml"/><Relationship Id="rId135" Type="http://schemas.openxmlformats.org/officeDocument/2006/relationships/tags" Target="../tags/tag144.xml"/><Relationship Id="rId151" Type="http://schemas.openxmlformats.org/officeDocument/2006/relationships/tags" Target="../tags/tag160.xml"/><Relationship Id="rId156" Type="http://schemas.openxmlformats.org/officeDocument/2006/relationships/tags" Target="../tags/tag165.xml"/><Relationship Id="rId172" Type="http://schemas.openxmlformats.org/officeDocument/2006/relationships/chart" Target="../charts/chart6.xml"/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39" Type="http://schemas.openxmlformats.org/officeDocument/2006/relationships/tags" Target="../tags/tag48.xml"/><Relationship Id="rId109" Type="http://schemas.openxmlformats.org/officeDocument/2006/relationships/tags" Target="../tags/tag118.xml"/><Relationship Id="rId34" Type="http://schemas.openxmlformats.org/officeDocument/2006/relationships/tags" Target="../tags/tag43.xml"/><Relationship Id="rId50" Type="http://schemas.openxmlformats.org/officeDocument/2006/relationships/tags" Target="../tags/tag59.xml"/><Relationship Id="rId55" Type="http://schemas.openxmlformats.org/officeDocument/2006/relationships/tags" Target="../tags/tag64.xml"/><Relationship Id="rId76" Type="http://schemas.openxmlformats.org/officeDocument/2006/relationships/tags" Target="../tags/tag85.xml"/><Relationship Id="rId97" Type="http://schemas.openxmlformats.org/officeDocument/2006/relationships/tags" Target="../tags/tag106.xml"/><Relationship Id="rId104" Type="http://schemas.openxmlformats.org/officeDocument/2006/relationships/tags" Target="../tags/tag113.xml"/><Relationship Id="rId120" Type="http://schemas.openxmlformats.org/officeDocument/2006/relationships/tags" Target="../tags/tag129.xml"/><Relationship Id="rId125" Type="http://schemas.openxmlformats.org/officeDocument/2006/relationships/tags" Target="../tags/tag134.xml"/><Relationship Id="rId141" Type="http://schemas.openxmlformats.org/officeDocument/2006/relationships/tags" Target="../tags/tag150.xml"/><Relationship Id="rId146" Type="http://schemas.openxmlformats.org/officeDocument/2006/relationships/tags" Target="../tags/tag155.xml"/><Relationship Id="rId167" Type="http://schemas.openxmlformats.org/officeDocument/2006/relationships/chart" Target="../charts/chart1.xml"/><Relationship Id="rId7" Type="http://schemas.openxmlformats.org/officeDocument/2006/relationships/tags" Target="../tags/tag16.xml"/><Relationship Id="rId71" Type="http://schemas.openxmlformats.org/officeDocument/2006/relationships/tags" Target="../tags/tag80.xml"/><Relationship Id="rId92" Type="http://schemas.openxmlformats.org/officeDocument/2006/relationships/tags" Target="../tags/tag101.xml"/><Relationship Id="rId162" Type="http://schemas.openxmlformats.org/officeDocument/2006/relationships/image" Target="../media/image14.svg"/><Relationship Id="rId2" Type="http://schemas.openxmlformats.org/officeDocument/2006/relationships/tags" Target="../tags/tag11.xml"/><Relationship Id="rId29" Type="http://schemas.openxmlformats.org/officeDocument/2006/relationships/tags" Target="../tags/tag38.xml"/><Relationship Id="rId24" Type="http://schemas.openxmlformats.org/officeDocument/2006/relationships/tags" Target="../tags/tag33.xml"/><Relationship Id="rId40" Type="http://schemas.openxmlformats.org/officeDocument/2006/relationships/tags" Target="../tags/tag49.xml"/><Relationship Id="rId45" Type="http://schemas.openxmlformats.org/officeDocument/2006/relationships/tags" Target="../tags/tag54.xml"/><Relationship Id="rId66" Type="http://schemas.openxmlformats.org/officeDocument/2006/relationships/tags" Target="../tags/tag75.xml"/><Relationship Id="rId87" Type="http://schemas.openxmlformats.org/officeDocument/2006/relationships/tags" Target="../tags/tag96.xml"/><Relationship Id="rId110" Type="http://schemas.openxmlformats.org/officeDocument/2006/relationships/tags" Target="../tags/tag119.xml"/><Relationship Id="rId115" Type="http://schemas.openxmlformats.org/officeDocument/2006/relationships/tags" Target="../tags/tag124.xml"/><Relationship Id="rId131" Type="http://schemas.openxmlformats.org/officeDocument/2006/relationships/tags" Target="../tags/tag140.xml"/><Relationship Id="rId136" Type="http://schemas.openxmlformats.org/officeDocument/2006/relationships/tags" Target="../tags/tag145.xml"/><Relationship Id="rId157" Type="http://schemas.openxmlformats.org/officeDocument/2006/relationships/tags" Target="../tags/tag166.xml"/><Relationship Id="rId61" Type="http://schemas.openxmlformats.org/officeDocument/2006/relationships/tags" Target="../tags/tag70.xml"/><Relationship Id="rId82" Type="http://schemas.openxmlformats.org/officeDocument/2006/relationships/tags" Target="../tags/tag91.xml"/><Relationship Id="rId152" Type="http://schemas.openxmlformats.org/officeDocument/2006/relationships/tags" Target="../tags/tag161.xml"/><Relationship Id="rId19" Type="http://schemas.openxmlformats.org/officeDocument/2006/relationships/tags" Target="../tags/tag28.xml"/><Relationship Id="rId14" Type="http://schemas.openxmlformats.org/officeDocument/2006/relationships/tags" Target="../tags/tag23.xml"/><Relationship Id="rId30" Type="http://schemas.openxmlformats.org/officeDocument/2006/relationships/tags" Target="../tags/tag39.xml"/><Relationship Id="rId35" Type="http://schemas.openxmlformats.org/officeDocument/2006/relationships/tags" Target="../tags/tag44.xml"/><Relationship Id="rId56" Type="http://schemas.openxmlformats.org/officeDocument/2006/relationships/tags" Target="../tags/tag65.xml"/><Relationship Id="rId77" Type="http://schemas.openxmlformats.org/officeDocument/2006/relationships/tags" Target="../tags/tag86.xml"/><Relationship Id="rId100" Type="http://schemas.openxmlformats.org/officeDocument/2006/relationships/tags" Target="../tags/tag109.xml"/><Relationship Id="rId105" Type="http://schemas.openxmlformats.org/officeDocument/2006/relationships/tags" Target="../tags/tag114.xml"/><Relationship Id="rId126" Type="http://schemas.openxmlformats.org/officeDocument/2006/relationships/tags" Target="../tags/tag135.xml"/><Relationship Id="rId147" Type="http://schemas.openxmlformats.org/officeDocument/2006/relationships/tags" Target="../tags/tag156.xml"/><Relationship Id="rId168" Type="http://schemas.openxmlformats.org/officeDocument/2006/relationships/chart" Target="../charts/chart2.xml"/><Relationship Id="rId8" Type="http://schemas.openxmlformats.org/officeDocument/2006/relationships/tags" Target="../tags/tag17.xml"/><Relationship Id="rId51" Type="http://schemas.openxmlformats.org/officeDocument/2006/relationships/tags" Target="../tags/tag60.xml"/><Relationship Id="rId72" Type="http://schemas.openxmlformats.org/officeDocument/2006/relationships/tags" Target="../tags/tag81.xml"/><Relationship Id="rId93" Type="http://schemas.openxmlformats.org/officeDocument/2006/relationships/tags" Target="../tags/tag102.xml"/><Relationship Id="rId98" Type="http://schemas.openxmlformats.org/officeDocument/2006/relationships/tags" Target="../tags/tag107.xml"/><Relationship Id="rId121" Type="http://schemas.openxmlformats.org/officeDocument/2006/relationships/tags" Target="../tags/tag130.xml"/><Relationship Id="rId142" Type="http://schemas.openxmlformats.org/officeDocument/2006/relationships/tags" Target="../tags/tag151.xml"/><Relationship Id="rId163" Type="http://schemas.openxmlformats.org/officeDocument/2006/relationships/image" Target="../media/image15.svg"/><Relationship Id="rId3" Type="http://schemas.openxmlformats.org/officeDocument/2006/relationships/tags" Target="../tags/tag12.xml"/><Relationship Id="rId25" Type="http://schemas.openxmlformats.org/officeDocument/2006/relationships/tags" Target="../tags/tag34.xml"/><Relationship Id="rId46" Type="http://schemas.openxmlformats.org/officeDocument/2006/relationships/tags" Target="../tags/tag55.xml"/><Relationship Id="rId67" Type="http://schemas.openxmlformats.org/officeDocument/2006/relationships/tags" Target="../tags/tag76.xml"/><Relationship Id="rId116" Type="http://schemas.openxmlformats.org/officeDocument/2006/relationships/tags" Target="../tags/tag125.xml"/><Relationship Id="rId137" Type="http://schemas.openxmlformats.org/officeDocument/2006/relationships/tags" Target="../tags/tag146.xml"/><Relationship Id="rId158" Type="http://schemas.openxmlformats.org/officeDocument/2006/relationships/slideLayout" Target="../slideLayouts/slideLayout5.xml"/><Relationship Id="rId20" Type="http://schemas.openxmlformats.org/officeDocument/2006/relationships/tags" Target="../tags/tag29.xml"/><Relationship Id="rId41" Type="http://schemas.openxmlformats.org/officeDocument/2006/relationships/tags" Target="../tags/tag50.xml"/><Relationship Id="rId62" Type="http://schemas.openxmlformats.org/officeDocument/2006/relationships/tags" Target="../tags/tag71.xml"/><Relationship Id="rId83" Type="http://schemas.openxmlformats.org/officeDocument/2006/relationships/tags" Target="../tags/tag92.xml"/><Relationship Id="rId88" Type="http://schemas.openxmlformats.org/officeDocument/2006/relationships/tags" Target="../tags/tag97.xml"/><Relationship Id="rId111" Type="http://schemas.openxmlformats.org/officeDocument/2006/relationships/tags" Target="../tags/tag120.xml"/><Relationship Id="rId132" Type="http://schemas.openxmlformats.org/officeDocument/2006/relationships/tags" Target="../tags/tag141.xml"/><Relationship Id="rId153" Type="http://schemas.openxmlformats.org/officeDocument/2006/relationships/tags" Target="../tags/tag162.xml"/><Relationship Id="rId15" Type="http://schemas.openxmlformats.org/officeDocument/2006/relationships/tags" Target="../tags/tag24.xml"/><Relationship Id="rId36" Type="http://schemas.openxmlformats.org/officeDocument/2006/relationships/tags" Target="../tags/tag45.xml"/><Relationship Id="rId57" Type="http://schemas.openxmlformats.org/officeDocument/2006/relationships/tags" Target="../tags/tag66.xml"/><Relationship Id="rId106" Type="http://schemas.openxmlformats.org/officeDocument/2006/relationships/tags" Target="../tags/tag115.xml"/><Relationship Id="rId127" Type="http://schemas.openxmlformats.org/officeDocument/2006/relationships/tags" Target="../tags/tag136.xml"/><Relationship Id="rId10" Type="http://schemas.openxmlformats.org/officeDocument/2006/relationships/tags" Target="../tags/tag19.xml"/><Relationship Id="rId31" Type="http://schemas.openxmlformats.org/officeDocument/2006/relationships/tags" Target="../tags/tag40.xml"/><Relationship Id="rId52" Type="http://schemas.openxmlformats.org/officeDocument/2006/relationships/tags" Target="../tags/tag61.xml"/><Relationship Id="rId73" Type="http://schemas.openxmlformats.org/officeDocument/2006/relationships/tags" Target="../tags/tag82.xml"/><Relationship Id="rId78" Type="http://schemas.openxmlformats.org/officeDocument/2006/relationships/tags" Target="../tags/tag87.xml"/><Relationship Id="rId94" Type="http://schemas.openxmlformats.org/officeDocument/2006/relationships/tags" Target="../tags/tag103.xml"/><Relationship Id="rId99" Type="http://schemas.openxmlformats.org/officeDocument/2006/relationships/tags" Target="../tags/tag108.xml"/><Relationship Id="rId101" Type="http://schemas.openxmlformats.org/officeDocument/2006/relationships/tags" Target="../tags/tag110.xml"/><Relationship Id="rId122" Type="http://schemas.openxmlformats.org/officeDocument/2006/relationships/tags" Target="../tags/tag131.xml"/><Relationship Id="rId143" Type="http://schemas.openxmlformats.org/officeDocument/2006/relationships/tags" Target="../tags/tag152.xml"/><Relationship Id="rId148" Type="http://schemas.openxmlformats.org/officeDocument/2006/relationships/tags" Target="../tags/tag157.xml"/><Relationship Id="rId164" Type="http://schemas.openxmlformats.org/officeDocument/2006/relationships/image" Target="../media/image16.svg"/><Relationship Id="rId169" Type="http://schemas.openxmlformats.org/officeDocument/2006/relationships/chart" Target="../charts/chart3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26" Type="http://schemas.openxmlformats.org/officeDocument/2006/relationships/tags" Target="../tags/tag35.xml"/><Relationship Id="rId47" Type="http://schemas.openxmlformats.org/officeDocument/2006/relationships/tags" Target="../tags/tag56.xml"/><Relationship Id="rId68" Type="http://schemas.openxmlformats.org/officeDocument/2006/relationships/tags" Target="../tags/tag77.xml"/><Relationship Id="rId89" Type="http://schemas.openxmlformats.org/officeDocument/2006/relationships/tags" Target="../tags/tag98.xml"/><Relationship Id="rId112" Type="http://schemas.openxmlformats.org/officeDocument/2006/relationships/tags" Target="../tags/tag121.xml"/><Relationship Id="rId133" Type="http://schemas.openxmlformats.org/officeDocument/2006/relationships/tags" Target="../tags/tag142.xml"/><Relationship Id="rId154" Type="http://schemas.openxmlformats.org/officeDocument/2006/relationships/tags" Target="../tags/tag163.xml"/><Relationship Id="rId16" Type="http://schemas.openxmlformats.org/officeDocument/2006/relationships/tags" Target="../tags/tag25.xml"/><Relationship Id="rId37" Type="http://schemas.openxmlformats.org/officeDocument/2006/relationships/tags" Target="../tags/tag46.xml"/><Relationship Id="rId58" Type="http://schemas.openxmlformats.org/officeDocument/2006/relationships/tags" Target="../tags/tag67.xml"/><Relationship Id="rId79" Type="http://schemas.openxmlformats.org/officeDocument/2006/relationships/tags" Target="../tags/tag88.xml"/><Relationship Id="rId102" Type="http://schemas.openxmlformats.org/officeDocument/2006/relationships/tags" Target="../tags/tag111.xml"/><Relationship Id="rId123" Type="http://schemas.openxmlformats.org/officeDocument/2006/relationships/tags" Target="../tags/tag132.xml"/><Relationship Id="rId144" Type="http://schemas.openxmlformats.org/officeDocument/2006/relationships/tags" Target="../tags/tag153.xml"/><Relationship Id="rId90" Type="http://schemas.openxmlformats.org/officeDocument/2006/relationships/tags" Target="../tags/tag99.xml"/><Relationship Id="rId165" Type="http://schemas.openxmlformats.org/officeDocument/2006/relationships/image" Target="../media/image17.svg"/><Relationship Id="rId27" Type="http://schemas.openxmlformats.org/officeDocument/2006/relationships/tags" Target="../tags/tag36.xml"/><Relationship Id="rId48" Type="http://schemas.openxmlformats.org/officeDocument/2006/relationships/tags" Target="../tags/tag57.xml"/><Relationship Id="rId69" Type="http://schemas.openxmlformats.org/officeDocument/2006/relationships/tags" Target="../tags/tag78.xml"/><Relationship Id="rId113" Type="http://schemas.openxmlformats.org/officeDocument/2006/relationships/tags" Target="../tags/tag122.xml"/><Relationship Id="rId134" Type="http://schemas.openxmlformats.org/officeDocument/2006/relationships/tags" Target="../tags/tag143.xml"/><Relationship Id="rId80" Type="http://schemas.openxmlformats.org/officeDocument/2006/relationships/tags" Target="../tags/tag89.xml"/><Relationship Id="rId155" Type="http://schemas.openxmlformats.org/officeDocument/2006/relationships/tags" Target="../tags/tag164.xml"/><Relationship Id="rId17" Type="http://schemas.openxmlformats.org/officeDocument/2006/relationships/tags" Target="../tags/tag26.xml"/><Relationship Id="rId38" Type="http://schemas.openxmlformats.org/officeDocument/2006/relationships/tags" Target="../tags/tag47.xml"/><Relationship Id="rId59" Type="http://schemas.openxmlformats.org/officeDocument/2006/relationships/tags" Target="../tags/tag68.xml"/><Relationship Id="rId103" Type="http://schemas.openxmlformats.org/officeDocument/2006/relationships/tags" Target="../tags/tag112.xml"/><Relationship Id="rId124" Type="http://schemas.openxmlformats.org/officeDocument/2006/relationships/tags" Target="../tags/tag13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7.xml"/><Relationship Id="rId5" Type="http://schemas.openxmlformats.org/officeDocument/2006/relationships/image" Target="../media/image19.png"/><Relationship Id="rId4" Type="http://schemas.openxmlformats.org/officeDocument/2006/relationships/image" Target="../media/image12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68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2.emf"/><Relationship Id="rId10" Type="http://schemas.openxmlformats.org/officeDocument/2006/relationships/image" Target="../media/image24.png"/><Relationship Id="rId4" Type="http://schemas.openxmlformats.org/officeDocument/2006/relationships/oleObject" Target="../embeddings/oleObject9.bin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microsoft.com/office/2007/relationships/hdphoto" Target="../media/hdphoto2.wdp"/><Relationship Id="rId3" Type="http://schemas.openxmlformats.org/officeDocument/2006/relationships/oleObject" Target="../embeddings/oleObject10.bin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17" Type="http://schemas.microsoft.com/office/2007/relationships/hdphoto" Target="../media/hdphoto4.wdp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35.png"/><Relationship Id="rId1" Type="http://schemas.openxmlformats.org/officeDocument/2006/relationships/tags" Target="../tags/tag169.xml"/><Relationship Id="rId6" Type="http://schemas.openxmlformats.org/officeDocument/2006/relationships/image" Target="../media/image28.png"/><Relationship Id="rId11" Type="http://schemas.microsoft.com/office/2007/relationships/hdphoto" Target="../media/hdphoto1.wdp"/><Relationship Id="rId5" Type="http://schemas.openxmlformats.org/officeDocument/2006/relationships/image" Target="../media/image27.png"/><Relationship Id="rId15" Type="http://schemas.microsoft.com/office/2007/relationships/hdphoto" Target="../media/hdphoto3.wdp"/><Relationship Id="rId10" Type="http://schemas.openxmlformats.org/officeDocument/2006/relationships/image" Target="../media/image32.png"/><Relationship Id="rId4" Type="http://schemas.openxmlformats.org/officeDocument/2006/relationships/image" Target="../media/image12.emf"/><Relationship Id="rId9" Type="http://schemas.openxmlformats.org/officeDocument/2006/relationships/image" Target="../media/image31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oleObject" Target="../embeddings/oleObject11.bin"/><Relationship Id="rId7" Type="http://schemas.openxmlformats.org/officeDocument/2006/relationships/image" Target="../media/image38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70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4" Type="http://schemas.openxmlformats.org/officeDocument/2006/relationships/image" Target="../media/image12.emf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42.svg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6" Type="http://schemas.openxmlformats.org/officeDocument/2006/relationships/image" Target="../media/image41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tags" Target="../tags/tag175.xml"/><Relationship Id="rId7" Type="http://schemas.openxmlformats.org/officeDocument/2006/relationships/image" Target="../media/image12.emf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tags" Target="../tags/tag174.xml"/><Relationship Id="rId16" Type="http://schemas.openxmlformats.org/officeDocument/2006/relationships/image" Target="../media/image51.png"/><Relationship Id="rId1" Type="http://schemas.openxmlformats.org/officeDocument/2006/relationships/tags" Target="../tags/tag173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46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0.sv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tags" Target="../tags/tag176.xml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77.xml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78.xml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5E5E6-884F-61B8-0E4E-004EE5D1F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08204-A05F-F9B8-9518-F8976B79B0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6159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4251601-6496-161C-D16B-50BF56AC87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46170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251601-6496-161C-D16B-50BF56AC87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DE85FD-11D8-3872-BAAA-0FB98124CC2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A71D76-6575-FCF0-7134-96ACBF449AD2}"/>
              </a:ext>
            </a:extLst>
          </p:cNvPr>
          <p:cNvSpPr/>
          <p:nvPr/>
        </p:nvSpPr>
        <p:spPr>
          <a:xfrm>
            <a:off x="266699" y="397933"/>
            <a:ext cx="6066368" cy="9322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D2A8E2-C15C-2C12-F177-F1605D4DD217}"/>
              </a:ext>
            </a:extLst>
          </p:cNvPr>
          <p:cNvSpPr/>
          <p:nvPr/>
        </p:nvSpPr>
        <p:spPr>
          <a:xfrm>
            <a:off x="266699" y="1577175"/>
            <a:ext cx="6066368" cy="93222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1DF86E-7076-2303-1C3E-C46A98A970BA}"/>
              </a:ext>
            </a:extLst>
          </p:cNvPr>
          <p:cNvSpPr/>
          <p:nvPr/>
        </p:nvSpPr>
        <p:spPr>
          <a:xfrm>
            <a:off x="266699" y="2756417"/>
            <a:ext cx="6066368" cy="93222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EBFB4B-03F6-B996-7488-BF4246DB6648}"/>
              </a:ext>
            </a:extLst>
          </p:cNvPr>
          <p:cNvSpPr/>
          <p:nvPr/>
        </p:nvSpPr>
        <p:spPr>
          <a:xfrm>
            <a:off x="266699" y="3935660"/>
            <a:ext cx="6066368" cy="93222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382B0-5023-6496-D2CE-BE060112B78E}"/>
              </a:ext>
            </a:extLst>
          </p:cNvPr>
          <p:cNvSpPr/>
          <p:nvPr/>
        </p:nvSpPr>
        <p:spPr>
          <a:xfrm>
            <a:off x="266699" y="5114903"/>
            <a:ext cx="6066368" cy="93222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144F91-4DB9-B8A2-A80F-43DB6500140F}"/>
              </a:ext>
            </a:extLst>
          </p:cNvPr>
          <p:cNvSpPr/>
          <p:nvPr/>
        </p:nvSpPr>
        <p:spPr>
          <a:xfrm>
            <a:off x="7213599" y="397933"/>
            <a:ext cx="4453467" cy="932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7941EB-5989-9DE0-B1D6-44C1DA77B3AC}"/>
              </a:ext>
            </a:extLst>
          </p:cNvPr>
          <p:cNvSpPr/>
          <p:nvPr/>
        </p:nvSpPr>
        <p:spPr>
          <a:xfrm>
            <a:off x="7213599" y="1577175"/>
            <a:ext cx="4453467" cy="932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FF8712-6CA7-99CE-58C2-45EC800BA8FC}"/>
              </a:ext>
            </a:extLst>
          </p:cNvPr>
          <p:cNvSpPr/>
          <p:nvPr/>
        </p:nvSpPr>
        <p:spPr>
          <a:xfrm>
            <a:off x="7213599" y="2756417"/>
            <a:ext cx="4453467" cy="932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D0A183-C4AB-C5FC-1330-6AE17A8C88EF}"/>
              </a:ext>
            </a:extLst>
          </p:cNvPr>
          <p:cNvSpPr/>
          <p:nvPr/>
        </p:nvSpPr>
        <p:spPr>
          <a:xfrm>
            <a:off x="7213599" y="3935660"/>
            <a:ext cx="4453467" cy="932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BB552C-AC68-7322-1ABD-D84ECB385980}"/>
              </a:ext>
            </a:extLst>
          </p:cNvPr>
          <p:cNvSpPr/>
          <p:nvPr/>
        </p:nvSpPr>
        <p:spPr>
          <a:xfrm>
            <a:off x="7213599" y="5114903"/>
            <a:ext cx="4453467" cy="932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12681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4A73197-D687-D660-0E81-F56B84D48A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253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9" imgW="606" imgH="608" progId="TCLayout.ActiveDocument.1">
                  <p:embed/>
                </p:oleObj>
              </mc:Choice>
              <mc:Fallback>
                <p:oleObj name="think-cell Slide" r:id="rId159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A73197-D687-D660-0E81-F56B84D48A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8CF5C4AC-F937-F9C2-C085-6985E287B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Qatar faces an urgent economic challenge that requires comprehensive stabilization and recovery plans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8D23B4-EE3A-BC08-AAAE-B257E5505A4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IMF 2026 macroeconomic forecasts before and after the conflict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686617F7-F7C9-F13E-C90C-18689993650C}"/>
              </a:ext>
            </a:extLst>
          </p:cNvPr>
          <p:cNvSpPr/>
          <p:nvPr/>
        </p:nvSpPr>
        <p:spPr>
          <a:xfrm>
            <a:off x="266699" y="2781300"/>
            <a:ext cx="579757" cy="3306763"/>
          </a:xfrm>
          <a:prstGeom prst="roundRect">
            <a:avLst/>
          </a:prstGeom>
          <a:noFill/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66EED865-DDBA-713C-61C7-F3FC1B3538C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392120" y="5724525"/>
            <a:ext cx="315913" cy="315913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1810A97A-D6C5-83DC-5F74-AC837B2B6E2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973938" y="5724525"/>
            <a:ext cx="315913" cy="315913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123C4411-F462-B49B-3113-1669F5ECE00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1555756" y="5724525"/>
            <a:ext cx="315913" cy="315913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96C7BAB8-041A-9163-5ACA-5AF14871731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2137574" y="5724525"/>
            <a:ext cx="315913" cy="315913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5CCCE6DE-0E58-00EC-4826-19817D00648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2719392" y="5724525"/>
            <a:ext cx="315913" cy="315913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B73AFBEF-7B0D-33E4-3D97-01BD6054A36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3301209" y="5724525"/>
            <a:ext cx="315913" cy="315913"/>
          </a:xfrm>
          <a:prstGeom prst="rect">
            <a:avLst/>
          </a:prstGeom>
        </p:spPr>
      </p:pic>
      <p:sp>
        <p:nvSpPr>
          <p:cNvPr id="93" name="Oval 92">
            <a:extLst>
              <a:ext uri="{FF2B5EF4-FFF2-40B4-BE49-F238E27FC236}">
                <a16:creationId xmlns:a16="http://schemas.microsoft.com/office/drawing/2014/main" id="{7ED21FB8-09E3-2ADB-2CC4-23395D7B9877}"/>
              </a:ext>
            </a:extLst>
          </p:cNvPr>
          <p:cNvSpPr/>
          <p:nvPr/>
        </p:nvSpPr>
        <p:spPr>
          <a:xfrm>
            <a:off x="947292" y="2867025"/>
            <a:ext cx="390526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-4.5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0E6365F1-AF64-35DA-FB92-EC9C60BAF829}"/>
              </a:ext>
            </a:extLst>
          </p:cNvPr>
          <p:cNvSpPr/>
          <p:nvPr/>
        </p:nvSpPr>
        <p:spPr>
          <a:xfrm>
            <a:off x="368140" y="2867025"/>
            <a:ext cx="390526" cy="24606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</a:rPr>
              <a:t>-14.7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4235E6B2-0762-6B96-4ABD-10D6D67D455F}"/>
              </a:ext>
            </a:extLst>
          </p:cNvPr>
          <p:cNvSpPr/>
          <p:nvPr/>
        </p:nvSpPr>
        <p:spPr>
          <a:xfrm>
            <a:off x="1526444" y="2867025"/>
            <a:ext cx="390526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-3.8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06B1682-7A9A-E9E9-A6C6-BAEE1AE5493D}"/>
              </a:ext>
            </a:extLst>
          </p:cNvPr>
          <p:cNvSpPr/>
          <p:nvPr/>
        </p:nvSpPr>
        <p:spPr>
          <a:xfrm>
            <a:off x="2105596" y="2867025"/>
            <a:ext cx="390526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-1.9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72E39688-3513-179A-343F-9A987FCF65BF}"/>
              </a:ext>
            </a:extLst>
          </p:cNvPr>
          <p:cNvSpPr/>
          <p:nvPr/>
        </p:nvSpPr>
        <p:spPr>
          <a:xfrm>
            <a:off x="2684748" y="2867025"/>
            <a:ext cx="390526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-1.4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9C032A86-5E6E-78DC-945C-E01B771BD774}"/>
              </a:ext>
            </a:extLst>
          </p:cNvPr>
          <p:cNvSpPr/>
          <p:nvPr/>
        </p:nvSpPr>
        <p:spPr>
          <a:xfrm>
            <a:off x="3263900" y="2867025"/>
            <a:ext cx="390526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-0.5</a:t>
            </a:r>
          </a:p>
        </p:txBody>
      </p:sp>
      <p:graphicFrame>
        <p:nvGraphicFramePr>
          <p:cNvPr id="204" name="Chart 203">
            <a:extLst>
              <a:ext uri="{FF2B5EF4-FFF2-40B4-BE49-F238E27FC236}">
                <a16:creationId xmlns:a16="http://schemas.microsoft.com/office/drawing/2014/main" id="{2A18257E-299C-2316-1E5F-DBB059549826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771802346"/>
              </p:ext>
            </p:extLst>
          </p:nvPr>
        </p:nvGraphicFramePr>
        <p:xfrm>
          <a:off x="184150" y="3413125"/>
          <a:ext cx="3648075" cy="2114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7"/>
          </a:graphicData>
        </a:graphic>
      </p:graphicFrame>
      <p:sp useBgFill="1">
        <p:nvSpPr>
          <p:cNvPr id="101" name="Freeform: Shape 100">
            <a:extLst>
              <a:ext uri="{FF2B5EF4-FFF2-40B4-BE49-F238E27FC236}">
                <a16:creationId xmlns:a16="http://schemas.microsoft.com/office/drawing/2014/main" id="{4B8FBAE1-D48E-F8CF-528A-9499466776D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11175" y="5283200"/>
            <a:ext cx="300039" cy="138113"/>
          </a:xfrm>
          <a:custGeom>
            <a:avLst/>
            <a:gdLst/>
            <a:ahLst/>
            <a:cxnLst/>
            <a:rect l="0" t="0" r="0" b="0"/>
            <a:pathLst>
              <a:path w="300039" h="138114">
                <a:moveTo>
                  <a:pt x="0" y="80963"/>
                </a:moveTo>
                <a:lnTo>
                  <a:pt x="300038" y="0"/>
                </a:lnTo>
                <a:lnTo>
                  <a:pt x="300038" y="57150"/>
                </a:lnTo>
                <a:lnTo>
                  <a:pt x="0" y="138113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041FFFB8-1B14-1AA3-E924-EF3914F437F5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511175" y="5283200"/>
            <a:ext cx="300039" cy="80963"/>
          </a:xfrm>
          <a:custGeom>
            <a:avLst/>
            <a:gdLst/>
            <a:ahLst/>
            <a:cxnLst/>
            <a:rect l="0" t="0" r="0" b="0"/>
            <a:pathLst>
              <a:path w="300039" h="80964">
                <a:moveTo>
                  <a:pt x="0" y="80963"/>
                </a:moveTo>
                <a:lnTo>
                  <a:pt x="300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91CF07F5-B454-DBF3-7F0D-BAC140DCC0D8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511175" y="5340350"/>
            <a:ext cx="300039" cy="80963"/>
          </a:xfrm>
          <a:custGeom>
            <a:avLst/>
            <a:gdLst/>
            <a:ahLst/>
            <a:cxnLst/>
            <a:rect l="0" t="0" r="0" b="0"/>
            <a:pathLst>
              <a:path w="300039" h="80964">
                <a:moveTo>
                  <a:pt x="0" y="80963"/>
                </a:moveTo>
                <a:lnTo>
                  <a:pt x="300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 Placeholder 2">
            <a:extLst>
              <a:ext uri="{FF2B5EF4-FFF2-40B4-BE49-F238E27FC236}">
                <a16:creationId xmlns:a16="http://schemas.microsoft.com/office/drawing/2014/main" id="{E6E1F6C0-A807-5705-CC94-3F41E15694BE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gray">
          <a:xfrm>
            <a:off x="323850" y="3319463"/>
            <a:ext cx="25876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8E7C0DA-D8A9-466D-B679-6D7990FA1835}" type="datetime'''''''''6''''''.''''''1%'''''''''''''''''''''''''''''''">
              <a:rPr lang="en-US" altLang="en-US" sz="900" b="1" smtClean="0"/>
              <a:pPr algn="ctr">
                <a:spcBef>
                  <a:spcPct val="0"/>
                </a:spcBef>
                <a:spcAft>
                  <a:spcPct val="0"/>
                </a:spcAft>
              </a:pPr>
              <a:t>6.1%</a:t>
            </a:fld>
            <a:endParaRPr lang="en-US" sz="900" b="1"/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5D95C6BF-E2A0-3389-F442-574F8F85F6E4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gray">
          <a:xfrm>
            <a:off x="514350" y="5470525"/>
            <a:ext cx="293688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5875" tIns="0" rIns="15875" bIns="0" rtlCol="0" anchor="t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CEA9A594-1833-425A-A441-B8391E3BD818}" type="datetime'''''''''''-''8''''''''.6''''''''''''''''''''%'''''''''''''''''">
              <a:rPr lang="en-US" altLang="en-US" sz="900" b="1" smtClean="0"/>
              <a:pPr algn="ctr">
                <a:spcBef>
                  <a:spcPct val="0"/>
                </a:spcBef>
                <a:spcAft>
                  <a:spcPct val="0"/>
                </a:spcAft>
              </a:pPr>
              <a:t>-8.6%</a:t>
            </a:fld>
            <a:endParaRPr lang="en-US" sz="900" b="1"/>
          </a:p>
        </p:txBody>
      </p:sp>
      <p:sp>
        <p:nvSpPr>
          <p:cNvPr id="106" name="Text Placeholder 2">
            <a:extLst>
              <a:ext uri="{FF2B5EF4-FFF2-40B4-BE49-F238E27FC236}">
                <a16:creationId xmlns:a16="http://schemas.microsoft.com/office/drawing/2014/main" id="{1BDCF8A7-BAC3-CF07-8022-05E89BD66EE1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gray">
          <a:xfrm>
            <a:off x="919163" y="3914775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45A77A61-966E-49C3-A814-9A561C8E14BF}" type="datetime'''''''''3''''.''''''''''''''''9''''%''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3.9%</a:t>
            </a:fld>
            <a:endParaRPr lang="en-US" sz="800"/>
          </a:p>
        </p:txBody>
      </p:sp>
      <p:sp>
        <p:nvSpPr>
          <p:cNvPr id="107" name="Text Placeholder 2">
            <a:extLst>
              <a:ext uri="{FF2B5EF4-FFF2-40B4-BE49-F238E27FC236}">
                <a16:creationId xmlns:a16="http://schemas.microsoft.com/office/drawing/2014/main" id="{B070EABE-2643-6A9B-AE91-59CC4AAF1EBD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gray">
          <a:xfrm>
            <a:off x="1111250" y="5281613"/>
            <a:ext cx="26035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t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6022C1FA-1713-4E72-99E4-09A6ACADBB4B}" type="datetime'''''''''''-0''''''.''''''6''''''''%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-0.6%</a:t>
            </a:fld>
            <a:endParaRPr lang="en-US" sz="800"/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ED49A0CA-97A0-5828-33AD-02000097AF83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gray">
          <a:xfrm>
            <a:off x="1498600" y="4071938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23D32272-7E4A-4F52-A0B6-95C858475222}" type="datetime'''''''''''''''3''''''''''.''''''3''''''%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3.3%</a:t>
            </a:fld>
            <a:endParaRPr lang="en-US" sz="800"/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C3E30ED2-C62D-D6E0-6FE1-4BA7C115BD4C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gray">
          <a:xfrm>
            <a:off x="1690688" y="5254625"/>
            <a:ext cx="26035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t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444F1438-8E11-4FFF-B996-BB8AE014AAA9}" type="datetime'-0''.''''''''''''''''''''''''''''''''''''''''5''''''''%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-0.5%</a:t>
            </a:fld>
            <a:endParaRPr lang="en-US" sz="800"/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D9D5B954-0EF3-31BD-5DF6-44BB27B33930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gray">
          <a:xfrm>
            <a:off x="2079625" y="3625850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4C191940-2752-43D5-B6AF-F991FA197BA1}" type="datetime'''''''5''.0''''''''''''''''''''''%''''''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5.0%</a:t>
            </a:fld>
            <a:endParaRPr lang="en-US" sz="800"/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70D0E003-BF2B-951E-8484-5EF26BA06278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gray">
          <a:xfrm>
            <a:off x="2287588" y="4125913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62F8ECD8-6776-48BC-8B58-606BF5F43070}" type="datetime'''''''''''''''''''''''''''''''''''''3''.''1''''''''''''''%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3.1%</a:t>
            </a:fld>
            <a:endParaRPr lang="en-US" sz="800"/>
          </a:p>
        </p:txBody>
      </p:sp>
      <p:sp>
        <p:nvSpPr>
          <p:cNvPr id="112" name="Text Placeholder 2">
            <a:extLst>
              <a:ext uri="{FF2B5EF4-FFF2-40B4-BE49-F238E27FC236}">
                <a16:creationId xmlns:a16="http://schemas.microsoft.com/office/drawing/2014/main" id="{A0799DA3-FE37-475D-DBD6-1E37761ABAAE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gray">
          <a:xfrm>
            <a:off x="2660650" y="3757613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EC270C45-6021-46D6-8EE3-6E3176EB84C3}" type="datetime'4''''''''''''''''''''''''''''''.5''''%''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4.5%</a:t>
            </a:fld>
            <a:endParaRPr lang="en-US" sz="800"/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A57F5874-0CDF-6166-9798-1257C020F8F4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gray">
          <a:xfrm>
            <a:off x="2868613" y="4125913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8EAF5822-9D17-4FBF-B871-12F82E5C1E43}" type="datetime'''''''''''''''''''3''''''''''''.''''''''''1''''%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3.1%</a:t>
            </a:fld>
            <a:endParaRPr lang="en-US" sz="800"/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6F9D0F56-9C61-F907-6DBC-8F6BA00FADAD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gray">
          <a:xfrm>
            <a:off x="3240088" y="3889375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BB49572A-2C61-4ADF-B8AC-97F4FC322509}" type="datetime'''''''4.''''''''0''''''''''''''%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4.0%</a:t>
            </a:fld>
            <a:endParaRPr lang="en-US" sz="800"/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2A85A9F8-BD62-BBC3-D7D1-7CD7AB8EE2F8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gray">
          <a:xfrm>
            <a:off x="3484563" y="4019550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1FF60D78-EB04-4F26-8097-C603BF2867AD}" type="datetime'3''''''''''''''.''''''''''''''''5''''''''%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3.5%</a:t>
            </a:fld>
            <a:endParaRPr lang="en-US" sz="800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6052424-045A-36C5-17B8-6BCC34C05BC4}"/>
              </a:ext>
            </a:extLst>
          </p:cNvPr>
          <p:cNvGrpSpPr/>
          <p:nvPr/>
        </p:nvGrpSpPr>
        <p:grpSpPr>
          <a:xfrm>
            <a:off x="4023360" y="1737360"/>
            <a:ext cx="4043680" cy="4350703"/>
            <a:chOff x="4023360" y="1866900"/>
            <a:chExt cx="4043680" cy="4269740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34FB4534-726A-52FE-4165-771F8237A1D9}"/>
                </a:ext>
              </a:extLst>
            </p:cNvPr>
            <p:cNvCxnSpPr/>
            <p:nvPr/>
          </p:nvCxnSpPr>
          <p:spPr>
            <a:xfrm>
              <a:off x="4023360" y="1866900"/>
              <a:ext cx="0" cy="42697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5A6D6AAD-D078-0DFA-3BAB-C7F4259AAB05}"/>
                </a:ext>
              </a:extLst>
            </p:cNvPr>
            <p:cNvCxnSpPr/>
            <p:nvPr/>
          </p:nvCxnSpPr>
          <p:spPr>
            <a:xfrm>
              <a:off x="8067040" y="1866900"/>
              <a:ext cx="0" cy="42697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19" name="Graphic 118">
            <a:extLst>
              <a:ext uri="{FF2B5EF4-FFF2-40B4-BE49-F238E27FC236}">
                <a16:creationId xmlns:a16="http://schemas.microsoft.com/office/drawing/2014/main" id="{F78E3390-329F-CA6B-B773-E5663F267196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4422775" y="5724525"/>
            <a:ext cx="315913" cy="315913"/>
          </a:xfrm>
          <a:prstGeom prst="rect">
            <a:avLst/>
          </a:prstGeom>
        </p:spPr>
      </p:pic>
      <p:pic>
        <p:nvPicPr>
          <p:cNvPr id="120" name="Graphic 119">
            <a:extLst>
              <a:ext uri="{FF2B5EF4-FFF2-40B4-BE49-F238E27FC236}">
                <a16:creationId xmlns:a16="http://schemas.microsoft.com/office/drawing/2014/main" id="{7036D325-230B-0173-5199-53E2B873DCF3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5005388" y="5724525"/>
            <a:ext cx="315913" cy="315913"/>
          </a:xfrm>
          <a:prstGeom prst="rect">
            <a:avLst/>
          </a:prstGeom>
        </p:spPr>
      </p:pic>
      <p:pic>
        <p:nvPicPr>
          <p:cNvPr id="121" name="Graphic 120">
            <a:extLst>
              <a:ext uri="{FF2B5EF4-FFF2-40B4-BE49-F238E27FC236}">
                <a16:creationId xmlns:a16="http://schemas.microsoft.com/office/drawing/2014/main" id="{FC917915-DAF9-7A4C-2492-A68058D90CA0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5586413" y="5724525"/>
            <a:ext cx="315913" cy="315913"/>
          </a:xfrm>
          <a:prstGeom prst="rect">
            <a:avLst/>
          </a:prstGeom>
        </p:spPr>
      </p:pic>
      <p:pic>
        <p:nvPicPr>
          <p:cNvPr id="122" name="Graphic 121">
            <a:extLst>
              <a:ext uri="{FF2B5EF4-FFF2-40B4-BE49-F238E27FC236}">
                <a16:creationId xmlns:a16="http://schemas.microsoft.com/office/drawing/2014/main" id="{FF6EDD2C-6CC2-4650-BB0E-8016F6E12FCD}"/>
              </a:ext>
            </a:extLst>
      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6169025" y="5724525"/>
            <a:ext cx="315913" cy="315913"/>
          </a:xfrm>
          <a:prstGeom prst="rect">
            <a:avLst/>
          </a:prstGeom>
        </p:spPr>
      </p:pic>
      <p:pic>
        <p:nvPicPr>
          <p:cNvPr id="123" name="Graphic 122">
            <a:extLst>
              <a:ext uri="{FF2B5EF4-FFF2-40B4-BE49-F238E27FC236}">
                <a16:creationId xmlns:a16="http://schemas.microsoft.com/office/drawing/2014/main" id="{1BB09664-FE76-03A2-8C22-1BA126E198F3}"/>
              </a:ext>
            </a:extLst>
          </p:cNvPr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6750050" y="5724525"/>
            <a:ext cx="315913" cy="315913"/>
          </a:xfrm>
          <a:prstGeom prst="rect">
            <a:avLst/>
          </a:prstGeom>
        </p:spPr>
      </p:pic>
      <p:pic>
        <p:nvPicPr>
          <p:cNvPr id="124" name="Graphic 123">
            <a:extLst>
              <a:ext uri="{FF2B5EF4-FFF2-40B4-BE49-F238E27FC236}">
                <a16:creationId xmlns:a16="http://schemas.microsoft.com/office/drawing/2014/main" id="{5E3CF5DD-2C00-0E71-E2FB-E84F5CC53DA9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7332663" y="5724525"/>
            <a:ext cx="315913" cy="315913"/>
          </a:xfrm>
          <a:prstGeom prst="rect">
            <a:avLst/>
          </a:prstGeom>
        </p:spPr>
      </p:pic>
      <p:pic>
        <p:nvPicPr>
          <p:cNvPr id="125" name="Graphic 124">
            <a:extLst>
              <a:ext uri="{FF2B5EF4-FFF2-40B4-BE49-F238E27FC236}">
                <a16:creationId xmlns:a16="http://schemas.microsoft.com/office/drawing/2014/main" id="{DD528F35-2360-3EFC-E592-4A94885BBBCB}"/>
              </a:ext>
            </a:extLst>
          </p:cNvPr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8453438" y="5724525"/>
            <a:ext cx="315913" cy="315913"/>
          </a:xfrm>
          <a:prstGeom prst="rect">
            <a:avLst/>
          </a:prstGeom>
        </p:spPr>
      </p:pic>
      <p:pic>
        <p:nvPicPr>
          <p:cNvPr id="126" name="Graphic 125">
            <a:extLst>
              <a:ext uri="{FF2B5EF4-FFF2-40B4-BE49-F238E27FC236}">
                <a16:creationId xmlns:a16="http://schemas.microsoft.com/office/drawing/2014/main" id="{2093D89A-717D-B844-4B18-7D41C390D272}"/>
              </a:ext>
            </a:extLst>
      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9036050" y="5724525"/>
            <a:ext cx="315913" cy="315913"/>
          </a:xfrm>
          <a:prstGeom prst="rect">
            <a:avLst/>
          </a:prstGeom>
        </p:spPr>
      </p:pic>
      <p:pic>
        <p:nvPicPr>
          <p:cNvPr id="127" name="Graphic 126">
            <a:extLst>
              <a:ext uri="{FF2B5EF4-FFF2-40B4-BE49-F238E27FC236}">
                <a16:creationId xmlns:a16="http://schemas.microsoft.com/office/drawing/2014/main" id="{D880DAA5-5939-88CD-49D8-687E8B03B9E0}"/>
              </a:ext>
            </a:extLst>
          </p:cNvPr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9617075" y="5724525"/>
            <a:ext cx="315913" cy="315913"/>
          </a:xfrm>
          <a:prstGeom prst="rect">
            <a:avLst/>
          </a:prstGeom>
        </p:spPr>
      </p:pic>
      <p:pic>
        <p:nvPicPr>
          <p:cNvPr id="128" name="Graphic 127">
            <a:extLst>
              <a:ext uri="{FF2B5EF4-FFF2-40B4-BE49-F238E27FC236}">
                <a16:creationId xmlns:a16="http://schemas.microsoft.com/office/drawing/2014/main" id="{724050C6-1436-B536-E5E1-A88D9B84BA51}"/>
              </a:ext>
            </a:extLst>
      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10199688" y="5724525"/>
            <a:ext cx="315913" cy="315913"/>
          </a:xfrm>
          <a:prstGeom prst="rect">
            <a:avLst/>
          </a:prstGeom>
        </p:spPr>
      </p:pic>
      <p:pic>
        <p:nvPicPr>
          <p:cNvPr id="129" name="Graphic 128">
            <a:extLst>
              <a:ext uri="{FF2B5EF4-FFF2-40B4-BE49-F238E27FC236}">
                <a16:creationId xmlns:a16="http://schemas.microsoft.com/office/drawing/2014/main" id="{C29BDF94-DC6D-E26A-DD55-B96586894F53}"/>
              </a:ext>
            </a:extLst>
          </p:cNvPr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10780713" y="5724525"/>
            <a:ext cx="315913" cy="315913"/>
          </a:xfrm>
          <a:prstGeom prst="rect">
            <a:avLst/>
          </a:prstGeom>
        </p:spPr>
      </p:pic>
      <p:pic>
        <p:nvPicPr>
          <p:cNvPr id="130" name="Graphic 129">
            <a:extLst>
              <a:ext uri="{FF2B5EF4-FFF2-40B4-BE49-F238E27FC236}">
                <a16:creationId xmlns:a16="http://schemas.microsoft.com/office/drawing/2014/main" id="{694F81BE-634F-6C3F-2CA2-EE6081D320C0}"/>
              </a:ext>
            </a:extLst>
      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11363325" y="5724525"/>
            <a:ext cx="315913" cy="315913"/>
          </a:xfrm>
          <a:prstGeom prst="rect">
            <a:avLst/>
          </a:prstGeom>
        </p:spPr>
      </p:pic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5B10123E-8AE3-B4F7-D8FD-904EE5C72BE0}"/>
              </a:ext>
            </a:extLst>
          </p:cNvPr>
          <p:cNvSpPr/>
          <p:nvPr/>
        </p:nvSpPr>
        <p:spPr>
          <a:xfrm>
            <a:off x="4297363" y="2781300"/>
            <a:ext cx="579438" cy="3308350"/>
          </a:xfrm>
          <a:prstGeom prst="roundRect">
            <a:avLst/>
          </a:prstGeom>
          <a:noFill/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2" name="Graphic 131">
            <a:extLst>
              <a:ext uri="{FF2B5EF4-FFF2-40B4-BE49-F238E27FC236}">
                <a16:creationId xmlns:a16="http://schemas.microsoft.com/office/drawing/2014/main" id="{8C68307B-7412-954B-94C5-3037EEB8E58E}"/>
              </a:ext>
            </a:extLst>
          </p:cNvPr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4422775" y="5724525"/>
            <a:ext cx="315913" cy="315913"/>
          </a:xfrm>
          <a:prstGeom prst="rect">
            <a:avLst/>
          </a:prstGeom>
        </p:spPr>
      </p:pic>
      <p:pic>
        <p:nvPicPr>
          <p:cNvPr id="133" name="Graphic 132">
            <a:extLst>
              <a:ext uri="{FF2B5EF4-FFF2-40B4-BE49-F238E27FC236}">
                <a16:creationId xmlns:a16="http://schemas.microsoft.com/office/drawing/2014/main" id="{73D7B7BB-35A0-66B0-2D0E-D27B2F4D58E0}"/>
              </a:ext>
            </a:extLst>
      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5005388" y="5724525"/>
            <a:ext cx="315913" cy="315913"/>
          </a:xfrm>
          <a:prstGeom prst="rect">
            <a:avLst/>
          </a:prstGeom>
        </p:spPr>
      </p:pic>
      <p:pic>
        <p:nvPicPr>
          <p:cNvPr id="134" name="Graphic 133">
            <a:extLst>
              <a:ext uri="{FF2B5EF4-FFF2-40B4-BE49-F238E27FC236}">
                <a16:creationId xmlns:a16="http://schemas.microsoft.com/office/drawing/2014/main" id="{60D2ADD2-C565-9D55-F7C8-839D9B7015EA}"/>
              </a:ext>
            </a:extLst>
          </p:cNvPr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6169025" y="5724525"/>
            <a:ext cx="315913" cy="315913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E2F24B2D-BF1D-0A9E-DE56-465CC0091EAD}"/>
              </a:ext>
            </a:extLst>
          </p:cNvPr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5586413" y="5724525"/>
            <a:ext cx="315913" cy="315913"/>
          </a:xfrm>
          <a:prstGeom prst="rect">
            <a:avLst/>
          </a:prstGeom>
        </p:spPr>
      </p:pic>
      <p:pic>
        <p:nvPicPr>
          <p:cNvPr id="136" name="Graphic 135">
            <a:extLst>
              <a:ext uri="{FF2B5EF4-FFF2-40B4-BE49-F238E27FC236}">
                <a16:creationId xmlns:a16="http://schemas.microsoft.com/office/drawing/2014/main" id="{94FE8C4A-10D2-2854-606F-F69ADD1AFB00}"/>
              </a:ext>
            </a:extLst>
          </p:cNvPr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6750050" y="5724525"/>
            <a:ext cx="315913" cy="315913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49245DF2-A533-6D34-29DD-741BF299F886}"/>
              </a:ext>
            </a:extLst>
      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7332663" y="5724525"/>
            <a:ext cx="315913" cy="315913"/>
          </a:xfrm>
          <a:prstGeom prst="rect">
            <a:avLst/>
          </a:prstGeom>
        </p:spPr>
      </p:pic>
      <p:sp>
        <p:nvSpPr>
          <p:cNvPr id="138" name="Oval 137">
            <a:extLst>
              <a:ext uri="{FF2B5EF4-FFF2-40B4-BE49-F238E27FC236}">
                <a16:creationId xmlns:a16="http://schemas.microsoft.com/office/drawing/2014/main" id="{5D95FCCC-CF5E-41A5-9C9A-D125072D07AA}"/>
              </a:ext>
            </a:extLst>
          </p:cNvPr>
          <p:cNvSpPr/>
          <p:nvPr/>
        </p:nvSpPr>
        <p:spPr>
          <a:xfrm>
            <a:off x="4978401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+0.4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FD44C325-1D37-B645-DAAF-4EC40FB8DFC3}"/>
              </a:ext>
            </a:extLst>
          </p:cNvPr>
          <p:cNvSpPr/>
          <p:nvPr/>
        </p:nvSpPr>
        <p:spPr>
          <a:xfrm>
            <a:off x="4398964" y="2867025"/>
            <a:ext cx="390525" cy="24606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</a:rPr>
              <a:t>+1.3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245C683B-02A9-E6FC-FACB-A94FE19432F7}"/>
              </a:ext>
            </a:extLst>
          </p:cNvPr>
          <p:cNvSpPr/>
          <p:nvPr/>
        </p:nvSpPr>
        <p:spPr>
          <a:xfrm>
            <a:off x="5557839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+0.5</a:t>
            </a: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27E1448C-D59C-F339-F2F0-2147A72F44B1}"/>
              </a:ext>
            </a:extLst>
          </p:cNvPr>
          <p:cNvSpPr/>
          <p:nvPr/>
        </p:nvSpPr>
        <p:spPr>
          <a:xfrm>
            <a:off x="6135689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+1.6</a:t>
            </a: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D5CA4357-4174-AC0A-297F-98965152CE9C}"/>
              </a:ext>
            </a:extLst>
          </p:cNvPr>
          <p:cNvSpPr/>
          <p:nvPr/>
        </p:nvSpPr>
        <p:spPr>
          <a:xfrm>
            <a:off x="6715126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+0.3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24C9BF63-E530-74A1-9597-1A2CE9881EFA}"/>
              </a:ext>
            </a:extLst>
          </p:cNvPr>
          <p:cNvSpPr/>
          <p:nvPr/>
        </p:nvSpPr>
        <p:spPr>
          <a:xfrm>
            <a:off x="7294564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+0.2</a:t>
            </a:r>
          </a:p>
        </p:txBody>
      </p:sp>
      <p:graphicFrame>
        <p:nvGraphicFramePr>
          <p:cNvPr id="205" name="Chart 204">
            <a:extLst>
              <a:ext uri="{FF2B5EF4-FFF2-40B4-BE49-F238E27FC236}">
                <a16:creationId xmlns:a16="http://schemas.microsoft.com/office/drawing/2014/main" id="{4B5F9D21-B05A-FB02-E738-2C5A5A08B710}"/>
              </a:ext>
            </a:extLst>
          </p:cNvPr>
          <p:cNvGraphicFramePr/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4018560919"/>
              </p:ext>
            </p:extLst>
          </p:nvPr>
        </p:nvGraphicFramePr>
        <p:xfrm>
          <a:off x="4214813" y="3413125"/>
          <a:ext cx="3648075" cy="2114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8"/>
          </a:graphicData>
        </a:graphic>
      </p:graphicFrame>
      <p:sp>
        <p:nvSpPr>
          <p:cNvPr id="145" name="Text Placeholder 2">
            <a:extLst>
              <a:ext uri="{FF2B5EF4-FFF2-40B4-BE49-F238E27FC236}">
                <a16:creationId xmlns:a16="http://schemas.microsoft.com/office/drawing/2014/main" id="{BD92403E-5E77-A535-4CCF-19BB58F792DF}"/>
              </a:ext>
            </a:extLst>
          </p:cNvPr>
          <p:cNvSpPr>
            <a:spLocks noGrp="1"/>
          </p:cNvSpPr>
          <p:nvPr>
            <p:custDataLst>
              <p:tags r:id="rId43"/>
            </p:custDataLst>
          </p:nvPr>
        </p:nvSpPr>
        <p:spPr bwMode="gray">
          <a:xfrm>
            <a:off x="4319588" y="3968750"/>
            <a:ext cx="25876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4BE33C8C-C657-4290-B6AB-DDC557F6B0DB}" type="datetime'''''''''''''''''''''2''.''''6''''''''''''''''''%'''">
              <a:rPr lang="en-US" altLang="en-US" sz="900" b="1" smtClean="0"/>
              <a:pPr algn="ctr">
                <a:spcBef>
                  <a:spcPct val="0"/>
                </a:spcBef>
                <a:spcAft>
                  <a:spcPct val="0"/>
                </a:spcAft>
              </a:pPr>
              <a:t>2.6%</a:t>
            </a:fld>
            <a:endParaRPr lang="en-US" sz="900" b="1"/>
          </a:p>
        </p:txBody>
      </p:sp>
      <p:sp>
        <p:nvSpPr>
          <p:cNvPr id="146" name="Text Placeholder 2">
            <a:extLst>
              <a:ext uri="{FF2B5EF4-FFF2-40B4-BE49-F238E27FC236}">
                <a16:creationId xmlns:a16="http://schemas.microsoft.com/office/drawing/2014/main" id="{F40E5A31-CE74-DFC8-B35D-AB6B7B17869F}"/>
              </a:ext>
            </a:extLst>
          </p:cNvPr>
          <p:cNvSpPr>
            <a:spLocks noGrp="1"/>
          </p:cNvSpPr>
          <p:nvPr>
            <p:custDataLst>
              <p:tags r:id="rId44"/>
            </p:custDataLst>
          </p:nvPr>
        </p:nvSpPr>
        <p:spPr bwMode="gray">
          <a:xfrm>
            <a:off x="4562475" y="3319463"/>
            <a:ext cx="25876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41243749-DD20-48FC-97C3-7E602D505D9E}" type="datetime'''3''''''''''''''.''''''''''''''''''''''9''%'''">
              <a:rPr lang="en-US" altLang="en-US" sz="900" b="1" smtClean="0"/>
              <a:pPr algn="ctr">
                <a:spcBef>
                  <a:spcPct val="0"/>
                </a:spcBef>
                <a:spcAft>
                  <a:spcPct val="0"/>
                </a:spcAft>
              </a:pPr>
              <a:t>3.9%</a:t>
            </a:fld>
            <a:endParaRPr lang="en-US" sz="900" b="1"/>
          </a:p>
        </p:txBody>
      </p:sp>
      <p:sp>
        <p:nvSpPr>
          <p:cNvPr id="147" name="Text Placeholder 2">
            <a:extLst>
              <a:ext uri="{FF2B5EF4-FFF2-40B4-BE49-F238E27FC236}">
                <a16:creationId xmlns:a16="http://schemas.microsoft.com/office/drawing/2014/main" id="{0208CD9B-864B-6EA0-3D80-EA65552B21C2}"/>
              </a:ext>
            </a:extLst>
          </p:cNvPr>
          <p:cNvSpPr>
            <a:spLocks noGrp="1"/>
          </p:cNvSpPr>
          <p:nvPr>
            <p:custDataLst>
              <p:tags r:id="rId45"/>
            </p:custDataLst>
          </p:nvPr>
        </p:nvSpPr>
        <p:spPr bwMode="gray">
          <a:xfrm>
            <a:off x="4949825" y="4186238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AB4021EA-DD42-435F-8F51-7FA2622517FE}" type="datetime'''''''2.''''''''2''''''''''''''''''''''''''''%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2.2%</a:t>
            </a:fld>
            <a:endParaRPr lang="en-US" sz="800"/>
          </a:p>
        </p:txBody>
      </p:sp>
      <p:sp>
        <p:nvSpPr>
          <p:cNvPr id="148" name="Text Placeholder 2">
            <a:extLst>
              <a:ext uri="{FF2B5EF4-FFF2-40B4-BE49-F238E27FC236}">
                <a16:creationId xmlns:a16="http://schemas.microsoft.com/office/drawing/2014/main" id="{4953FC1D-DF7A-24E9-7D07-6122E92292B8}"/>
              </a:ext>
            </a:extLst>
          </p:cNvPr>
          <p:cNvSpPr>
            <a:spLocks noGrp="1"/>
          </p:cNvSpPr>
          <p:nvPr>
            <p:custDataLst>
              <p:tags r:id="rId46"/>
            </p:custDataLst>
          </p:nvPr>
        </p:nvSpPr>
        <p:spPr bwMode="gray">
          <a:xfrm>
            <a:off x="5157788" y="3986213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B9ABCB5D-9426-4C0C-B788-FE51E091B7A8}" type="datetime'''''''''''''''''''''''''''''2''''.''''''''6%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2.6%</a:t>
            </a:fld>
            <a:endParaRPr lang="en-US" sz="800"/>
          </a:p>
        </p:txBody>
      </p:sp>
      <p:sp>
        <p:nvSpPr>
          <p:cNvPr id="149" name="Text Placeholder 2">
            <a:extLst>
              <a:ext uri="{FF2B5EF4-FFF2-40B4-BE49-F238E27FC236}">
                <a16:creationId xmlns:a16="http://schemas.microsoft.com/office/drawing/2014/main" id="{D617DD00-5676-3DD3-6AF6-5B36248071CA}"/>
              </a:ext>
            </a:extLst>
          </p:cNvPr>
          <p:cNvSpPr>
            <a:spLocks noGrp="1"/>
          </p:cNvSpPr>
          <p:nvPr>
            <p:custDataLst>
              <p:tags r:id="rId47"/>
            </p:custDataLst>
          </p:nvPr>
        </p:nvSpPr>
        <p:spPr bwMode="gray">
          <a:xfrm>
            <a:off x="5529263" y="4286250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DD7F5314-6A98-4934-9F1A-C7E2233AFC71}" type="datetime'''2''.''''''0''''%''''''''''''''''''''''''''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2.0%</a:t>
            </a:fld>
            <a:endParaRPr lang="en-US" sz="800"/>
          </a:p>
        </p:txBody>
      </p:sp>
      <p:sp>
        <p:nvSpPr>
          <p:cNvPr id="150" name="Text Placeholder 2">
            <a:extLst>
              <a:ext uri="{FF2B5EF4-FFF2-40B4-BE49-F238E27FC236}">
                <a16:creationId xmlns:a16="http://schemas.microsoft.com/office/drawing/2014/main" id="{04F0D28B-C367-F905-4852-BFD7B20CD205}"/>
              </a:ext>
            </a:extLst>
          </p:cNvPr>
          <p:cNvSpPr>
            <a:spLocks noGrp="1"/>
          </p:cNvSpPr>
          <p:nvPr>
            <p:custDataLst>
              <p:tags r:id="rId48"/>
            </p:custDataLst>
          </p:nvPr>
        </p:nvSpPr>
        <p:spPr bwMode="gray">
          <a:xfrm>
            <a:off x="5737225" y="4037013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C9BACC34-E812-4D25-8BAF-EA973ED4AA67}" type="datetime'2''''''''''''''.5''''''''''''''''''''''''''''''''''%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2.5%</a:t>
            </a:fld>
            <a:endParaRPr lang="en-US" sz="800"/>
          </a:p>
        </p:txBody>
      </p:sp>
      <p:sp>
        <p:nvSpPr>
          <p:cNvPr id="151" name="Text Placeholder 2">
            <a:extLst>
              <a:ext uri="{FF2B5EF4-FFF2-40B4-BE49-F238E27FC236}">
                <a16:creationId xmlns:a16="http://schemas.microsoft.com/office/drawing/2014/main" id="{C4415005-4F47-7F5F-BECF-A7C65554053B}"/>
              </a:ext>
            </a:extLst>
          </p:cNvPr>
          <p:cNvSpPr>
            <a:spLocks noGrp="1"/>
          </p:cNvSpPr>
          <p:nvPr>
            <p:custDataLst>
              <p:tags r:id="rId49"/>
            </p:custDataLst>
          </p:nvPr>
        </p:nvSpPr>
        <p:spPr bwMode="gray">
          <a:xfrm>
            <a:off x="6110288" y="4886325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3C2D6738-257F-4010-9BAF-EEDB962B4EEB}" type="datetime'''''''''''''''''0''''''''''''''''''''.''8%''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0.8%</a:t>
            </a:fld>
            <a:endParaRPr lang="en-US" sz="800"/>
          </a:p>
        </p:txBody>
      </p:sp>
      <p:sp>
        <p:nvSpPr>
          <p:cNvPr id="152" name="Text Placeholder 2">
            <a:extLst>
              <a:ext uri="{FF2B5EF4-FFF2-40B4-BE49-F238E27FC236}">
                <a16:creationId xmlns:a16="http://schemas.microsoft.com/office/drawing/2014/main" id="{ECABFB4C-E7FE-7F34-B9A6-8D4B958C8929}"/>
              </a:ext>
            </a:extLst>
          </p:cNvPr>
          <p:cNvSpPr>
            <a:spLocks noGrp="1"/>
          </p:cNvSpPr>
          <p:nvPr>
            <p:custDataLst>
              <p:tags r:id="rId50"/>
            </p:custDataLst>
          </p:nvPr>
        </p:nvSpPr>
        <p:spPr bwMode="gray">
          <a:xfrm>
            <a:off x="6318250" y="4086225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8CA64F14-8B52-4E11-AC9A-A794C7A597AF}" type="datetime'''''''''''''2''''.''4''''''''''''''''''''''''''%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2.4%</a:t>
            </a:fld>
            <a:endParaRPr lang="en-US" sz="800"/>
          </a:p>
        </p:txBody>
      </p:sp>
      <p:sp>
        <p:nvSpPr>
          <p:cNvPr id="153" name="Text Placeholder 2">
            <a:extLst>
              <a:ext uri="{FF2B5EF4-FFF2-40B4-BE49-F238E27FC236}">
                <a16:creationId xmlns:a16="http://schemas.microsoft.com/office/drawing/2014/main" id="{7E81761B-CFD8-300B-4418-77547F8C28CF}"/>
              </a:ext>
            </a:extLst>
          </p:cNvPr>
          <p:cNvSpPr>
            <a:spLocks noGrp="1"/>
          </p:cNvSpPr>
          <p:nvPr>
            <p:custDataLst>
              <p:tags r:id="rId51"/>
            </p:custDataLst>
          </p:nvPr>
        </p:nvSpPr>
        <p:spPr bwMode="gray">
          <a:xfrm>
            <a:off x="6691313" y="4286250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5EB7C30F-53FB-4621-9CA6-534A2717BA70}" type="datetime'''''''''''''''2.''''''0''''''''''''''''''''''%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2.0%</a:t>
            </a:fld>
            <a:endParaRPr lang="en-US" sz="800"/>
          </a:p>
        </p:txBody>
      </p:sp>
      <p:sp>
        <p:nvSpPr>
          <p:cNvPr id="154" name="Text Placeholder 2">
            <a:extLst>
              <a:ext uri="{FF2B5EF4-FFF2-40B4-BE49-F238E27FC236}">
                <a16:creationId xmlns:a16="http://schemas.microsoft.com/office/drawing/2014/main" id="{4D455E85-929A-2C04-297F-953A4652F8A7}"/>
              </a:ext>
            </a:extLst>
          </p:cNvPr>
          <p:cNvSpPr>
            <a:spLocks noGrp="1"/>
          </p:cNvSpPr>
          <p:nvPr>
            <p:custDataLst>
              <p:tags r:id="rId52"/>
            </p:custDataLst>
          </p:nvPr>
        </p:nvSpPr>
        <p:spPr bwMode="gray">
          <a:xfrm>
            <a:off x="6899275" y="4137025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AF17BFE5-1491-48A6-AE3C-C6065F1790BC}" type="datetime'''''''''2''''''''''''''''''''''''''''''''''''''''''''.3%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2.3%</a:t>
            </a:fld>
            <a:endParaRPr lang="en-US" sz="800"/>
          </a:p>
        </p:txBody>
      </p:sp>
      <p:sp>
        <p:nvSpPr>
          <p:cNvPr id="155" name="Text Placeholder 2">
            <a:extLst>
              <a:ext uri="{FF2B5EF4-FFF2-40B4-BE49-F238E27FC236}">
                <a16:creationId xmlns:a16="http://schemas.microsoft.com/office/drawing/2014/main" id="{D6A4EC83-C182-8BBA-7378-3CD1F8880EB5}"/>
              </a:ext>
            </a:extLst>
          </p:cNvPr>
          <p:cNvSpPr>
            <a:spLocks noGrp="1"/>
          </p:cNvSpPr>
          <p:nvPr>
            <p:custDataLst>
              <p:tags r:id="rId53"/>
            </p:custDataLst>
          </p:nvPr>
        </p:nvSpPr>
        <p:spPr bwMode="gray">
          <a:xfrm>
            <a:off x="7270750" y="4537075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54FD81DD-037A-46E8-B376-0432A0A26AD8}" type="datetime'''''1''.5''''''''''''''''''%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1.5%</a:t>
            </a:fld>
            <a:endParaRPr lang="en-US" sz="800"/>
          </a:p>
        </p:txBody>
      </p:sp>
      <p:sp>
        <p:nvSpPr>
          <p:cNvPr id="156" name="Text Placeholder 2">
            <a:extLst>
              <a:ext uri="{FF2B5EF4-FFF2-40B4-BE49-F238E27FC236}">
                <a16:creationId xmlns:a16="http://schemas.microsoft.com/office/drawing/2014/main" id="{B926FE04-1556-2290-6E98-ED280FF2AB73}"/>
              </a:ext>
            </a:extLst>
          </p:cNvPr>
          <p:cNvSpPr>
            <a:spLocks noGrp="1"/>
          </p:cNvSpPr>
          <p:nvPr>
            <p:custDataLst>
              <p:tags r:id="rId54"/>
            </p:custDataLst>
          </p:nvPr>
        </p:nvSpPr>
        <p:spPr bwMode="gray">
          <a:xfrm>
            <a:off x="7515225" y="4437063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8684E763-CE4B-4F4D-82C6-CA0F8CE04E62}" type="datetime'''''1''''''''.''''''''''''''''''''''7''''''''''''''%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1.7%</a:t>
            </a:fld>
            <a:endParaRPr lang="en-US" sz="800"/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25C31388-E577-E125-8994-9C853B4B2D67}"/>
              </a:ext>
            </a:extLst>
          </p:cNvPr>
          <p:cNvSpPr/>
          <p:nvPr/>
        </p:nvSpPr>
        <p:spPr>
          <a:xfrm>
            <a:off x="8328025" y="2781300"/>
            <a:ext cx="579438" cy="3308350"/>
          </a:xfrm>
          <a:prstGeom prst="roundRect">
            <a:avLst/>
          </a:prstGeom>
          <a:noFill/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8" name="Graphic 157">
            <a:extLst>
              <a:ext uri="{FF2B5EF4-FFF2-40B4-BE49-F238E27FC236}">
                <a16:creationId xmlns:a16="http://schemas.microsoft.com/office/drawing/2014/main" id="{A094A488-2B95-3BBB-06C3-49FFFDAE6406}"/>
              </a:ext>
            </a:extLst>
          </p:cNvPr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8453438" y="5724525"/>
            <a:ext cx="315913" cy="315913"/>
          </a:xfrm>
          <a:prstGeom prst="rect">
            <a:avLst/>
          </a:prstGeom>
        </p:spPr>
      </p:pic>
      <p:pic>
        <p:nvPicPr>
          <p:cNvPr id="159" name="Graphic 158">
            <a:extLst>
              <a:ext uri="{FF2B5EF4-FFF2-40B4-BE49-F238E27FC236}">
                <a16:creationId xmlns:a16="http://schemas.microsoft.com/office/drawing/2014/main" id="{FAE47C3F-19C3-9674-79F0-C5C3171ABA58}"/>
              </a:ext>
            </a:extLst>
          </p:cNvPr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10780713" y="5724525"/>
            <a:ext cx="315913" cy="315913"/>
          </a:xfrm>
          <a:prstGeom prst="rect">
            <a:avLst/>
          </a:prstGeom>
        </p:spPr>
      </p:pic>
      <p:pic>
        <p:nvPicPr>
          <p:cNvPr id="160" name="Graphic 159">
            <a:extLst>
              <a:ext uri="{FF2B5EF4-FFF2-40B4-BE49-F238E27FC236}">
                <a16:creationId xmlns:a16="http://schemas.microsoft.com/office/drawing/2014/main" id="{DE388969-87DD-C5F2-F4F1-C9202F1AE434}"/>
              </a:ext>
            </a:extLst>
          </p:cNvPr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9036050" y="5724525"/>
            <a:ext cx="315913" cy="315913"/>
          </a:xfrm>
          <a:prstGeom prst="rect">
            <a:avLst/>
          </a:prstGeom>
        </p:spPr>
      </p:pic>
      <p:pic>
        <p:nvPicPr>
          <p:cNvPr id="161" name="Graphic 160">
            <a:extLst>
              <a:ext uri="{FF2B5EF4-FFF2-40B4-BE49-F238E27FC236}">
                <a16:creationId xmlns:a16="http://schemas.microsoft.com/office/drawing/2014/main" id="{EEA671F2-033D-27C2-A602-8C2DA84055F7}"/>
              </a:ext>
            </a:extLst>
          </p:cNvPr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9617075" y="5724525"/>
            <a:ext cx="315913" cy="315913"/>
          </a:xfrm>
          <a:prstGeom prst="rect">
            <a:avLst/>
          </a:prstGeom>
        </p:spPr>
      </p:pic>
      <p:pic>
        <p:nvPicPr>
          <p:cNvPr id="162" name="Graphic 161">
            <a:extLst>
              <a:ext uri="{FF2B5EF4-FFF2-40B4-BE49-F238E27FC236}">
                <a16:creationId xmlns:a16="http://schemas.microsoft.com/office/drawing/2014/main" id="{169176E2-12EE-44C9-CE93-02C9F47253BB}"/>
              </a:ext>
            </a:extLst>
          </p:cNvPr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10199688" y="5724525"/>
            <a:ext cx="315913" cy="315913"/>
          </a:xfrm>
          <a:prstGeom prst="rect">
            <a:avLst/>
          </a:prstGeom>
        </p:spPr>
      </p:pic>
      <p:pic>
        <p:nvPicPr>
          <p:cNvPr id="163" name="Graphic 162">
            <a:extLst>
              <a:ext uri="{FF2B5EF4-FFF2-40B4-BE49-F238E27FC236}">
                <a16:creationId xmlns:a16="http://schemas.microsoft.com/office/drawing/2014/main" id="{6F0C44A1-2FF3-0139-E1CC-629B3E89DCEE}"/>
              </a:ext>
            </a:extLst>
          </p:cNvPr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11363325" y="5724525"/>
            <a:ext cx="315913" cy="315913"/>
          </a:xfrm>
          <a:prstGeom prst="rect">
            <a:avLst/>
          </a:prstGeom>
        </p:spPr>
      </p:pic>
      <p:sp>
        <p:nvSpPr>
          <p:cNvPr id="164" name="Oval 163">
            <a:extLst>
              <a:ext uri="{FF2B5EF4-FFF2-40B4-BE49-F238E27FC236}">
                <a16:creationId xmlns:a16="http://schemas.microsoft.com/office/drawing/2014/main" id="{9B722C1F-50A1-138C-5000-DDCA23A3F32D}"/>
              </a:ext>
            </a:extLst>
          </p:cNvPr>
          <p:cNvSpPr/>
          <p:nvPr/>
        </p:nvSpPr>
        <p:spPr>
          <a:xfrm>
            <a:off x="9009063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-0.8</a:t>
            </a: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A170C2D1-BCFC-2216-0604-E993A70D472A}"/>
              </a:ext>
            </a:extLst>
          </p:cNvPr>
          <p:cNvSpPr/>
          <p:nvPr/>
        </p:nvSpPr>
        <p:spPr>
          <a:xfrm>
            <a:off x="8429625" y="2867025"/>
            <a:ext cx="390525" cy="24606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</a:rPr>
              <a:t>-4.7</a:t>
            </a: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94EBE107-39D8-BDF3-2ADC-9988F1631096}"/>
              </a:ext>
            </a:extLst>
          </p:cNvPr>
          <p:cNvSpPr/>
          <p:nvPr/>
        </p:nvSpPr>
        <p:spPr>
          <a:xfrm>
            <a:off x="9588500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+0.1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C415CDA0-0AA3-E229-5A24-1EBCCE487BDC}"/>
              </a:ext>
            </a:extLst>
          </p:cNvPr>
          <p:cNvSpPr/>
          <p:nvPr/>
        </p:nvSpPr>
        <p:spPr>
          <a:xfrm>
            <a:off x="10166350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+0.2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099FEED7-61C3-C283-367A-00964C1F078C}"/>
              </a:ext>
            </a:extLst>
          </p:cNvPr>
          <p:cNvSpPr/>
          <p:nvPr/>
        </p:nvSpPr>
        <p:spPr>
          <a:xfrm>
            <a:off x="10745788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+1.1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A906DEFF-2C3B-FF08-DE60-9017CE42F614}"/>
              </a:ext>
            </a:extLst>
          </p:cNvPr>
          <p:cNvSpPr/>
          <p:nvPr/>
        </p:nvSpPr>
        <p:spPr>
          <a:xfrm>
            <a:off x="11325225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+4.2</a:t>
            </a:r>
          </a:p>
        </p:txBody>
      </p:sp>
      <p:graphicFrame>
        <p:nvGraphicFramePr>
          <p:cNvPr id="206" name="Chart 205">
            <a:extLst>
              <a:ext uri="{FF2B5EF4-FFF2-40B4-BE49-F238E27FC236}">
                <a16:creationId xmlns:a16="http://schemas.microsoft.com/office/drawing/2014/main" id="{8EB818B1-7CB8-C822-DE10-FAB2DD95BC00}"/>
              </a:ext>
            </a:extLst>
          </p:cNvPr>
          <p:cNvGraphicFramePr/>
          <p:nvPr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3915517782"/>
              </p:ext>
            </p:extLst>
          </p:nvPr>
        </p:nvGraphicFramePr>
        <p:xfrm>
          <a:off x="8245475" y="3413125"/>
          <a:ext cx="3648075" cy="2114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9"/>
          </a:graphicData>
        </a:graphic>
      </p:graphicFrame>
      <p:sp useBgFill="1">
        <p:nvSpPr>
          <p:cNvPr id="171" name="Freeform: Shape 170">
            <a:extLst>
              <a:ext uri="{FF2B5EF4-FFF2-40B4-BE49-F238E27FC236}">
                <a16:creationId xmlns:a16="http://schemas.microsoft.com/office/drawing/2014/main" id="{5998A90F-71BF-CB84-8E40-1966C5628C11}"/>
              </a:ext>
            </a:extLst>
          </p:cNvPr>
          <p:cNvSpPr/>
          <p:nvPr>
            <p:custDataLst>
              <p:tags r:id="rId62"/>
            </p:custDataLst>
          </p:nvPr>
        </p:nvSpPr>
        <p:spPr bwMode="auto">
          <a:xfrm>
            <a:off x="10687050" y="3671888"/>
            <a:ext cx="506414" cy="193675"/>
          </a:xfrm>
          <a:custGeom>
            <a:avLst/>
            <a:gdLst/>
            <a:ahLst/>
            <a:cxnLst/>
            <a:rect l="0" t="0" r="0" b="0"/>
            <a:pathLst>
              <a:path w="506414" h="193676">
                <a:moveTo>
                  <a:pt x="0" y="136525"/>
                </a:moveTo>
                <a:lnTo>
                  <a:pt x="506413" y="0"/>
                </a:lnTo>
                <a:lnTo>
                  <a:pt x="506413" y="57150"/>
                </a:lnTo>
                <a:lnTo>
                  <a:pt x="0" y="1936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2" name="Freeform: Shape 171">
            <a:extLst>
              <a:ext uri="{FF2B5EF4-FFF2-40B4-BE49-F238E27FC236}">
                <a16:creationId xmlns:a16="http://schemas.microsoft.com/office/drawing/2014/main" id="{4FC7D944-12D8-37B6-FF62-681D10B8E0CD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8945563" y="5130800"/>
            <a:ext cx="506413" cy="193675"/>
          </a:xfrm>
          <a:custGeom>
            <a:avLst/>
            <a:gdLst/>
            <a:ahLst/>
            <a:cxnLst/>
            <a:rect l="0" t="0" r="0" b="0"/>
            <a:pathLst>
              <a:path w="506413" h="193676">
                <a:moveTo>
                  <a:pt x="0" y="136525"/>
                </a:moveTo>
                <a:lnTo>
                  <a:pt x="506412" y="0"/>
                </a:lnTo>
                <a:lnTo>
                  <a:pt x="506412" y="57150"/>
                </a:lnTo>
                <a:lnTo>
                  <a:pt x="0" y="1936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1258ABE3-658B-E70A-0B51-029CEDE0D456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10687050" y="3671888"/>
            <a:ext cx="506414" cy="136525"/>
          </a:xfrm>
          <a:custGeom>
            <a:avLst/>
            <a:gdLst/>
            <a:ahLst/>
            <a:cxnLst/>
            <a:rect l="0" t="0" r="0" b="0"/>
            <a:pathLst>
              <a:path w="506414" h="136526">
                <a:moveTo>
                  <a:pt x="0" y="136525"/>
                </a:moveTo>
                <a:lnTo>
                  <a:pt x="50641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23097147-D545-F06F-B7B1-4DAF8F63124E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10687050" y="3729038"/>
            <a:ext cx="506414" cy="136525"/>
          </a:xfrm>
          <a:custGeom>
            <a:avLst/>
            <a:gdLst/>
            <a:ahLst/>
            <a:cxnLst/>
            <a:rect l="0" t="0" r="0" b="0"/>
            <a:pathLst>
              <a:path w="506414" h="136526">
                <a:moveTo>
                  <a:pt x="0" y="136525"/>
                </a:moveTo>
                <a:lnTo>
                  <a:pt x="50641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A3630355-9531-9C5A-89D6-7EF713E21E66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8945563" y="5130800"/>
            <a:ext cx="506413" cy="136525"/>
          </a:xfrm>
          <a:custGeom>
            <a:avLst/>
            <a:gdLst/>
            <a:ahLst/>
            <a:cxnLst/>
            <a:rect l="0" t="0" r="0" b="0"/>
            <a:pathLst>
              <a:path w="506413" h="136526">
                <a:moveTo>
                  <a:pt x="0" y="136525"/>
                </a:moveTo>
                <a:lnTo>
                  <a:pt x="50641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Freeform: Shape 175">
            <a:extLst>
              <a:ext uri="{FF2B5EF4-FFF2-40B4-BE49-F238E27FC236}">
                <a16:creationId xmlns:a16="http://schemas.microsoft.com/office/drawing/2014/main" id="{B927BA28-8CB4-6FFE-C921-20D53A39810A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8945563" y="5187950"/>
            <a:ext cx="506413" cy="136525"/>
          </a:xfrm>
          <a:custGeom>
            <a:avLst/>
            <a:gdLst/>
            <a:ahLst/>
            <a:cxnLst/>
            <a:rect l="0" t="0" r="0" b="0"/>
            <a:pathLst>
              <a:path w="506413" h="136526">
                <a:moveTo>
                  <a:pt x="0" y="136525"/>
                </a:moveTo>
                <a:lnTo>
                  <a:pt x="50641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Text Placeholder 2">
            <a:extLst>
              <a:ext uri="{FF2B5EF4-FFF2-40B4-BE49-F238E27FC236}">
                <a16:creationId xmlns:a16="http://schemas.microsoft.com/office/drawing/2014/main" id="{5C549063-1237-BB85-6843-ED00EE5E443F}"/>
              </a:ext>
            </a:extLst>
          </p:cNvPr>
          <p:cNvSpPr>
            <a:spLocks noGrp="1"/>
          </p:cNvSpPr>
          <p:nvPr>
            <p:custDataLst>
              <p:tags r:id="rId68"/>
            </p:custDataLst>
          </p:nvPr>
        </p:nvSpPr>
        <p:spPr bwMode="gray">
          <a:xfrm>
            <a:off x="8369300" y="4229100"/>
            <a:ext cx="2905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9823C42-8AD4-4805-A226-02FA09A9545A}" type="datetime'''''''1.''''''''''''''''3''%'''''''''''''''''''''''''''''''''">
              <a:rPr lang="en-US" altLang="en-US" sz="1000" b="1" smtClean="0"/>
              <a:pPr algn="ctr">
                <a:spcBef>
                  <a:spcPct val="0"/>
                </a:spcBef>
                <a:spcAft>
                  <a:spcPct val="0"/>
                </a:spcAft>
              </a:pPr>
              <a:t>1.3%</a:t>
            </a:fld>
            <a:endParaRPr lang="en-US" sz="1000" b="1"/>
          </a:p>
        </p:txBody>
      </p:sp>
      <p:sp>
        <p:nvSpPr>
          <p:cNvPr id="178" name="Text Placeholder 2">
            <a:extLst>
              <a:ext uri="{FF2B5EF4-FFF2-40B4-BE49-F238E27FC236}">
                <a16:creationId xmlns:a16="http://schemas.microsoft.com/office/drawing/2014/main" id="{E4161209-18B3-DFE4-1021-B6B41312EAFC}"/>
              </a:ext>
            </a:extLst>
          </p:cNvPr>
          <p:cNvSpPr>
            <a:spLocks noGrp="1"/>
          </p:cNvSpPr>
          <p:nvPr>
            <p:custDataLst>
              <p:tags r:id="rId69"/>
            </p:custDataLst>
          </p:nvPr>
        </p:nvSpPr>
        <p:spPr bwMode="gray">
          <a:xfrm>
            <a:off x="8558213" y="5089525"/>
            <a:ext cx="3286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9202C203-0EC7-4D83-B99B-EACE6FA19324}" type="datetime'''''''''''''-3''''''''''''''''.''''''''4%'''''''''''''''''''''">
              <a:rPr lang="en-US" altLang="en-US" sz="1000" b="1" smtClean="0"/>
              <a:pPr algn="ctr">
                <a:spcBef>
                  <a:spcPct val="0"/>
                </a:spcBef>
                <a:spcAft>
                  <a:spcPct val="0"/>
                </a:spcAft>
              </a:pPr>
              <a:t>-3.4%</a:t>
            </a:fld>
            <a:endParaRPr lang="en-US" sz="1000" b="1"/>
          </a:p>
        </p:txBody>
      </p:sp>
      <p:sp>
        <p:nvSpPr>
          <p:cNvPr id="179" name="Text Placeholder 2">
            <a:extLst>
              <a:ext uri="{FF2B5EF4-FFF2-40B4-BE49-F238E27FC236}">
                <a16:creationId xmlns:a16="http://schemas.microsoft.com/office/drawing/2014/main" id="{3FBC14B1-F4A1-29C6-585E-D09E6F059DB7}"/>
              </a:ext>
            </a:extLst>
          </p:cNvPr>
          <p:cNvSpPr>
            <a:spLocks noGrp="1"/>
          </p:cNvSpPr>
          <p:nvPr>
            <p:custDataLst>
              <p:tags r:id="rId70"/>
            </p:custDataLst>
          </p:nvPr>
        </p:nvSpPr>
        <p:spPr bwMode="gray">
          <a:xfrm>
            <a:off x="8928100" y="5375275"/>
            <a:ext cx="26035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t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C4AC50DA-FF69-4CE5-AF6D-C413E14B9E9E}" type="datetime'-''''''''''9''''''''''''''''.9''''''''''''%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-9.9%</a:t>
            </a:fld>
            <a:endParaRPr lang="en-US" sz="800"/>
          </a:p>
        </p:txBody>
      </p:sp>
      <p:sp>
        <p:nvSpPr>
          <p:cNvPr id="180" name="Text Placeholder 2">
            <a:extLst>
              <a:ext uri="{FF2B5EF4-FFF2-40B4-BE49-F238E27FC236}">
                <a16:creationId xmlns:a16="http://schemas.microsoft.com/office/drawing/2014/main" id="{A2FDAB0A-6D11-1B8C-7A4A-A9C05DB2D17C}"/>
              </a:ext>
            </a:extLst>
          </p:cNvPr>
          <p:cNvSpPr>
            <a:spLocks noGrp="1"/>
          </p:cNvSpPr>
          <p:nvPr>
            <p:custDataLst>
              <p:tags r:id="rId71"/>
            </p:custDataLst>
          </p:nvPr>
        </p:nvSpPr>
        <p:spPr bwMode="gray">
          <a:xfrm>
            <a:off x="9204325" y="5470525"/>
            <a:ext cx="31115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t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6D1D42C6-BFAE-41EE-BB97-D7630C5DB1D7}" type="datetime'''''''''''''''''''''''''''''''-''''1''''0.''''''''6''''''%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-10.6%</a:t>
            </a:fld>
            <a:endParaRPr lang="en-US" sz="800"/>
          </a:p>
        </p:txBody>
      </p:sp>
      <p:sp>
        <p:nvSpPr>
          <p:cNvPr id="181" name="Text Placeholder 2">
            <a:extLst>
              <a:ext uri="{FF2B5EF4-FFF2-40B4-BE49-F238E27FC236}">
                <a16:creationId xmlns:a16="http://schemas.microsoft.com/office/drawing/2014/main" id="{8FA9ABC9-138E-9586-B31F-48CAD468B9E3}"/>
              </a:ext>
            </a:extLst>
          </p:cNvPr>
          <p:cNvSpPr>
            <a:spLocks noGrp="1"/>
          </p:cNvSpPr>
          <p:nvPr>
            <p:custDataLst>
              <p:tags r:id="rId72"/>
            </p:custDataLst>
          </p:nvPr>
        </p:nvSpPr>
        <p:spPr bwMode="gray">
          <a:xfrm>
            <a:off x="9559925" y="3786188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D4DD5EE7-3DBF-479A-9E6F-DA61C415DB7D}" type="datetime'''''4.''''''8''''''''''''''''''%''''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4.8%</a:t>
            </a:fld>
            <a:endParaRPr lang="en-US" sz="800"/>
          </a:p>
        </p:txBody>
      </p:sp>
      <p:sp>
        <p:nvSpPr>
          <p:cNvPr id="182" name="Text Placeholder 2">
            <a:extLst>
              <a:ext uri="{FF2B5EF4-FFF2-40B4-BE49-F238E27FC236}">
                <a16:creationId xmlns:a16="http://schemas.microsoft.com/office/drawing/2014/main" id="{52FE833E-0707-2A3D-311A-3F866775C812}"/>
              </a:ext>
            </a:extLst>
          </p:cNvPr>
          <p:cNvSpPr>
            <a:spLocks noGrp="1"/>
          </p:cNvSpPr>
          <p:nvPr>
            <p:custDataLst>
              <p:tags r:id="rId73"/>
            </p:custDataLst>
          </p:nvPr>
        </p:nvSpPr>
        <p:spPr bwMode="gray">
          <a:xfrm>
            <a:off x="9804400" y="3771900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5539276F-DF6D-4E61-A887-8BB1ED007C1D}" type="datetime'''''''4''''''''''''''''.''''''''''''''''''''''9%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4.9%</a:t>
            </a:fld>
            <a:endParaRPr lang="en-US" sz="800"/>
          </a:p>
        </p:txBody>
      </p:sp>
      <p:sp>
        <p:nvSpPr>
          <p:cNvPr id="183" name="Text Placeholder 2">
            <a:extLst>
              <a:ext uri="{FF2B5EF4-FFF2-40B4-BE49-F238E27FC236}">
                <a16:creationId xmlns:a16="http://schemas.microsoft.com/office/drawing/2014/main" id="{7AED7924-8DBD-31E3-2FAF-4E8AFC15B7AB}"/>
              </a:ext>
            </a:extLst>
          </p:cNvPr>
          <p:cNvSpPr>
            <a:spLocks noGrp="1"/>
          </p:cNvSpPr>
          <p:nvPr>
            <p:custDataLst>
              <p:tags r:id="rId74"/>
            </p:custDataLst>
          </p:nvPr>
        </p:nvSpPr>
        <p:spPr bwMode="gray">
          <a:xfrm>
            <a:off x="10094913" y="5130800"/>
            <a:ext cx="26035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t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31C87628-A2CD-4E68-AD7A-25D0C7048317}" type="datetime'''-''''''''''''3''''''''''''''''.''7%''''''''''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-3.7%</a:t>
            </a:fld>
            <a:endParaRPr lang="en-US" sz="800"/>
          </a:p>
        </p:txBody>
      </p:sp>
      <p:sp>
        <p:nvSpPr>
          <p:cNvPr id="184" name="Text Placeholder 2">
            <a:extLst>
              <a:ext uri="{FF2B5EF4-FFF2-40B4-BE49-F238E27FC236}">
                <a16:creationId xmlns:a16="http://schemas.microsoft.com/office/drawing/2014/main" id="{5FB95B09-2E8F-4660-4390-1D5709F3BE1E}"/>
              </a:ext>
            </a:extLst>
          </p:cNvPr>
          <p:cNvSpPr>
            <a:spLocks noGrp="1"/>
          </p:cNvSpPr>
          <p:nvPr>
            <p:custDataLst>
              <p:tags r:id="rId75"/>
            </p:custDataLst>
          </p:nvPr>
        </p:nvSpPr>
        <p:spPr bwMode="gray">
          <a:xfrm>
            <a:off x="10371138" y="5103813"/>
            <a:ext cx="26035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t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A3DDDB54-EDC1-4B3D-BE34-51A412B0DC5D}" type="datetime'''''''''-3''.''''''5''''''''''''''''''%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-3.5%</a:t>
            </a:fld>
            <a:endParaRPr lang="en-US" sz="800"/>
          </a:p>
        </p:txBody>
      </p:sp>
      <p:sp>
        <p:nvSpPr>
          <p:cNvPr id="185" name="Text Placeholder 2">
            <a:extLst>
              <a:ext uri="{FF2B5EF4-FFF2-40B4-BE49-F238E27FC236}">
                <a16:creationId xmlns:a16="http://schemas.microsoft.com/office/drawing/2014/main" id="{4F2AF675-0836-1E8C-81E8-D5F09FEFF1FD}"/>
              </a:ext>
            </a:extLst>
          </p:cNvPr>
          <p:cNvSpPr>
            <a:spLocks noGrp="1"/>
          </p:cNvSpPr>
          <p:nvPr>
            <p:custDataLst>
              <p:tags r:id="rId76"/>
            </p:custDataLst>
          </p:nvPr>
        </p:nvSpPr>
        <p:spPr bwMode="gray">
          <a:xfrm>
            <a:off x="10650538" y="3487738"/>
            <a:ext cx="2794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65CE649-5022-438A-A4F9-801286C299F3}" type="datetime'2''''''''''''6''''''''''.''''''''''''''5''''''''%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26.5%</a:t>
            </a:fld>
            <a:endParaRPr lang="en-US" sz="800"/>
          </a:p>
        </p:txBody>
      </p:sp>
      <p:sp>
        <p:nvSpPr>
          <p:cNvPr id="186" name="Text Placeholder 2">
            <a:extLst>
              <a:ext uri="{FF2B5EF4-FFF2-40B4-BE49-F238E27FC236}">
                <a16:creationId xmlns:a16="http://schemas.microsoft.com/office/drawing/2014/main" id="{D8DE6774-20D7-345D-C8CD-DB49C0DA3B11}"/>
              </a:ext>
            </a:extLst>
          </p:cNvPr>
          <p:cNvSpPr>
            <a:spLocks noGrp="1"/>
          </p:cNvSpPr>
          <p:nvPr>
            <p:custDataLst>
              <p:tags r:id="rId77"/>
            </p:custDataLst>
          </p:nvPr>
        </p:nvSpPr>
        <p:spPr bwMode="gray">
          <a:xfrm>
            <a:off x="10904538" y="3336925"/>
            <a:ext cx="2794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5849CBE-BE4B-4B50-BBB3-8EE8A62D500A}" type="datetime'2''''''''''''''''''''7''''.''''''''''''6''''''''%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27.6%</a:t>
            </a:fld>
            <a:endParaRPr lang="en-US" sz="800"/>
          </a:p>
        </p:txBody>
      </p:sp>
      <p:sp>
        <p:nvSpPr>
          <p:cNvPr id="187" name="Text Placeholder 2">
            <a:extLst>
              <a:ext uri="{FF2B5EF4-FFF2-40B4-BE49-F238E27FC236}">
                <a16:creationId xmlns:a16="http://schemas.microsoft.com/office/drawing/2014/main" id="{FA32D910-E9F0-4C0B-0CA2-5F046A0B815E}"/>
              </a:ext>
            </a:extLst>
          </p:cNvPr>
          <p:cNvSpPr>
            <a:spLocks noGrp="1"/>
          </p:cNvSpPr>
          <p:nvPr>
            <p:custDataLst>
              <p:tags r:id="rId78"/>
            </p:custDataLst>
          </p:nvPr>
        </p:nvSpPr>
        <p:spPr bwMode="gray">
          <a:xfrm>
            <a:off x="11301413" y="4305300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BADDC9C7-9F9A-4D22-9ADD-EC3DF06FB873}" type="datetime'''1''.''''''''0''''''''''''''''''%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1.0%</a:t>
            </a:fld>
            <a:endParaRPr lang="en-US" sz="800"/>
          </a:p>
        </p:txBody>
      </p:sp>
      <p:sp>
        <p:nvSpPr>
          <p:cNvPr id="188" name="Text Placeholder 2">
            <a:extLst>
              <a:ext uri="{FF2B5EF4-FFF2-40B4-BE49-F238E27FC236}">
                <a16:creationId xmlns:a16="http://schemas.microsoft.com/office/drawing/2014/main" id="{CE07EBC9-CD43-C255-1BD5-7698201C6EE7}"/>
              </a:ext>
            </a:extLst>
          </p:cNvPr>
          <p:cNvSpPr>
            <a:spLocks noGrp="1"/>
          </p:cNvSpPr>
          <p:nvPr>
            <p:custDataLst>
              <p:tags r:id="rId79"/>
            </p:custDataLst>
          </p:nvPr>
        </p:nvSpPr>
        <p:spPr bwMode="gray">
          <a:xfrm>
            <a:off x="11509375" y="3732213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99152EF3-90CA-4F2F-801A-77F7F3818968}" type="datetime'''''''''''''''''''''''''''''''''''''''5.2''''''''''%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5.2%</a:t>
            </a:fld>
            <a:endParaRPr lang="en-US" sz="80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97F36494-290E-538D-73E8-9DF4FEBBF22A}"/>
              </a:ext>
            </a:extLst>
          </p:cNvPr>
          <p:cNvGrpSpPr/>
          <p:nvPr/>
        </p:nvGrpSpPr>
        <p:grpSpPr>
          <a:xfrm>
            <a:off x="4622178" y="6411910"/>
            <a:ext cx="2966229" cy="201613"/>
            <a:chOff x="4915388" y="6436038"/>
            <a:chExt cx="2966229" cy="201613"/>
          </a:xfrm>
        </p:grpSpPr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8877CDEF-5A3C-FD21-289B-56928161779F}"/>
                </a:ext>
              </a:extLst>
            </p:cNvPr>
            <p:cNvSpPr/>
            <p:nvPr/>
          </p:nvSpPr>
          <p:spPr>
            <a:xfrm>
              <a:off x="5111749" y="6436038"/>
              <a:ext cx="925513" cy="1933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Pre-conflict</a:t>
              </a: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F86B0788-C2C8-CB48-0F01-9632D7BA4D74}"/>
                </a:ext>
              </a:extLst>
            </p:cNvPr>
            <p:cNvSpPr/>
            <p:nvPr/>
          </p:nvSpPr>
          <p:spPr>
            <a:xfrm>
              <a:off x="6521450" y="6436038"/>
              <a:ext cx="1360167" cy="2016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Current forecast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893E3575-7932-5868-F524-5F522CEE96E7}"/>
                </a:ext>
              </a:extLst>
            </p:cNvPr>
            <p:cNvSpPr/>
            <p:nvPr/>
          </p:nvSpPr>
          <p:spPr>
            <a:xfrm>
              <a:off x="4915388" y="6436038"/>
              <a:ext cx="180000" cy="18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0E9C5FD3-0117-D7A6-126C-1DA0E2E00701}"/>
                </a:ext>
              </a:extLst>
            </p:cNvPr>
            <p:cNvSpPr/>
            <p:nvPr/>
          </p:nvSpPr>
          <p:spPr>
            <a:xfrm>
              <a:off x="6342061" y="6436038"/>
              <a:ext cx="180000" cy="18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94" name="Google Shape;2834;p16">
            <a:extLst>
              <a:ext uri="{FF2B5EF4-FFF2-40B4-BE49-F238E27FC236}">
                <a16:creationId xmlns:a16="http://schemas.microsoft.com/office/drawing/2014/main" id="{12C750CF-228A-8D59-87B4-8CE75171E3C2}"/>
              </a:ext>
            </a:extLst>
          </p:cNvPr>
          <p:cNvSpPr>
            <a:spLocks/>
          </p:cNvSpPr>
          <p:nvPr/>
        </p:nvSpPr>
        <p:spPr>
          <a:xfrm>
            <a:off x="266698" y="1727518"/>
            <a:ext cx="3565209" cy="503238"/>
          </a:xfrm>
          <a:prstGeom prst="round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txBody>
          <a:bodyPr spcFirstLastPara="1" wrap="square" lIns="396000" tIns="0" rIns="396000" bIns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Helvetica" panose="020B0604020202020204" pitchFamily="34" charset="0"/>
                <a:sym typeface="Arial"/>
              </a:rPr>
              <a:t>Qatar records the 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Helvetica" panose="020B0604020202020204" pitchFamily="34" charset="0"/>
                <a:sym typeface="Arial"/>
              </a:rPr>
              <a:t>sharpest downgrade to 2026 growth</a:t>
            </a:r>
          </a:p>
        </p:txBody>
      </p:sp>
      <p:sp>
        <p:nvSpPr>
          <p:cNvPr id="195" name="Google Shape;2834;p16">
            <a:extLst>
              <a:ext uri="{FF2B5EF4-FFF2-40B4-BE49-F238E27FC236}">
                <a16:creationId xmlns:a16="http://schemas.microsoft.com/office/drawing/2014/main" id="{F5E201D3-4DC8-1F01-BB76-F34CC5726187}"/>
              </a:ext>
            </a:extLst>
          </p:cNvPr>
          <p:cNvSpPr>
            <a:spLocks/>
          </p:cNvSpPr>
          <p:nvPr/>
        </p:nvSpPr>
        <p:spPr>
          <a:xfrm>
            <a:off x="4262596" y="1727518"/>
            <a:ext cx="3565209" cy="503238"/>
          </a:xfrm>
          <a:prstGeom prst="round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txBody>
          <a:bodyPr spcFirstLastPara="1" wrap="square" lIns="396000" tIns="0" rIns="396000" bIns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Helvetica" panose="020B0604020202020204" pitchFamily="34" charset="0"/>
                <a:sym typeface="Arial"/>
              </a:rPr>
              <a:t>Qatar now carries the 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Helvetica" panose="020B0604020202020204" pitchFamily="34" charset="0"/>
                <a:sym typeface="Arial"/>
              </a:rPr>
              <a:t>highest inflation outlook</a:t>
            </a:r>
          </a:p>
        </p:txBody>
      </p:sp>
      <p:sp>
        <p:nvSpPr>
          <p:cNvPr id="196" name="Google Shape;2834;p16">
            <a:extLst>
              <a:ext uri="{FF2B5EF4-FFF2-40B4-BE49-F238E27FC236}">
                <a16:creationId xmlns:a16="http://schemas.microsoft.com/office/drawing/2014/main" id="{31E200F2-A6AD-0E07-A705-1D8ADC3B4B51}"/>
              </a:ext>
            </a:extLst>
          </p:cNvPr>
          <p:cNvSpPr>
            <a:spLocks/>
          </p:cNvSpPr>
          <p:nvPr/>
        </p:nvSpPr>
        <p:spPr>
          <a:xfrm>
            <a:off x="8328013" y="1727518"/>
            <a:ext cx="3565209" cy="503238"/>
          </a:xfrm>
          <a:prstGeom prst="round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txBody>
          <a:bodyPr spcFirstLastPara="1" wrap="square" lIns="396000" tIns="0" rIns="396000" bIns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Helvetica" panose="020B0604020202020204" pitchFamily="34" charset="0"/>
                <a:sym typeface="Arial"/>
              </a:rPr>
              <a:t>Qatar shifts from surplus to deficit with the 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Helvetica" panose="020B0604020202020204" pitchFamily="34" charset="0"/>
                <a:sym typeface="Arial"/>
              </a:rPr>
              <a:t>largest fiscal deterioration</a:t>
            </a:r>
          </a:p>
        </p:txBody>
      </p:sp>
      <p:sp>
        <p:nvSpPr>
          <p:cNvPr id="197" name="Text Placeholder 1">
            <a:extLst>
              <a:ext uri="{FF2B5EF4-FFF2-40B4-BE49-F238E27FC236}">
                <a16:creationId xmlns:a16="http://schemas.microsoft.com/office/drawing/2014/main" id="{5C79D0B3-C7A8-47A0-817F-B7BFD3500D6C}"/>
              </a:ext>
            </a:extLst>
          </p:cNvPr>
          <p:cNvSpPr>
            <a:spLocks noGrp="1" noChangeArrowheads="1"/>
          </p:cNvSpPr>
          <p:nvPr>
            <p:ph type="body" sz="quarter" idx="22"/>
          </p:nvPr>
        </p:nvSpPr>
        <p:spPr bwMode="auto">
          <a:xfrm>
            <a:off x="266699" y="2390775"/>
            <a:ext cx="2249489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b="1" i="1">
                <a:solidFill>
                  <a:schemeClr val="tx1">
                    <a:lumMod val="75000"/>
                    <a:lumOff val="25000"/>
                  </a:schemeClr>
                </a:solidFill>
              </a:rPr>
              <a:t>2026 real GDP growth forecast</a:t>
            </a:r>
            <a:endParaRPr kumimoji="0" lang="en-US" altLang="en-US" sz="1200" b="1" i="1" u="none" strike="noStrike" cap="none" normalizeH="0" baseline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A993B2FE-EBA3-2A2B-B557-D83C0E348E6B}"/>
              </a:ext>
            </a:extLst>
          </p:cNvPr>
          <p:cNvCxnSpPr>
            <a:cxnSpLocks/>
          </p:cNvCxnSpPr>
          <p:nvPr/>
        </p:nvCxnSpPr>
        <p:spPr>
          <a:xfrm>
            <a:off x="323850" y="2657475"/>
            <a:ext cx="2336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9" name="Text Placeholder 1">
            <a:extLst>
              <a:ext uri="{FF2B5EF4-FFF2-40B4-BE49-F238E27FC236}">
                <a16:creationId xmlns:a16="http://schemas.microsoft.com/office/drawing/2014/main" id="{51E10B8F-B67C-C302-7F86-24114820F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725" y="2390775"/>
            <a:ext cx="2249489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b="1" i="1">
                <a:solidFill>
                  <a:schemeClr val="tx1">
                    <a:lumMod val="75000"/>
                    <a:lumOff val="25000"/>
                  </a:schemeClr>
                </a:solidFill>
              </a:rPr>
              <a:t>2026 inflation forecast</a:t>
            </a:r>
            <a:endParaRPr lang="en-US" altLang="en-US" sz="1200" b="1" i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EFB42EF7-BF27-2B25-D1F1-82A512574041}"/>
              </a:ext>
            </a:extLst>
          </p:cNvPr>
          <p:cNvCxnSpPr>
            <a:cxnSpLocks/>
          </p:cNvCxnSpPr>
          <p:nvPr/>
        </p:nvCxnSpPr>
        <p:spPr>
          <a:xfrm>
            <a:off x="4333876" y="2657475"/>
            <a:ext cx="2336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1" name="Text Placeholder 1">
            <a:extLst>
              <a:ext uri="{FF2B5EF4-FFF2-40B4-BE49-F238E27FC236}">
                <a16:creationId xmlns:a16="http://schemas.microsoft.com/office/drawing/2014/main" id="{8FBDB919-3829-6D03-7569-6BCA415DF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5" y="2390775"/>
            <a:ext cx="2249489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b="1" i="1">
                <a:solidFill>
                  <a:schemeClr val="tx1">
                    <a:lumMod val="75000"/>
                    <a:lumOff val="25000"/>
                  </a:schemeClr>
                </a:solidFill>
              </a:rPr>
              <a:t>2026 fiscal balance forecast</a:t>
            </a:r>
            <a:endParaRPr lang="en-US" altLang="en-US" sz="1200" b="1" i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2F8EF38E-F9B4-C29F-A59C-CD3E7887B454}"/>
              </a:ext>
            </a:extLst>
          </p:cNvPr>
          <p:cNvCxnSpPr>
            <a:cxnSpLocks/>
          </p:cNvCxnSpPr>
          <p:nvPr/>
        </p:nvCxnSpPr>
        <p:spPr>
          <a:xfrm>
            <a:off x="8385176" y="2657475"/>
            <a:ext cx="2336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BBAFA146-A517-F809-D42E-32DE59984CA0}"/>
              </a:ext>
            </a:extLst>
          </p:cNvPr>
          <p:cNvSpPr/>
          <p:nvPr/>
        </p:nvSpPr>
        <p:spPr>
          <a:xfrm>
            <a:off x="266700" y="2781300"/>
            <a:ext cx="579438" cy="3306763"/>
          </a:xfrm>
          <a:prstGeom prst="roundRect">
            <a:avLst/>
          </a:prstGeom>
          <a:noFill/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8" name="Graphic 207">
            <a:extLst>
              <a:ext uri="{FF2B5EF4-FFF2-40B4-BE49-F238E27FC236}">
                <a16:creationId xmlns:a16="http://schemas.microsoft.com/office/drawing/2014/main" id="{4AA8C13B-FC2B-9B8C-A713-B8DE13A3506F}"/>
              </a:ext>
            </a:extLst>
          </p:cNvPr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392113" y="5724525"/>
            <a:ext cx="315913" cy="315913"/>
          </a:xfrm>
          <a:prstGeom prst="rect">
            <a:avLst/>
          </a:prstGeom>
        </p:spPr>
      </p:pic>
      <p:pic>
        <p:nvPicPr>
          <p:cNvPr id="209" name="Graphic 208">
            <a:extLst>
              <a:ext uri="{FF2B5EF4-FFF2-40B4-BE49-F238E27FC236}">
                <a16:creationId xmlns:a16="http://schemas.microsoft.com/office/drawing/2014/main" id="{5E66D27C-9065-A67D-0BE5-6C5CFC90DB8F}"/>
              </a:ext>
            </a:extLst>
          </p:cNvPr>
          <p:cNvPicPr>
            <a:picLocks noChangeAspect="1"/>
          </p:cNvPicPr>
          <p:nvPr>
            <p:custDataLst>
              <p:tags r:id="rId8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974725" y="5724525"/>
            <a:ext cx="315913" cy="315913"/>
          </a:xfrm>
          <a:prstGeom prst="rect">
            <a:avLst/>
          </a:prstGeom>
        </p:spPr>
      </p:pic>
      <p:pic>
        <p:nvPicPr>
          <p:cNvPr id="210" name="Graphic 209">
            <a:extLst>
              <a:ext uri="{FF2B5EF4-FFF2-40B4-BE49-F238E27FC236}">
                <a16:creationId xmlns:a16="http://schemas.microsoft.com/office/drawing/2014/main" id="{26E5F85B-58B2-2ACD-28F5-C64B5FEB3187}"/>
              </a:ext>
            </a:extLst>
          </p:cNvPr>
          <p:cNvPicPr>
            <a:picLocks noChangeAspect="1"/>
          </p:cNvPicPr>
          <p:nvPr>
            <p:custDataLst>
              <p:tags r:id="rId8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1555750" y="5724525"/>
            <a:ext cx="315913" cy="315913"/>
          </a:xfrm>
          <a:prstGeom prst="rect">
            <a:avLst/>
          </a:prstGeom>
        </p:spPr>
      </p:pic>
      <p:pic>
        <p:nvPicPr>
          <p:cNvPr id="211" name="Graphic 210">
            <a:extLst>
              <a:ext uri="{FF2B5EF4-FFF2-40B4-BE49-F238E27FC236}">
                <a16:creationId xmlns:a16="http://schemas.microsoft.com/office/drawing/2014/main" id="{ED96EEEF-E94A-5771-E3AD-1D4730BA6285}"/>
              </a:ext>
            </a:extLst>
          </p:cNvPr>
          <p:cNvPicPr>
            <a:picLocks noChangeAspect="1"/>
          </p:cNvPicPr>
          <p:nvPr>
            <p:custDataLst>
              <p:tags r:id="rId8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2138363" y="5724525"/>
            <a:ext cx="315913" cy="315913"/>
          </a:xfrm>
          <a:prstGeom prst="rect">
            <a:avLst/>
          </a:prstGeom>
        </p:spPr>
      </p:pic>
      <p:pic>
        <p:nvPicPr>
          <p:cNvPr id="212" name="Graphic 211">
            <a:extLst>
              <a:ext uri="{FF2B5EF4-FFF2-40B4-BE49-F238E27FC236}">
                <a16:creationId xmlns:a16="http://schemas.microsoft.com/office/drawing/2014/main" id="{A5238AD9-1563-B684-AEA6-4D1B09A02186}"/>
              </a:ext>
            </a:extLst>
          </p:cNvPr>
          <p:cNvPicPr>
            <a:picLocks noChangeAspect="1"/>
          </p:cNvPicPr>
          <p:nvPr>
            <p:custDataLst>
              <p:tags r:id="rId84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2719388" y="5724525"/>
            <a:ext cx="315913" cy="315913"/>
          </a:xfrm>
          <a:prstGeom prst="rect">
            <a:avLst/>
          </a:prstGeom>
        </p:spPr>
      </p:pic>
      <p:pic>
        <p:nvPicPr>
          <p:cNvPr id="213" name="Graphic 212">
            <a:extLst>
              <a:ext uri="{FF2B5EF4-FFF2-40B4-BE49-F238E27FC236}">
                <a16:creationId xmlns:a16="http://schemas.microsoft.com/office/drawing/2014/main" id="{C35079E5-AA50-281A-2F9D-805F38059461}"/>
              </a:ext>
            </a:extLst>
          </p:cNvPr>
          <p:cNvPicPr>
            <a:picLocks noChangeAspect="1"/>
          </p:cNvPicPr>
          <p:nvPr>
            <p:custDataLst>
              <p:tags r:id="rId85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3302000" y="5724525"/>
            <a:ext cx="315913" cy="315913"/>
          </a:xfrm>
          <a:prstGeom prst="rect">
            <a:avLst/>
          </a:prstGeom>
        </p:spPr>
      </p:pic>
      <p:sp>
        <p:nvSpPr>
          <p:cNvPr id="214" name="Oval 213">
            <a:extLst>
              <a:ext uri="{FF2B5EF4-FFF2-40B4-BE49-F238E27FC236}">
                <a16:creationId xmlns:a16="http://schemas.microsoft.com/office/drawing/2014/main" id="{EA0FFFB5-BD54-13B9-BD90-BBAAADA9AEB8}"/>
              </a:ext>
            </a:extLst>
          </p:cNvPr>
          <p:cNvSpPr/>
          <p:nvPr/>
        </p:nvSpPr>
        <p:spPr>
          <a:xfrm>
            <a:off x="947739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-4.5</a:t>
            </a: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F03241E5-401F-34C8-1337-678B01B2103C}"/>
              </a:ext>
            </a:extLst>
          </p:cNvPr>
          <p:cNvSpPr/>
          <p:nvPr/>
        </p:nvSpPr>
        <p:spPr>
          <a:xfrm>
            <a:off x="368301" y="2867025"/>
            <a:ext cx="390525" cy="24606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</a:rPr>
              <a:t>-14.7</a:t>
            </a: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A47CBE56-5D2D-BDB1-FB7D-D4B168A3AF23}"/>
              </a:ext>
            </a:extLst>
          </p:cNvPr>
          <p:cNvSpPr/>
          <p:nvPr/>
        </p:nvSpPr>
        <p:spPr>
          <a:xfrm>
            <a:off x="1527176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-3.8</a:t>
            </a: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DE47CB2F-E77C-510D-D936-4FF0A7273B39}"/>
              </a:ext>
            </a:extLst>
          </p:cNvPr>
          <p:cNvSpPr/>
          <p:nvPr/>
        </p:nvSpPr>
        <p:spPr>
          <a:xfrm>
            <a:off x="2105026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-1.9</a:t>
            </a:r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F6714BF4-DD96-2130-3072-160AEF3ABDF7}"/>
              </a:ext>
            </a:extLst>
          </p:cNvPr>
          <p:cNvSpPr/>
          <p:nvPr/>
        </p:nvSpPr>
        <p:spPr>
          <a:xfrm>
            <a:off x="2684464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-1.4</a:t>
            </a: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40C3B4F4-F971-4D64-CE2A-5EC09F89D9F9}"/>
              </a:ext>
            </a:extLst>
          </p:cNvPr>
          <p:cNvSpPr/>
          <p:nvPr/>
        </p:nvSpPr>
        <p:spPr>
          <a:xfrm>
            <a:off x="3263901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-0.5</a:t>
            </a:r>
          </a:p>
        </p:txBody>
      </p:sp>
      <p:graphicFrame>
        <p:nvGraphicFramePr>
          <p:cNvPr id="325" name="Chart 324">
            <a:extLst>
              <a:ext uri="{FF2B5EF4-FFF2-40B4-BE49-F238E27FC236}">
                <a16:creationId xmlns:a16="http://schemas.microsoft.com/office/drawing/2014/main" id="{4757743D-0173-AF23-28D2-99682E461962}"/>
              </a:ext>
            </a:extLst>
          </p:cNvPr>
          <p:cNvGraphicFramePr/>
          <p:nvPr>
            <p:custDataLst>
              <p:tags r:id="rId86"/>
            </p:custDataLst>
            <p:extLst>
              <p:ext uri="{D42A27DB-BD31-4B8C-83A1-F6EECF244321}">
                <p14:modId xmlns:p14="http://schemas.microsoft.com/office/powerpoint/2010/main" val="716796161"/>
              </p:ext>
            </p:extLst>
          </p:nvPr>
        </p:nvGraphicFramePr>
        <p:xfrm>
          <a:off x="184150" y="3413125"/>
          <a:ext cx="3648075" cy="2114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0"/>
          </a:graphicData>
        </a:graphic>
      </p:graphicFrame>
      <p:sp useBgFill="1">
        <p:nvSpPr>
          <p:cNvPr id="222" name="Freeform: Shape 221">
            <a:extLst>
              <a:ext uri="{FF2B5EF4-FFF2-40B4-BE49-F238E27FC236}">
                <a16:creationId xmlns:a16="http://schemas.microsoft.com/office/drawing/2014/main" id="{3D00BB9A-5601-27F1-B15E-D218543FC90E}"/>
              </a:ext>
            </a:extLst>
          </p:cNvPr>
          <p:cNvSpPr/>
          <p:nvPr>
            <p:custDataLst>
              <p:tags r:id="rId87"/>
            </p:custDataLst>
          </p:nvPr>
        </p:nvSpPr>
        <p:spPr bwMode="auto">
          <a:xfrm>
            <a:off x="511175" y="5283200"/>
            <a:ext cx="300038" cy="138113"/>
          </a:xfrm>
          <a:custGeom>
            <a:avLst/>
            <a:gdLst/>
            <a:ahLst/>
            <a:cxnLst/>
            <a:rect l="0" t="0" r="0" b="0"/>
            <a:pathLst>
              <a:path w="300039" h="138114">
                <a:moveTo>
                  <a:pt x="0" y="80963"/>
                </a:moveTo>
                <a:lnTo>
                  <a:pt x="300038" y="0"/>
                </a:lnTo>
                <a:lnTo>
                  <a:pt x="300038" y="57150"/>
                </a:lnTo>
                <a:lnTo>
                  <a:pt x="0" y="138113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Freeform: Shape 222">
            <a:extLst>
              <a:ext uri="{FF2B5EF4-FFF2-40B4-BE49-F238E27FC236}">
                <a16:creationId xmlns:a16="http://schemas.microsoft.com/office/drawing/2014/main" id="{64E8CF7F-4947-DBD9-529E-F23233575E7C}"/>
              </a:ext>
            </a:extLst>
          </p:cNvPr>
          <p:cNvSpPr/>
          <p:nvPr>
            <p:custDataLst>
              <p:tags r:id="rId88"/>
            </p:custDataLst>
          </p:nvPr>
        </p:nvSpPr>
        <p:spPr bwMode="auto">
          <a:xfrm>
            <a:off x="511175" y="5283200"/>
            <a:ext cx="300038" cy="80963"/>
          </a:xfrm>
          <a:custGeom>
            <a:avLst/>
            <a:gdLst/>
            <a:ahLst/>
            <a:cxnLst/>
            <a:rect l="0" t="0" r="0" b="0"/>
            <a:pathLst>
              <a:path w="300039" h="80964">
                <a:moveTo>
                  <a:pt x="0" y="80963"/>
                </a:moveTo>
                <a:lnTo>
                  <a:pt x="300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Freeform: Shape 223">
            <a:extLst>
              <a:ext uri="{FF2B5EF4-FFF2-40B4-BE49-F238E27FC236}">
                <a16:creationId xmlns:a16="http://schemas.microsoft.com/office/drawing/2014/main" id="{0646B35D-FE49-7C42-6EB8-C775343F645B}"/>
              </a:ext>
            </a:extLst>
          </p:cNvPr>
          <p:cNvSpPr/>
          <p:nvPr>
            <p:custDataLst>
              <p:tags r:id="rId89"/>
            </p:custDataLst>
          </p:nvPr>
        </p:nvSpPr>
        <p:spPr bwMode="auto">
          <a:xfrm>
            <a:off x="511175" y="5340350"/>
            <a:ext cx="300038" cy="80963"/>
          </a:xfrm>
          <a:custGeom>
            <a:avLst/>
            <a:gdLst/>
            <a:ahLst/>
            <a:cxnLst/>
            <a:rect l="0" t="0" r="0" b="0"/>
            <a:pathLst>
              <a:path w="300039" h="80964">
                <a:moveTo>
                  <a:pt x="0" y="80963"/>
                </a:moveTo>
                <a:lnTo>
                  <a:pt x="300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Text Placeholder 2">
            <a:extLst>
              <a:ext uri="{FF2B5EF4-FFF2-40B4-BE49-F238E27FC236}">
                <a16:creationId xmlns:a16="http://schemas.microsoft.com/office/drawing/2014/main" id="{EB32AAE5-FEDA-1669-970E-DCBF96146599}"/>
              </a:ext>
            </a:extLst>
          </p:cNvPr>
          <p:cNvSpPr>
            <a:spLocks noGrp="1"/>
          </p:cNvSpPr>
          <p:nvPr>
            <p:custDataLst>
              <p:tags r:id="rId90"/>
            </p:custDataLst>
          </p:nvPr>
        </p:nvSpPr>
        <p:spPr bwMode="gray">
          <a:xfrm>
            <a:off x="323850" y="3319463"/>
            <a:ext cx="25876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5E3F5BBF-0557-4517-AB89-CFE1D7D21320}" type="datetime'6.''''''''1''''''''''''''''''''''''%'''''''''''''''''''''''''">
              <a:rPr lang="en-US" altLang="en-US" sz="900" b="1" smtClean="0"/>
              <a:pPr algn="ctr">
                <a:spcBef>
                  <a:spcPct val="0"/>
                </a:spcBef>
                <a:spcAft>
                  <a:spcPct val="0"/>
                </a:spcAft>
              </a:pPr>
              <a:t>6.1%</a:t>
            </a:fld>
            <a:endParaRPr lang="en-US" sz="900" b="1"/>
          </a:p>
        </p:txBody>
      </p:sp>
      <p:sp>
        <p:nvSpPr>
          <p:cNvPr id="226" name="Text Placeholder 2">
            <a:extLst>
              <a:ext uri="{FF2B5EF4-FFF2-40B4-BE49-F238E27FC236}">
                <a16:creationId xmlns:a16="http://schemas.microsoft.com/office/drawing/2014/main" id="{678AB952-1DCD-D580-E2AE-958959DC29E2}"/>
              </a:ext>
            </a:extLst>
          </p:cNvPr>
          <p:cNvSpPr>
            <a:spLocks noGrp="1"/>
          </p:cNvSpPr>
          <p:nvPr>
            <p:custDataLst>
              <p:tags r:id="rId91"/>
            </p:custDataLst>
          </p:nvPr>
        </p:nvSpPr>
        <p:spPr bwMode="gray">
          <a:xfrm>
            <a:off x="514350" y="5470525"/>
            <a:ext cx="293688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5875" tIns="0" rIns="15875" bIns="0" rtlCol="0" anchor="t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974F935B-1FA3-4D5C-8462-5A546BD8AF5A}" type="datetime'''-''''''''8''''''''.''''''6''''''%'''''''''''''''''''">
              <a:rPr lang="en-US" altLang="en-US" sz="900" b="1" smtClean="0"/>
              <a:pPr algn="ctr">
                <a:spcBef>
                  <a:spcPct val="0"/>
                </a:spcBef>
                <a:spcAft>
                  <a:spcPct val="0"/>
                </a:spcAft>
              </a:pPr>
              <a:t>-8.6%</a:t>
            </a:fld>
            <a:endParaRPr lang="en-US" sz="900" b="1"/>
          </a:p>
        </p:txBody>
      </p:sp>
      <p:sp>
        <p:nvSpPr>
          <p:cNvPr id="227" name="Text Placeholder 2">
            <a:extLst>
              <a:ext uri="{FF2B5EF4-FFF2-40B4-BE49-F238E27FC236}">
                <a16:creationId xmlns:a16="http://schemas.microsoft.com/office/drawing/2014/main" id="{E78DFBCA-EA30-0C62-F3C9-FF208FFDFEA5}"/>
              </a:ext>
            </a:extLst>
          </p:cNvPr>
          <p:cNvSpPr>
            <a:spLocks noGrp="1"/>
          </p:cNvSpPr>
          <p:nvPr>
            <p:custDataLst>
              <p:tags r:id="rId92"/>
            </p:custDataLst>
          </p:nvPr>
        </p:nvSpPr>
        <p:spPr bwMode="gray">
          <a:xfrm>
            <a:off x="919163" y="3914775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76D06A74-6AA1-473E-A04E-0B095BE95801}" type="datetime'''''''''''''3''.''9''''''%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3.9%</a:t>
            </a:fld>
            <a:endParaRPr lang="en-US" sz="800"/>
          </a:p>
        </p:txBody>
      </p:sp>
      <p:sp>
        <p:nvSpPr>
          <p:cNvPr id="228" name="Text Placeholder 2">
            <a:extLst>
              <a:ext uri="{FF2B5EF4-FFF2-40B4-BE49-F238E27FC236}">
                <a16:creationId xmlns:a16="http://schemas.microsoft.com/office/drawing/2014/main" id="{4994782E-76B4-2ABB-1206-30CB9155CA79}"/>
              </a:ext>
            </a:extLst>
          </p:cNvPr>
          <p:cNvSpPr>
            <a:spLocks noGrp="1"/>
          </p:cNvSpPr>
          <p:nvPr>
            <p:custDataLst>
              <p:tags r:id="rId93"/>
            </p:custDataLst>
          </p:nvPr>
        </p:nvSpPr>
        <p:spPr bwMode="gray">
          <a:xfrm>
            <a:off x="1111250" y="5281613"/>
            <a:ext cx="26035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t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C9F2711-F51C-41EE-969C-430B0E54096F}" type="datetime'''''''''''-''''''''''0.''''''''''''''''''''6''''''''''%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-0.6%</a:t>
            </a:fld>
            <a:endParaRPr lang="en-US" sz="800"/>
          </a:p>
        </p:txBody>
      </p:sp>
      <p:sp>
        <p:nvSpPr>
          <p:cNvPr id="229" name="Text Placeholder 2">
            <a:extLst>
              <a:ext uri="{FF2B5EF4-FFF2-40B4-BE49-F238E27FC236}">
                <a16:creationId xmlns:a16="http://schemas.microsoft.com/office/drawing/2014/main" id="{16CF7EA6-AAF4-48AF-93B0-83DD74CFD03F}"/>
              </a:ext>
            </a:extLst>
          </p:cNvPr>
          <p:cNvSpPr>
            <a:spLocks noGrp="1"/>
          </p:cNvSpPr>
          <p:nvPr>
            <p:custDataLst>
              <p:tags r:id="rId94"/>
            </p:custDataLst>
          </p:nvPr>
        </p:nvSpPr>
        <p:spPr bwMode="gray">
          <a:xfrm>
            <a:off x="1498600" y="4071938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F293C17-82C8-46D0-A741-C5C48B8A16ED}" type="datetime'''3.''''''''''''''''''3''''''''''''''''''''''%''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3.3%</a:t>
            </a:fld>
            <a:endParaRPr lang="en-US" sz="800"/>
          </a:p>
        </p:txBody>
      </p:sp>
      <p:sp>
        <p:nvSpPr>
          <p:cNvPr id="230" name="Text Placeholder 2">
            <a:extLst>
              <a:ext uri="{FF2B5EF4-FFF2-40B4-BE49-F238E27FC236}">
                <a16:creationId xmlns:a16="http://schemas.microsoft.com/office/drawing/2014/main" id="{82103B97-90A1-5DC4-7B4A-28C9D8D15C09}"/>
              </a:ext>
            </a:extLst>
          </p:cNvPr>
          <p:cNvSpPr>
            <a:spLocks noGrp="1"/>
          </p:cNvSpPr>
          <p:nvPr>
            <p:custDataLst>
              <p:tags r:id="rId95"/>
            </p:custDataLst>
          </p:nvPr>
        </p:nvSpPr>
        <p:spPr bwMode="gray">
          <a:xfrm>
            <a:off x="1690688" y="5254625"/>
            <a:ext cx="26035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t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EF07BAB5-817F-40F3-ABC3-3949344AEBCE}" type="datetime'''''''''-0.''''5%''''''''''''''''''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-0.5%</a:t>
            </a:fld>
            <a:endParaRPr lang="en-US" sz="800"/>
          </a:p>
        </p:txBody>
      </p:sp>
      <p:sp>
        <p:nvSpPr>
          <p:cNvPr id="231" name="Text Placeholder 2">
            <a:extLst>
              <a:ext uri="{FF2B5EF4-FFF2-40B4-BE49-F238E27FC236}">
                <a16:creationId xmlns:a16="http://schemas.microsoft.com/office/drawing/2014/main" id="{405A286D-FAAA-AF8A-F87E-13923A69B458}"/>
              </a:ext>
            </a:extLst>
          </p:cNvPr>
          <p:cNvSpPr>
            <a:spLocks noGrp="1"/>
          </p:cNvSpPr>
          <p:nvPr>
            <p:custDataLst>
              <p:tags r:id="rId96"/>
            </p:custDataLst>
          </p:nvPr>
        </p:nvSpPr>
        <p:spPr bwMode="gray">
          <a:xfrm>
            <a:off x="2079625" y="3625850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6C56EF4-E505-4C92-B60B-F7ADFF10E556}" type="datetime'''''''''5''''''.''''''''''''''0''''%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5.0%</a:t>
            </a:fld>
            <a:endParaRPr lang="en-US" sz="800"/>
          </a:p>
        </p:txBody>
      </p:sp>
      <p:sp>
        <p:nvSpPr>
          <p:cNvPr id="232" name="Text Placeholder 2">
            <a:extLst>
              <a:ext uri="{FF2B5EF4-FFF2-40B4-BE49-F238E27FC236}">
                <a16:creationId xmlns:a16="http://schemas.microsoft.com/office/drawing/2014/main" id="{B2A2BF14-A0C6-A93E-4AAD-2B394A732CF6}"/>
              </a:ext>
            </a:extLst>
          </p:cNvPr>
          <p:cNvSpPr>
            <a:spLocks noGrp="1"/>
          </p:cNvSpPr>
          <p:nvPr>
            <p:custDataLst>
              <p:tags r:id="rId97"/>
            </p:custDataLst>
          </p:nvPr>
        </p:nvSpPr>
        <p:spPr bwMode="gray">
          <a:xfrm>
            <a:off x="2287588" y="4125913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982FFBAC-8DE2-41E3-B7E0-13AFEA4CBEC5}" type="datetime'''''''''3''''''.''''1''''''''''''''''''''''''''''''''%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3.1%</a:t>
            </a:fld>
            <a:endParaRPr lang="en-US" sz="800"/>
          </a:p>
        </p:txBody>
      </p:sp>
      <p:sp>
        <p:nvSpPr>
          <p:cNvPr id="233" name="Text Placeholder 2">
            <a:extLst>
              <a:ext uri="{FF2B5EF4-FFF2-40B4-BE49-F238E27FC236}">
                <a16:creationId xmlns:a16="http://schemas.microsoft.com/office/drawing/2014/main" id="{8D421E1C-1D8B-B696-64EC-A1A51869C906}"/>
              </a:ext>
            </a:extLst>
          </p:cNvPr>
          <p:cNvSpPr>
            <a:spLocks noGrp="1"/>
          </p:cNvSpPr>
          <p:nvPr>
            <p:custDataLst>
              <p:tags r:id="rId98"/>
            </p:custDataLst>
          </p:nvPr>
        </p:nvSpPr>
        <p:spPr bwMode="gray">
          <a:xfrm>
            <a:off x="2660650" y="3757613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1DBE2995-71EF-416E-B5C0-457010D7A2E6}" type="datetime'4''''.''''''''''''''''''''''5''''''''''''''''%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4.5%</a:t>
            </a:fld>
            <a:endParaRPr lang="en-US" sz="800"/>
          </a:p>
        </p:txBody>
      </p:sp>
      <p:sp>
        <p:nvSpPr>
          <p:cNvPr id="234" name="Text Placeholder 2">
            <a:extLst>
              <a:ext uri="{FF2B5EF4-FFF2-40B4-BE49-F238E27FC236}">
                <a16:creationId xmlns:a16="http://schemas.microsoft.com/office/drawing/2014/main" id="{50C04326-71A5-20FD-A630-841570C59D6B}"/>
              </a:ext>
            </a:extLst>
          </p:cNvPr>
          <p:cNvSpPr>
            <a:spLocks noGrp="1"/>
          </p:cNvSpPr>
          <p:nvPr>
            <p:custDataLst>
              <p:tags r:id="rId99"/>
            </p:custDataLst>
          </p:nvPr>
        </p:nvSpPr>
        <p:spPr bwMode="gray">
          <a:xfrm>
            <a:off x="2868613" y="4125913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5628C8EA-8725-444A-A681-5A29BC6EAC1F}" type="datetime'''''''''''''''''''''''3.''''1''%''''''''''''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3.1%</a:t>
            </a:fld>
            <a:endParaRPr lang="en-US" sz="800"/>
          </a:p>
        </p:txBody>
      </p:sp>
      <p:sp>
        <p:nvSpPr>
          <p:cNvPr id="235" name="Text Placeholder 2">
            <a:extLst>
              <a:ext uri="{FF2B5EF4-FFF2-40B4-BE49-F238E27FC236}">
                <a16:creationId xmlns:a16="http://schemas.microsoft.com/office/drawing/2014/main" id="{1C1C5D42-BBFC-35BC-52F7-B91437E75962}"/>
              </a:ext>
            </a:extLst>
          </p:cNvPr>
          <p:cNvSpPr>
            <a:spLocks noGrp="1"/>
          </p:cNvSpPr>
          <p:nvPr>
            <p:custDataLst>
              <p:tags r:id="rId100"/>
            </p:custDataLst>
          </p:nvPr>
        </p:nvSpPr>
        <p:spPr bwMode="gray">
          <a:xfrm>
            <a:off x="3240088" y="3889375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E99325FE-EA47-4097-9839-DF8B57727ACA}" type="datetime'''''''''''''''''''4''''.''''''''''''''0''''''%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4.0%</a:t>
            </a:fld>
            <a:endParaRPr lang="en-US" sz="800"/>
          </a:p>
        </p:txBody>
      </p:sp>
      <p:sp>
        <p:nvSpPr>
          <p:cNvPr id="236" name="Text Placeholder 2">
            <a:extLst>
              <a:ext uri="{FF2B5EF4-FFF2-40B4-BE49-F238E27FC236}">
                <a16:creationId xmlns:a16="http://schemas.microsoft.com/office/drawing/2014/main" id="{783D105A-5048-9E23-1A6F-166335BC3B13}"/>
              </a:ext>
            </a:extLst>
          </p:cNvPr>
          <p:cNvSpPr>
            <a:spLocks noGrp="1"/>
          </p:cNvSpPr>
          <p:nvPr>
            <p:custDataLst>
              <p:tags r:id="rId101"/>
            </p:custDataLst>
          </p:nvPr>
        </p:nvSpPr>
        <p:spPr bwMode="gray">
          <a:xfrm>
            <a:off x="3484563" y="4019550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D7DE614-88BB-4B8B-B2D7-FFF34664C50A}" type="datetime'''3.''5''''''%''''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3.5%</a:t>
            </a:fld>
            <a:endParaRPr lang="en-US" sz="800"/>
          </a:p>
        </p:txBody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EF66E0E3-7BD4-2B67-904A-46CD52071238}"/>
              </a:ext>
            </a:extLst>
          </p:cNvPr>
          <p:cNvGrpSpPr/>
          <p:nvPr/>
        </p:nvGrpSpPr>
        <p:grpSpPr>
          <a:xfrm>
            <a:off x="4022725" y="1736724"/>
            <a:ext cx="4044950" cy="4351338"/>
            <a:chOff x="4023360" y="1866900"/>
            <a:chExt cx="4043680" cy="4269740"/>
          </a:xfrm>
        </p:grpSpPr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8A38AE93-AEBF-011A-1AA8-41E08342C42D}"/>
                </a:ext>
              </a:extLst>
            </p:cNvPr>
            <p:cNvCxnSpPr/>
            <p:nvPr/>
          </p:nvCxnSpPr>
          <p:spPr>
            <a:xfrm>
              <a:off x="4023360" y="1866900"/>
              <a:ext cx="0" cy="42697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2397BD23-EAB3-4CC1-AA1F-E3683EED2A8B}"/>
                </a:ext>
              </a:extLst>
            </p:cNvPr>
            <p:cNvCxnSpPr/>
            <p:nvPr/>
          </p:nvCxnSpPr>
          <p:spPr>
            <a:xfrm>
              <a:off x="8067040" y="1866900"/>
              <a:ext cx="0" cy="42697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40" name="Graphic 239">
            <a:extLst>
              <a:ext uri="{FF2B5EF4-FFF2-40B4-BE49-F238E27FC236}">
                <a16:creationId xmlns:a16="http://schemas.microsoft.com/office/drawing/2014/main" id="{BA57D8AD-ACDC-AE58-D27A-2A860F6B6630}"/>
              </a:ext>
            </a:extLst>
          </p:cNvPr>
          <p:cNvPicPr>
            <a:picLocks noChangeAspect="1"/>
          </p:cNvPicPr>
          <p:nvPr>
            <p:custDataLst>
              <p:tags r:id="rId10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4422775" y="5724525"/>
            <a:ext cx="315913" cy="315913"/>
          </a:xfrm>
          <a:prstGeom prst="rect">
            <a:avLst/>
          </a:prstGeom>
        </p:spPr>
      </p:pic>
      <p:pic>
        <p:nvPicPr>
          <p:cNvPr id="241" name="Graphic 240">
            <a:extLst>
              <a:ext uri="{FF2B5EF4-FFF2-40B4-BE49-F238E27FC236}">
                <a16:creationId xmlns:a16="http://schemas.microsoft.com/office/drawing/2014/main" id="{7784CFBB-6A5D-5A39-C30E-54CC8F0299D5}"/>
              </a:ext>
            </a:extLst>
          </p:cNvPr>
          <p:cNvPicPr>
            <a:picLocks noChangeAspect="1"/>
          </p:cNvPicPr>
          <p:nvPr>
            <p:custDataLst>
              <p:tags r:id="rId10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5005388" y="5724525"/>
            <a:ext cx="315913" cy="315913"/>
          </a:xfrm>
          <a:prstGeom prst="rect">
            <a:avLst/>
          </a:prstGeom>
        </p:spPr>
      </p:pic>
      <p:pic>
        <p:nvPicPr>
          <p:cNvPr id="242" name="Graphic 241">
            <a:extLst>
              <a:ext uri="{FF2B5EF4-FFF2-40B4-BE49-F238E27FC236}">
                <a16:creationId xmlns:a16="http://schemas.microsoft.com/office/drawing/2014/main" id="{594268A6-FCA1-779D-C833-E28057C2AF3E}"/>
              </a:ext>
            </a:extLst>
          </p:cNvPr>
          <p:cNvPicPr>
            <a:picLocks noChangeAspect="1"/>
          </p:cNvPicPr>
          <p:nvPr>
            <p:custDataLst>
              <p:tags r:id="rId104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5586413" y="5724525"/>
            <a:ext cx="315913" cy="315913"/>
          </a:xfrm>
          <a:prstGeom prst="rect">
            <a:avLst/>
          </a:prstGeom>
        </p:spPr>
      </p:pic>
      <p:pic>
        <p:nvPicPr>
          <p:cNvPr id="243" name="Graphic 242">
            <a:extLst>
              <a:ext uri="{FF2B5EF4-FFF2-40B4-BE49-F238E27FC236}">
                <a16:creationId xmlns:a16="http://schemas.microsoft.com/office/drawing/2014/main" id="{E040D69A-77AF-ADC5-60EF-476AB4039CF5}"/>
              </a:ext>
            </a:extLst>
          </p:cNvPr>
          <p:cNvPicPr>
            <a:picLocks noChangeAspect="1"/>
          </p:cNvPicPr>
          <p:nvPr>
            <p:custDataLst>
              <p:tags r:id="rId105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6169025" y="5724525"/>
            <a:ext cx="315913" cy="315913"/>
          </a:xfrm>
          <a:prstGeom prst="rect">
            <a:avLst/>
          </a:prstGeom>
        </p:spPr>
      </p:pic>
      <p:pic>
        <p:nvPicPr>
          <p:cNvPr id="244" name="Graphic 243">
            <a:extLst>
              <a:ext uri="{FF2B5EF4-FFF2-40B4-BE49-F238E27FC236}">
                <a16:creationId xmlns:a16="http://schemas.microsoft.com/office/drawing/2014/main" id="{A4456EA1-EE8C-AE0D-ECB9-087F0FEE63BF}"/>
              </a:ext>
            </a:extLst>
          </p:cNvPr>
          <p:cNvPicPr>
            <a:picLocks noChangeAspect="1"/>
          </p:cNvPicPr>
          <p:nvPr>
            <p:custDataLst>
              <p:tags r:id="rId106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6750050" y="5724525"/>
            <a:ext cx="315913" cy="315913"/>
          </a:xfrm>
          <a:prstGeom prst="rect">
            <a:avLst/>
          </a:prstGeom>
        </p:spPr>
      </p:pic>
      <p:pic>
        <p:nvPicPr>
          <p:cNvPr id="245" name="Graphic 244">
            <a:extLst>
              <a:ext uri="{FF2B5EF4-FFF2-40B4-BE49-F238E27FC236}">
                <a16:creationId xmlns:a16="http://schemas.microsoft.com/office/drawing/2014/main" id="{75BE99C7-E905-4C83-ECE5-C3336546CE91}"/>
              </a:ext>
            </a:extLst>
          </p:cNvPr>
          <p:cNvPicPr>
            <a:picLocks noChangeAspect="1"/>
          </p:cNvPicPr>
          <p:nvPr>
            <p:custDataLst>
              <p:tags r:id="rId107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7332663" y="5724525"/>
            <a:ext cx="315913" cy="315913"/>
          </a:xfrm>
          <a:prstGeom prst="rect">
            <a:avLst/>
          </a:prstGeom>
        </p:spPr>
      </p:pic>
      <p:pic>
        <p:nvPicPr>
          <p:cNvPr id="246" name="Graphic 245">
            <a:extLst>
              <a:ext uri="{FF2B5EF4-FFF2-40B4-BE49-F238E27FC236}">
                <a16:creationId xmlns:a16="http://schemas.microsoft.com/office/drawing/2014/main" id="{EA3AFA7C-2005-1EE7-6FBE-EB9B9974263E}"/>
              </a:ext>
            </a:extLst>
          </p:cNvPr>
          <p:cNvPicPr>
            <a:picLocks noChangeAspect="1"/>
          </p:cNvPicPr>
          <p:nvPr>
            <p:custDataLst>
              <p:tags r:id="rId108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8453438" y="5724525"/>
            <a:ext cx="315913" cy="315913"/>
          </a:xfrm>
          <a:prstGeom prst="rect">
            <a:avLst/>
          </a:prstGeom>
        </p:spPr>
      </p:pic>
      <p:pic>
        <p:nvPicPr>
          <p:cNvPr id="247" name="Graphic 246">
            <a:extLst>
              <a:ext uri="{FF2B5EF4-FFF2-40B4-BE49-F238E27FC236}">
                <a16:creationId xmlns:a16="http://schemas.microsoft.com/office/drawing/2014/main" id="{81540E0A-A994-AB09-A53A-3EB62ADD7E94}"/>
              </a:ext>
            </a:extLst>
          </p:cNvPr>
          <p:cNvPicPr>
            <a:picLocks noChangeAspect="1"/>
          </p:cNvPicPr>
          <p:nvPr>
            <p:custDataLst>
              <p:tags r:id="rId109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9036050" y="5724525"/>
            <a:ext cx="315913" cy="315913"/>
          </a:xfrm>
          <a:prstGeom prst="rect">
            <a:avLst/>
          </a:prstGeom>
        </p:spPr>
      </p:pic>
      <p:pic>
        <p:nvPicPr>
          <p:cNvPr id="248" name="Graphic 247">
            <a:extLst>
              <a:ext uri="{FF2B5EF4-FFF2-40B4-BE49-F238E27FC236}">
                <a16:creationId xmlns:a16="http://schemas.microsoft.com/office/drawing/2014/main" id="{5E4F4A6F-9CCA-7AF0-CADB-FB42A1617F38}"/>
              </a:ext>
            </a:extLst>
          </p:cNvPr>
          <p:cNvPicPr>
            <a:picLocks noChangeAspect="1"/>
          </p:cNvPicPr>
          <p:nvPr>
            <p:custDataLst>
              <p:tags r:id="rId110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9617075" y="5724525"/>
            <a:ext cx="315913" cy="315913"/>
          </a:xfrm>
          <a:prstGeom prst="rect">
            <a:avLst/>
          </a:prstGeom>
        </p:spPr>
      </p:pic>
      <p:pic>
        <p:nvPicPr>
          <p:cNvPr id="249" name="Graphic 248">
            <a:extLst>
              <a:ext uri="{FF2B5EF4-FFF2-40B4-BE49-F238E27FC236}">
                <a16:creationId xmlns:a16="http://schemas.microsoft.com/office/drawing/2014/main" id="{8B661A86-07C0-E80F-1002-2C15F951F793}"/>
              </a:ext>
            </a:extLst>
          </p:cNvPr>
          <p:cNvPicPr>
            <a:picLocks noChangeAspect="1"/>
          </p:cNvPicPr>
          <p:nvPr>
            <p:custDataLst>
              <p:tags r:id="rId11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10199688" y="5724525"/>
            <a:ext cx="315913" cy="315913"/>
          </a:xfrm>
          <a:prstGeom prst="rect">
            <a:avLst/>
          </a:prstGeom>
        </p:spPr>
      </p:pic>
      <p:pic>
        <p:nvPicPr>
          <p:cNvPr id="250" name="Graphic 249">
            <a:extLst>
              <a:ext uri="{FF2B5EF4-FFF2-40B4-BE49-F238E27FC236}">
                <a16:creationId xmlns:a16="http://schemas.microsoft.com/office/drawing/2014/main" id="{23BD196F-3763-4390-E4DC-2C994F67B164}"/>
              </a:ext>
            </a:extLst>
          </p:cNvPr>
          <p:cNvPicPr>
            <a:picLocks noChangeAspect="1"/>
          </p:cNvPicPr>
          <p:nvPr>
            <p:custDataLst>
              <p:tags r:id="rId11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10780713" y="5724525"/>
            <a:ext cx="315913" cy="315913"/>
          </a:xfrm>
          <a:prstGeom prst="rect">
            <a:avLst/>
          </a:prstGeom>
        </p:spPr>
      </p:pic>
      <p:pic>
        <p:nvPicPr>
          <p:cNvPr id="251" name="Graphic 250">
            <a:extLst>
              <a:ext uri="{FF2B5EF4-FFF2-40B4-BE49-F238E27FC236}">
                <a16:creationId xmlns:a16="http://schemas.microsoft.com/office/drawing/2014/main" id="{FC2221ED-7282-B129-AB56-F145E2918B7F}"/>
              </a:ext>
            </a:extLst>
          </p:cNvPr>
          <p:cNvPicPr>
            <a:picLocks noChangeAspect="1"/>
          </p:cNvPicPr>
          <p:nvPr>
            <p:custDataLst>
              <p:tags r:id="rId11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11363325" y="5724525"/>
            <a:ext cx="315913" cy="315913"/>
          </a:xfrm>
          <a:prstGeom prst="rect">
            <a:avLst/>
          </a:prstGeom>
        </p:spPr>
      </p:pic>
      <p:sp>
        <p:nvSpPr>
          <p:cNvPr id="252" name="Rectangle: Rounded Corners 251">
            <a:extLst>
              <a:ext uri="{FF2B5EF4-FFF2-40B4-BE49-F238E27FC236}">
                <a16:creationId xmlns:a16="http://schemas.microsoft.com/office/drawing/2014/main" id="{5E877FB9-5D34-7658-266C-6538308ACE98}"/>
              </a:ext>
            </a:extLst>
          </p:cNvPr>
          <p:cNvSpPr/>
          <p:nvPr/>
        </p:nvSpPr>
        <p:spPr>
          <a:xfrm>
            <a:off x="4297363" y="2781300"/>
            <a:ext cx="579438" cy="3308350"/>
          </a:xfrm>
          <a:prstGeom prst="roundRect">
            <a:avLst/>
          </a:prstGeom>
          <a:noFill/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3" name="Graphic 252">
            <a:extLst>
              <a:ext uri="{FF2B5EF4-FFF2-40B4-BE49-F238E27FC236}">
                <a16:creationId xmlns:a16="http://schemas.microsoft.com/office/drawing/2014/main" id="{EA7FA590-CE1F-FBC0-270B-5D13D099FA06}"/>
              </a:ext>
            </a:extLst>
          </p:cNvPr>
          <p:cNvPicPr>
            <a:picLocks noChangeAspect="1"/>
          </p:cNvPicPr>
          <p:nvPr>
            <p:custDataLst>
              <p:tags r:id="rId114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4422775" y="5724525"/>
            <a:ext cx="315913" cy="315913"/>
          </a:xfrm>
          <a:prstGeom prst="rect">
            <a:avLst/>
          </a:prstGeom>
        </p:spPr>
      </p:pic>
      <p:pic>
        <p:nvPicPr>
          <p:cNvPr id="254" name="Graphic 253">
            <a:extLst>
              <a:ext uri="{FF2B5EF4-FFF2-40B4-BE49-F238E27FC236}">
                <a16:creationId xmlns:a16="http://schemas.microsoft.com/office/drawing/2014/main" id="{9963409D-B6CF-9F86-C2D4-C297B5414E74}"/>
              </a:ext>
            </a:extLst>
          </p:cNvPr>
          <p:cNvPicPr>
            <a:picLocks noChangeAspect="1"/>
          </p:cNvPicPr>
          <p:nvPr>
            <p:custDataLst>
              <p:tags r:id="rId115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5005388" y="5724525"/>
            <a:ext cx="315913" cy="315913"/>
          </a:xfrm>
          <a:prstGeom prst="rect">
            <a:avLst/>
          </a:prstGeom>
        </p:spPr>
      </p:pic>
      <p:pic>
        <p:nvPicPr>
          <p:cNvPr id="255" name="Graphic 254">
            <a:extLst>
              <a:ext uri="{FF2B5EF4-FFF2-40B4-BE49-F238E27FC236}">
                <a16:creationId xmlns:a16="http://schemas.microsoft.com/office/drawing/2014/main" id="{317C3A0D-7805-7835-248B-DAA3837967D9}"/>
              </a:ext>
            </a:extLst>
          </p:cNvPr>
          <p:cNvPicPr>
            <a:picLocks noChangeAspect="1"/>
          </p:cNvPicPr>
          <p:nvPr>
            <p:custDataLst>
              <p:tags r:id="rId116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6169025" y="5724525"/>
            <a:ext cx="315913" cy="315913"/>
          </a:xfrm>
          <a:prstGeom prst="rect">
            <a:avLst/>
          </a:prstGeom>
        </p:spPr>
      </p:pic>
      <p:pic>
        <p:nvPicPr>
          <p:cNvPr id="256" name="Graphic 255">
            <a:extLst>
              <a:ext uri="{FF2B5EF4-FFF2-40B4-BE49-F238E27FC236}">
                <a16:creationId xmlns:a16="http://schemas.microsoft.com/office/drawing/2014/main" id="{468C4A2E-CF08-EF6B-EE1A-DD951F7C1AE5}"/>
              </a:ext>
            </a:extLst>
          </p:cNvPr>
          <p:cNvPicPr>
            <a:picLocks noChangeAspect="1"/>
          </p:cNvPicPr>
          <p:nvPr>
            <p:custDataLst>
              <p:tags r:id="rId117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5586413" y="5724525"/>
            <a:ext cx="315913" cy="315913"/>
          </a:xfrm>
          <a:prstGeom prst="rect">
            <a:avLst/>
          </a:prstGeom>
        </p:spPr>
      </p:pic>
      <p:pic>
        <p:nvPicPr>
          <p:cNvPr id="257" name="Graphic 256">
            <a:extLst>
              <a:ext uri="{FF2B5EF4-FFF2-40B4-BE49-F238E27FC236}">
                <a16:creationId xmlns:a16="http://schemas.microsoft.com/office/drawing/2014/main" id="{F7AA7CE7-6669-744C-0081-FC386F05FDCB}"/>
              </a:ext>
            </a:extLst>
          </p:cNvPr>
          <p:cNvPicPr>
            <a:picLocks noChangeAspect="1"/>
          </p:cNvPicPr>
          <p:nvPr>
            <p:custDataLst>
              <p:tags r:id="rId118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6750050" y="5724525"/>
            <a:ext cx="315913" cy="315913"/>
          </a:xfrm>
          <a:prstGeom prst="rect">
            <a:avLst/>
          </a:prstGeom>
        </p:spPr>
      </p:pic>
      <p:pic>
        <p:nvPicPr>
          <p:cNvPr id="258" name="Graphic 257">
            <a:extLst>
              <a:ext uri="{FF2B5EF4-FFF2-40B4-BE49-F238E27FC236}">
                <a16:creationId xmlns:a16="http://schemas.microsoft.com/office/drawing/2014/main" id="{1DEE38FF-659C-3F06-4D3D-16C93CB0F6C1}"/>
              </a:ext>
            </a:extLst>
          </p:cNvPr>
          <p:cNvPicPr>
            <a:picLocks noChangeAspect="1"/>
          </p:cNvPicPr>
          <p:nvPr>
            <p:custDataLst>
              <p:tags r:id="rId119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7332663" y="5724525"/>
            <a:ext cx="315913" cy="315913"/>
          </a:xfrm>
          <a:prstGeom prst="rect">
            <a:avLst/>
          </a:prstGeom>
        </p:spPr>
      </p:pic>
      <p:sp>
        <p:nvSpPr>
          <p:cNvPr id="259" name="Oval 258">
            <a:extLst>
              <a:ext uri="{FF2B5EF4-FFF2-40B4-BE49-F238E27FC236}">
                <a16:creationId xmlns:a16="http://schemas.microsoft.com/office/drawing/2014/main" id="{F60BBB2C-E9D4-51A9-0D57-F702160EF4A2}"/>
              </a:ext>
            </a:extLst>
          </p:cNvPr>
          <p:cNvSpPr/>
          <p:nvPr/>
        </p:nvSpPr>
        <p:spPr>
          <a:xfrm>
            <a:off x="4978400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+0.4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15167C14-F4E7-29D6-6BEB-ACAFA0FC8C3C}"/>
              </a:ext>
            </a:extLst>
          </p:cNvPr>
          <p:cNvSpPr/>
          <p:nvPr/>
        </p:nvSpPr>
        <p:spPr>
          <a:xfrm>
            <a:off x="4398963" y="2867025"/>
            <a:ext cx="390525" cy="24606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</a:rPr>
              <a:t>+1.3</a:t>
            </a:r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40C89153-4921-25E8-5E41-862018828799}"/>
              </a:ext>
            </a:extLst>
          </p:cNvPr>
          <p:cNvSpPr/>
          <p:nvPr/>
        </p:nvSpPr>
        <p:spPr>
          <a:xfrm>
            <a:off x="5557838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+0.5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C9ADFC44-5D8B-DCD6-79E8-2F4EBA5D5861}"/>
              </a:ext>
            </a:extLst>
          </p:cNvPr>
          <p:cNvSpPr/>
          <p:nvPr/>
        </p:nvSpPr>
        <p:spPr>
          <a:xfrm>
            <a:off x="6135688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+1.6</a:t>
            </a:r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4357DC13-B7DE-5082-288C-46FB947E14E1}"/>
              </a:ext>
            </a:extLst>
          </p:cNvPr>
          <p:cNvSpPr/>
          <p:nvPr/>
        </p:nvSpPr>
        <p:spPr>
          <a:xfrm>
            <a:off x="6715125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+0.3</a:t>
            </a:r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1BE62BDA-2B4F-DD7B-8A58-85A9384FE24C}"/>
              </a:ext>
            </a:extLst>
          </p:cNvPr>
          <p:cNvSpPr/>
          <p:nvPr/>
        </p:nvSpPr>
        <p:spPr>
          <a:xfrm>
            <a:off x="7294563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+0.2</a:t>
            </a:r>
          </a:p>
        </p:txBody>
      </p:sp>
      <p:graphicFrame>
        <p:nvGraphicFramePr>
          <p:cNvPr id="326" name="Chart 325">
            <a:extLst>
              <a:ext uri="{FF2B5EF4-FFF2-40B4-BE49-F238E27FC236}">
                <a16:creationId xmlns:a16="http://schemas.microsoft.com/office/drawing/2014/main" id="{E3CC19FA-C1B4-BADC-DB27-6D5F7A6908D7}"/>
              </a:ext>
            </a:extLst>
          </p:cNvPr>
          <p:cNvGraphicFramePr/>
          <p:nvPr>
            <p:custDataLst>
              <p:tags r:id="rId120"/>
            </p:custDataLst>
            <p:extLst>
              <p:ext uri="{D42A27DB-BD31-4B8C-83A1-F6EECF244321}">
                <p14:modId xmlns:p14="http://schemas.microsoft.com/office/powerpoint/2010/main" val="3903894822"/>
              </p:ext>
            </p:extLst>
          </p:nvPr>
        </p:nvGraphicFramePr>
        <p:xfrm>
          <a:off x="4214813" y="3413125"/>
          <a:ext cx="3648075" cy="2114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1"/>
          </a:graphicData>
        </a:graphic>
      </p:graphicFrame>
      <p:sp>
        <p:nvSpPr>
          <p:cNvPr id="266" name="Text Placeholder 2">
            <a:extLst>
              <a:ext uri="{FF2B5EF4-FFF2-40B4-BE49-F238E27FC236}">
                <a16:creationId xmlns:a16="http://schemas.microsoft.com/office/drawing/2014/main" id="{D4213776-8DB0-C944-951D-BBCA678A92C7}"/>
              </a:ext>
            </a:extLst>
          </p:cNvPr>
          <p:cNvSpPr>
            <a:spLocks noGrp="1"/>
          </p:cNvSpPr>
          <p:nvPr>
            <p:custDataLst>
              <p:tags r:id="rId121"/>
            </p:custDataLst>
          </p:nvPr>
        </p:nvSpPr>
        <p:spPr bwMode="gray">
          <a:xfrm>
            <a:off x="4319588" y="3968750"/>
            <a:ext cx="25876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3816BD47-3016-439A-A26B-71C0D5EB5BC3}" type="datetime'''''''''''''2''''''''.''''''''''''''6''''''''%'''''''">
              <a:rPr lang="en-US" altLang="en-US" sz="900" b="1" smtClean="0"/>
              <a:pPr algn="ctr">
                <a:spcBef>
                  <a:spcPct val="0"/>
                </a:spcBef>
                <a:spcAft>
                  <a:spcPct val="0"/>
                </a:spcAft>
              </a:pPr>
              <a:t>2.6%</a:t>
            </a:fld>
            <a:endParaRPr lang="en-US" sz="900" b="1"/>
          </a:p>
        </p:txBody>
      </p:sp>
      <p:sp>
        <p:nvSpPr>
          <p:cNvPr id="267" name="Text Placeholder 2">
            <a:extLst>
              <a:ext uri="{FF2B5EF4-FFF2-40B4-BE49-F238E27FC236}">
                <a16:creationId xmlns:a16="http://schemas.microsoft.com/office/drawing/2014/main" id="{845CD717-56A8-F731-7A65-9CCE34BCECD9}"/>
              </a:ext>
            </a:extLst>
          </p:cNvPr>
          <p:cNvSpPr>
            <a:spLocks noGrp="1"/>
          </p:cNvSpPr>
          <p:nvPr>
            <p:custDataLst>
              <p:tags r:id="rId122"/>
            </p:custDataLst>
          </p:nvPr>
        </p:nvSpPr>
        <p:spPr bwMode="gray">
          <a:xfrm>
            <a:off x="4562475" y="3319463"/>
            <a:ext cx="258763" cy="15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5875" tIns="0" rIns="15875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86FF9154-B41B-48AB-A4BC-D28B5E4851DF}" type="datetime'''''''''3''''''''''.''''''''''''9''''''''''''%'''''">
              <a:rPr lang="en-US" altLang="en-US" sz="900" b="1" smtClean="0"/>
              <a:pPr algn="ctr">
                <a:spcBef>
                  <a:spcPct val="0"/>
                </a:spcBef>
                <a:spcAft>
                  <a:spcPct val="0"/>
                </a:spcAft>
              </a:pPr>
              <a:t>3.9%</a:t>
            </a:fld>
            <a:endParaRPr lang="en-US" sz="900" b="1"/>
          </a:p>
        </p:txBody>
      </p:sp>
      <p:sp>
        <p:nvSpPr>
          <p:cNvPr id="268" name="Text Placeholder 2">
            <a:extLst>
              <a:ext uri="{FF2B5EF4-FFF2-40B4-BE49-F238E27FC236}">
                <a16:creationId xmlns:a16="http://schemas.microsoft.com/office/drawing/2014/main" id="{8CE93F6F-17B9-267E-A781-2955D39A46ED}"/>
              </a:ext>
            </a:extLst>
          </p:cNvPr>
          <p:cNvSpPr>
            <a:spLocks noGrp="1"/>
          </p:cNvSpPr>
          <p:nvPr>
            <p:custDataLst>
              <p:tags r:id="rId123"/>
            </p:custDataLst>
          </p:nvPr>
        </p:nvSpPr>
        <p:spPr bwMode="gray">
          <a:xfrm>
            <a:off x="4949825" y="4186238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D63EB9B6-3152-4DA4-8961-233AA415B572}" type="datetime'''''''''''''''''''''''''2''.''''''''2''''''''''%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2.2%</a:t>
            </a:fld>
            <a:endParaRPr lang="en-US" sz="800"/>
          </a:p>
        </p:txBody>
      </p:sp>
      <p:sp>
        <p:nvSpPr>
          <p:cNvPr id="269" name="Text Placeholder 2">
            <a:extLst>
              <a:ext uri="{FF2B5EF4-FFF2-40B4-BE49-F238E27FC236}">
                <a16:creationId xmlns:a16="http://schemas.microsoft.com/office/drawing/2014/main" id="{EF96EC8B-352E-E202-1A38-1891BB59F188}"/>
              </a:ext>
            </a:extLst>
          </p:cNvPr>
          <p:cNvSpPr>
            <a:spLocks noGrp="1"/>
          </p:cNvSpPr>
          <p:nvPr>
            <p:custDataLst>
              <p:tags r:id="rId124"/>
            </p:custDataLst>
          </p:nvPr>
        </p:nvSpPr>
        <p:spPr bwMode="gray">
          <a:xfrm>
            <a:off x="5157788" y="3986213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82C2372-4BC5-4512-80D9-9601D60C38EE}" type="datetime'''''''''''''''''''''''2.''''''''''''''''6''''''''%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2.6%</a:t>
            </a:fld>
            <a:endParaRPr lang="en-US" sz="800"/>
          </a:p>
        </p:txBody>
      </p:sp>
      <p:sp>
        <p:nvSpPr>
          <p:cNvPr id="270" name="Text Placeholder 2">
            <a:extLst>
              <a:ext uri="{FF2B5EF4-FFF2-40B4-BE49-F238E27FC236}">
                <a16:creationId xmlns:a16="http://schemas.microsoft.com/office/drawing/2014/main" id="{1BFA3A69-56EB-A6E4-6220-113A51355F9A}"/>
              </a:ext>
            </a:extLst>
          </p:cNvPr>
          <p:cNvSpPr>
            <a:spLocks noGrp="1"/>
          </p:cNvSpPr>
          <p:nvPr>
            <p:custDataLst>
              <p:tags r:id="rId125"/>
            </p:custDataLst>
          </p:nvPr>
        </p:nvSpPr>
        <p:spPr bwMode="gray">
          <a:xfrm>
            <a:off x="5529263" y="4286250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9C7D96FD-9C06-44A9-91A0-A8A48B02FEF9}" type="datetime'2''''''''''''''''''''''''''''''''''''.''''''''0''''''''''%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2.0%</a:t>
            </a:fld>
            <a:endParaRPr lang="en-US" sz="800"/>
          </a:p>
        </p:txBody>
      </p:sp>
      <p:sp>
        <p:nvSpPr>
          <p:cNvPr id="271" name="Text Placeholder 2">
            <a:extLst>
              <a:ext uri="{FF2B5EF4-FFF2-40B4-BE49-F238E27FC236}">
                <a16:creationId xmlns:a16="http://schemas.microsoft.com/office/drawing/2014/main" id="{55B5DF34-79A9-4E31-C643-96488A94B290}"/>
              </a:ext>
            </a:extLst>
          </p:cNvPr>
          <p:cNvSpPr>
            <a:spLocks noGrp="1"/>
          </p:cNvSpPr>
          <p:nvPr>
            <p:custDataLst>
              <p:tags r:id="rId126"/>
            </p:custDataLst>
          </p:nvPr>
        </p:nvSpPr>
        <p:spPr bwMode="gray">
          <a:xfrm>
            <a:off x="5737225" y="4037013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7E652301-7C1D-4C8F-B6C0-62CEB8AD98AC}" type="datetime'2''''''''''''''''''''''''''''.''5''''''''''''%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2.5%</a:t>
            </a:fld>
            <a:endParaRPr lang="en-US" sz="800"/>
          </a:p>
        </p:txBody>
      </p:sp>
      <p:sp>
        <p:nvSpPr>
          <p:cNvPr id="272" name="Text Placeholder 2">
            <a:extLst>
              <a:ext uri="{FF2B5EF4-FFF2-40B4-BE49-F238E27FC236}">
                <a16:creationId xmlns:a16="http://schemas.microsoft.com/office/drawing/2014/main" id="{C56E0FE5-4E0E-3346-2565-1D31F160344F}"/>
              </a:ext>
            </a:extLst>
          </p:cNvPr>
          <p:cNvSpPr>
            <a:spLocks noGrp="1"/>
          </p:cNvSpPr>
          <p:nvPr>
            <p:custDataLst>
              <p:tags r:id="rId127"/>
            </p:custDataLst>
          </p:nvPr>
        </p:nvSpPr>
        <p:spPr bwMode="gray">
          <a:xfrm>
            <a:off x="6110288" y="4886325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A2E21261-EB54-4E71-96DD-3AEC7E268051}" type="datetime'''''''''0''''''''.8''''''%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0.8%</a:t>
            </a:fld>
            <a:endParaRPr lang="en-US" sz="800"/>
          </a:p>
        </p:txBody>
      </p:sp>
      <p:sp>
        <p:nvSpPr>
          <p:cNvPr id="273" name="Text Placeholder 2">
            <a:extLst>
              <a:ext uri="{FF2B5EF4-FFF2-40B4-BE49-F238E27FC236}">
                <a16:creationId xmlns:a16="http://schemas.microsoft.com/office/drawing/2014/main" id="{78279FF2-0B1E-9E48-39F2-CDA82E1E724D}"/>
              </a:ext>
            </a:extLst>
          </p:cNvPr>
          <p:cNvSpPr>
            <a:spLocks noGrp="1"/>
          </p:cNvSpPr>
          <p:nvPr>
            <p:custDataLst>
              <p:tags r:id="rId128"/>
            </p:custDataLst>
          </p:nvPr>
        </p:nvSpPr>
        <p:spPr bwMode="gray">
          <a:xfrm>
            <a:off x="6318250" y="4086225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E9567EC2-4BDA-4CD6-8663-D1E9BD5166FC}" type="datetime'''''''''''''''''''''''2''.''''''''''''''''4''''''''''%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2.4%</a:t>
            </a:fld>
            <a:endParaRPr lang="en-US" sz="800"/>
          </a:p>
        </p:txBody>
      </p:sp>
      <p:sp>
        <p:nvSpPr>
          <p:cNvPr id="274" name="Text Placeholder 2">
            <a:extLst>
              <a:ext uri="{FF2B5EF4-FFF2-40B4-BE49-F238E27FC236}">
                <a16:creationId xmlns:a16="http://schemas.microsoft.com/office/drawing/2014/main" id="{D5D486E5-47AD-8261-EF86-006D4AAB65AD}"/>
              </a:ext>
            </a:extLst>
          </p:cNvPr>
          <p:cNvSpPr>
            <a:spLocks noGrp="1"/>
          </p:cNvSpPr>
          <p:nvPr>
            <p:custDataLst>
              <p:tags r:id="rId129"/>
            </p:custDataLst>
          </p:nvPr>
        </p:nvSpPr>
        <p:spPr bwMode="gray">
          <a:xfrm>
            <a:off x="6691313" y="4286250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4786A55B-E9CC-4225-9872-AED8D89FD742}" type="datetime'''''''2''''''.''''''''''''''''''0''''''''''''''%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2.0%</a:t>
            </a:fld>
            <a:endParaRPr lang="en-US" sz="800"/>
          </a:p>
        </p:txBody>
      </p:sp>
      <p:sp>
        <p:nvSpPr>
          <p:cNvPr id="275" name="Text Placeholder 2">
            <a:extLst>
              <a:ext uri="{FF2B5EF4-FFF2-40B4-BE49-F238E27FC236}">
                <a16:creationId xmlns:a16="http://schemas.microsoft.com/office/drawing/2014/main" id="{C3175A2D-9659-352C-5821-6F15B1A40A77}"/>
              </a:ext>
            </a:extLst>
          </p:cNvPr>
          <p:cNvSpPr>
            <a:spLocks noGrp="1"/>
          </p:cNvSpPr>
          <p:nvPr>
            <p:custDataLst>
              <p:tags r:id="rId130"/>
            </p:custDataLst>
          </p:nvPr>
        </p:nvSpPr>
        <p:spPr bwMode="gray">
          <a:xfrm>
            <a:off x="6899275" y="4137025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EEBDEBA9-A4FF-4AB4-B016-10471DD7B77F}" type="datetime'2''''''''.''''3''''''''''''''''''%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2.3%</a:t>
            </a:fld>
            <a:endParaRPr lang="en-US" sz="800"/>
          </a:p>
        </p:txBody>
      </p:sp>
      <p:sp>
        <p:nvSpPr>
          <p:cNvPr id="276" name="Text Placeholder 2">
            <a:extLst>
              <a:ext uri="{FF2B5EF4-FFF2-40B4-BE49-F238E27FC236}">
                <a16:creationId xmlns:a16="http://schemas.microsoft.com/office/drawing/2014/main" id="{A552080C-6E05-08DB-151C-3C07368F7666}"/>
              </a:ext>
            </a:extLst>
          </p:cNvPr>
          <p:cNvSpPr>
            <a:spLocks noGrp="1"/>
          </p:cNvSpPr>
          <p:nvPr>
            <p:custDataLst>
              <p:tags r:id="rId131"/>
            </p:custDataLst>
          </p:nvPr>
        </p:nvSpPr>
        <p:spPr bwMode="gray">
          <a:xfrm>
            <a:off x="7270750" y="4537075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9F38FEF-219D-4C8F-9512-E0C01659BD3F}" type="datetime'''''''''''''''1''''''''.''''''''''''''''''''''5''%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1.5%</a:t>
            </a:fld>
            <a:endParaRPr lang="en-US" sz="800"/>
          </a:p>
        </p:txBody>
      </p:sp>
      <p:sp>
        <p:nvSpPr>
          <p:cNvPr id="277" name="Text Placeholder 2">
            <a:extLst>
              <a:ext uri="{FF2B5EF4-FFF2-40B4-BE49-F238E27FC236}">
                <a16:creationId xmlns:a16="http://schemas.microsoft.com/office/drawing/2014/main" id="{734607BF-DD96-6E9B-130F-DD266F6AC40D}"/>
              </a:ext>
            </a:extLst>
          </p:cNvPr>
          <p:cNvSpPr>
            <a:spLocks noGrp="1"/>
          </p:cNvSpPr>
          <p:nvPr>
            <p:custDataLst>
              <p:tags r:id="rId132"/>
            </p:custDataLst>
          </p:nvPr>
        </p:nvSpPr>
        <p:spPr bwMode="gray">
          <a:xfrm>
            <a:off x="7515225" y="4437063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83B9C201-4E88-43EE-A19E-BE09F04AA716}" type="datetime'''''''''''''''''''1''''''''''.''''''''''''''7''''''''''''''%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1.7%</a:t>
            </a:fld>
            <a:endParaRPr lang="en-US" sz="800"/>
          </a:p>
        </p:txBody>
      </p:sp>
      <p:sp>
        <p:nvSpPr>
          <p:cNvPr id="278" name="Rectangle: Rounded Corners 277">
            <a:extLst>
              <a:ext uri="{FF2B5EF4-FFF2-40B4-BE49-F238E27FC236}">
                <a16:creationId xmlns:a16="http://schemas.microsoft.com/office/drawing/2014/main" id="{33685C8C-AE35-7321-3A18-1FD7E67213A8}"/>
              </a:ext>
            </a:extLst>
          </p:cNvPr>
          <p:cNvSpPr/>
          <p:nvPr/>
        </p:nvSpPr>
        <p:spPr>
          <a:xfrm>
            <a:off x="8328025" y="2781300"/>
            <a:ext cx="579438" cy="3308350"/>
          </a:xfrm>
          <a:prstGeom prst="roundRect">
            <a:avLst/>
          </a:prstGeom>
          <a:noFill/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9" name="Graphic 278">
            <a:extLst>
              <a:ext uri="{FF2B5EF4-FFF2-40B4-BE49-F238E27FC236}">
                <a16:creationId xmlns:a16="http://schemas.microsoft.com/office/drawing/2014/main" id="{7DFFFC3D-985C-DBA2-5D6D-4105AD55F9A9}"/>
              </a:ext>
            </a:extLst>
          </p:cNvPr>
          <p:cNvPicPr>
            <a:picLocks noChangeAspect="1"/>
          </p:cNvPicPr>
          <p:nvPr>
            <p:custDataLst>
              <p:tags r:id="rId13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8453438" y="5724525"/>
            <a:ext cx="315913" cy="315913"/>
          </a:xfrm>
          <a:prstGeom prst="rect">
            <a:avLst/>
          </a:prstGeom>
        </p:spPr>
      </p:pic>
      <p:pic>
        <p:nvPicPr>
          <p:cNvPr id="280" name="Graphic 279">
            <a:extLst>
              <a:ext uri="{FF2B5EF4-FFF2-40B4-BE49-F238E27FC236}">
                <a16:creationId xmlns:a16="http://schemas.microsoft.com/office/drawing/2014/main" id="{77DACFEE-434F-EF24-008B-F6110F37650F}"/>
              </a:ext>
            </a:extLst>
          </p:cNvPr>
          <p:cNvPicPr>
            <a:picLocks noChangeAspect="1"/>
          </p:cNvPicPr>
          <p:nvPr>
            <p:custDataLst>
              <p:tags r:id="rId134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10780713" y="5724525"/>
            <a:ext cx="315913" cy="315913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4B894F5D-C763-B0BB-2FAA-919A8C4E39E2}"/>
              </a:ext>
            </a:extLst>
          </p:cNvPr>
          <p:cNvPicPr>
            <a:picLocks noChangeAspect="1"/>
          </p:cNvPicPr>
          <p:nvPr>
            <p:custDataLst>
              <p:tags r:id="rId135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9036050" y="5724525"/>
            <a:ext cx="315913" cy="315913"/>
          </a:xfrm>
          <a:prstGeom prst="rect">
            <a:avLst/>
          </a:prstGeom>
        </p:spPr>
      </p:pic>
      <p:pic>
        <p:nvPicPr>
          <p:cNvPr id="282" name="Graphic 281">
            <a:extLst>
              <a:ext uri="{FF2B5EF4-FFF2-40B4-BE49-F238E27FC236}">
                <a16:creationId xmlns:a16="http://schemas.microsoft.com/office/drawing/2014/main" id="{86A14F04-45A9-DF2E-B8C6-0DB455F304C3}"/>
              </a:ext>
            </a:extLst>
          </p:cNvPr>
          <p:cNvPicPr>
            <a:picLocks noChangeAspect="1"/>
          </p:cNvPicPr>
          <p:nvPr>
            <p:custDataLst>
              <p:tags r:id="rId136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9617075" y="5724525"/>
            <a:ext cx="315913" cy="315913"/>
          </a:xfrm>
          <a:prstGeom prst="rect">
            <a:avLst/>
          </a:prstGeom>
        </p:spPr>
      </p:pic>
      <p:pic>
        <p:nvPicPr>
          <p:cNvPr id="283" name="Graphic 282">
            <a:extLst>
              <a:ext uri="{FF2B5EF4-FFF2-40B4-BE49-F238E27FC236}">
                <a16:creationId xmlns:a16="http://schemas.microsoft.com/office/drawing/2014/main" id="{E09D7AB0-826B-67BE-3EFA-A25D5FAB31F1}"/>
              </a:ext>
            </a:extLst>
          </p:cNvPr>
          <p:cNvPicPr>
            <a:picLocks noChangeAspect="1"/>
          </p:cNvPicPr>
          <p:nvPr>
            <p:custDataLst>
              <p:tags r:id="rId137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10199688" y="5724525"/>
            <a:ext cx="315913" cy="315913"/>
          </a:xfrm>
          <a:prstGeom prst="rect">
            <a:avLst/>
          </a:prstGeom>
        </p:spPr>
      </p:pic>
      <p:pic>
        <p:nvPicPr>
          <p:cNvPr id="284" name="Graphic 283">
            <a:extLst>
              <a:ext uri="{FF2B5EF4-FFF2-40B4-BE49-F238E27FC236}">
                <a16:creationId xmlns:a16="http://schemas.microsoft.com/office/drawing/2014/main" id="{928B30F0-4BCB-C1C3-4F9B-93F7ED3FA338}"/>
              </a:ext>
            </a:extLst>
          </p:cNvPr>
          <p:cNvPicPr>
            <a:picLocks noChangeAspect="1"/>
          </p:cNvPicPr>
          <p:nvPr>
            <p:custDataLst>
              <p:tags r:id="rId138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11363325" y="5724525"/>
            <a:ext cx="315913" cy="315913"/>
          </a:xfrm>
          <a:prstGeom prst="rect">
            <a:avLst/>
          </a:prstGeom>
        </p:spPr>
      </p:pic>
      <p:sp>
        <p:nvSpPr>
          <p:cNvPr id="285" name="Oval 284">
            <a:extLst>
              <a:ext uri="{FF2B5EF4-FFF2-40B4-BE49-F238E27FC236}">
                <a16:creationId xmlns:a16="http://schemas.microsoft.com/office/drawing/2014/main" id="{D6ADC45A-863B-80E6-0A4C-FAC1FA7F91BC}"/>
              </a:ext>
            </a:extLst>
          </p:cNvPr>
          <p:cNvSpPr/>
          <p:nvPr/>
        </p:nvSpPr>
        <p:spPr>
          <a:xfrm>
            <a:off x="9009063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-0.8</a:t>
            </a:r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1F6C64E6-6C27-0821-B125-9573FC924A89}"/>
              </a:ext>
            </a:extLst>
          </p:cNvPr>
          <p:cNvSpPr/>
          <p:nvPr/>
        </p:nvSpPr>
        <p:spPr>
          <a:xfrm>
            <a:off x="8429625" y="2867025"/>
            <a:ext cx="390525" cy="24606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</a:rPr>
              <a:t>-4.7</a:t>
            </a:r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A8383299-0D49-134A-0D6A-364962D7200B}"/>
              </a:ext>
            </a:extLst>
          </p:cNvPr>
          <p:cNvSpPr/>
          <p:nvPr/>
        </p:nvSpPr>
        <p:spPr>
          <a:xfrm>
            <a:off x="9588500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+0.1</a:t>
            </a: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F40A0A14-39AB-CCC7-3D20-089F6E441F9C}"/>
              </a:ext>
            </a:extLst>
          </p:cNvPr>
          <p:cNvSpPr/>
          <p:nvPr/>
        </p:nvSpPr>
        <p:spPr>
          <a:xfrm>
            <a:off x="10166350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+0.2</a:t>
            </a:r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5ED376F0-C2C5-11C3-64C2-9D6C7FA430AA}"/>
              </a:ext>
            </a:extLst>
          </p:cNvPr>
          <p:cNvSpPr/>
          <p:nvPr/>
        </p:nvSpPr>
        <p:spPr>
          <a:xfrm>
            <a:off x="10745788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+1.1</a:t>
            </a:r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3C7539ED-22F9-4E91-4F18-D1BC0FF4D55B}"/>
              </a:ext>
            </a:extLst>
          </p:cNvPr>
          <p:cNvSpPr/>
          <p:nvPr/>
        </p:nvSpPr>
        <p:spPr>
          <a:xfrm>
            <a:off x="11325225" y="2867025"/>
            <a:ext cx="390525" cy="2460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+4.2</a:t>
            </a:r>
          </a:p>
        </p:txBody>
      </p:sp>
      <p:graphicFrame>
        <p:nvGraphicFramePr>
          <p:cNvPr id="327" name="Chart 326">
            <a:extLst>
              <a:ext uri="{FF2B5EF4-FFF2-40B4-BE49-F238E27FC236}">
                <a16:creationId xmlns:a16="http://schemas.microsoft.com/office/drawing/2014/main" id="{4622363F-9CD0-B9DF-D99F-C44C332C6CFF}"/>
              </a:ext>
            </a:extLst>
          </p:cNvPr>
          <p:cNvGraphicFramePr/>
          <p:nvPr>
            <p:custDataLst>
              <p:tags r:id="rId139"/>
            </p:custDataLst>
            <p:extLst>
              <p:ext uri="{D42A27DB-BD31-4B8C-83A1-F6EECF244321}">
                <p14:modId xmlns:p14="http://schemas.microsoft.com/office/powerpoint/2010/main" val="2412762290"/>
              </p:ext>
            </p:extLst>
          </p:nvPr>
        </p:nvGraphicFramePr>
        <p:xfrm>
          <a:off x="8245475" y="3413125"/>
          <a:ext cx="3648075" cy="2114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2"/>
          </a:graphicData>
        </a:graphic>
      </p:graphicFrame>
      <p:sp useBgFill="1">
        <p:nvSpPr>
          <p:cNvPr id="292" name="Freeform: Shape 291">
            <a:extLst>
              <a:ext uri="{FF2B5EF4-FFF2-40B4-BE49-F238E27FC236}">
                <a16:creationId xmlns:a16="http://schemas.microsoft.com/office/drawing/2014/main" id="{2366428D-6103-BA4A-6B04-7F31E9617555}"/>
              </a:ext>
            </a:extLst>
          </p:cNvPr>
          <p:cNvSpPr/>
          <p:nvPr>
            <p:custDataLst>
              <p:tags r:id="rId140"/>
            </p:custDataLst>
          </p:nvPr>
        </p:nvSpPr>
        <p:spPr bwMode="auto">
          <a:xfrm>
            <a:off x="10687051" y="3671888"/>
            <a:ext cx="506413" cy="193675"/>
          </a:xfrm>
          <a:custGeom>
            <a:avLst/>
            <a:gdLst/>
            <a:ahLst/>
            <a:cxnLst/>
            <a:rect l="0" t="0" r="0" b="0"/>
            <a:pathLst>
              <a:path w="506414" h="193676">
                <a:moveTo>
                  <a:pt x="0" y="136525"/>
                </a:moveTo>
                <a:lnTo>
                  <a:pt x="506413" y="0"/>
                </a:lnTo>
                <a:lnTo>
                  <a:pt x="506413" y="57150"/>
                </a:lnTo>
                <a:lnTo>
                  <a:pt x="0" y="1936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3" name="Freeform: Shape 292">
            <a:extLst>
              <a:ext uri="{FF2B5EF4-FFF2-40B4-BE49-F238E27FC236}">
                <a16:creationId xmlns:a16="http://schemas.microsoft.com/office/drawing/2014/main" id="{E218B2BA-DC9B-0FB0-0FFC-3E1AAF0CA9EB}"/>
              </a:ext>
            </a:extLst>
          </p:cNvPr>
          <p:cNvSpPr/>
          <p:nvPr>
            <p:custDataLst>
              <p:tags r:id="rId141"/>
            </p:custDataLst>
          </p:nvPr>
        </p:nvSpPr>
        <p:spPr bwMode="auto">
          <a:xfrm>
            <a:off x="8945563" y="5130800"/>
            <a:ext cx="506413" cy="193675"/>
          </a:xfrm>
          <a:custGeom>
            <a:avLst/>
            <a:gdLst/>
            <a:ahLst/>
            <a:cxnLst/>
            <a:rect l="0" t="0" r="0" b="0"/>
            <a:pathLst>
              <a:path w="506413" h="193676">
                <a:moveTo>
                  <a:pt x="0" y="136525"/>
                </a:moveTo>
                <a:lnTo>
                  <a:pt x="506412" y="0"/>
                </a:lnTo>
                <a:lnTo>
                  <a:pt x="506412" y="57150"/>
                </a:lnTo>
                <a:lnTo>
                  <a:pt x="0" y="1936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Freeform: Shape 293">
            <a:extLst>
              <a:ext uri="{FF2B5EF4-FFF2-40B4-BE49-F238E27FC236}">
                <a16:creationId xmlns:a16="http://schemas.microsoft.com/office/drawing/2014/main" id="{766ABD8D-85F3-134A-CE87-75061E5A7832}"/>
              </a:ext>
            </a:extLst>
          </p:cNvPr>
          <p:cNvSpPr/>
          <p:nvPr>
            <p:custDataLst>
              <p:tags r:id="rId142"/>
            </p:custDataLst>
          </p:nvPr>
        </p:nvSpPr>
        <p:spPr bwMode="auto">
          <a:xfrm>
            <a:off x="10687051" y="3671888"/>
            <a:ext cx="506413" cy="136525"/>
          </a:xfrm>
          <a:custGeom>
            <a:avLst/>
            <a:gdLst/>
            <a:ahLst/>
            <a:cxnLst/>
            <a:rect l="0" t="0" r="0" b="0"/>
            <a:pathLst>
              <a:path w="506414" h="136526">
                <a:moveTo>
                  <a:pt x="0" y="136525"/>
                </a:moveTo>
                <a:lnTo>
                  <a:pt x="50641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Freeform: Shape 294">
            <a:extLst>
              <a:ext uri="{FF2B5EF4-FFF2-40B4-BE49-F238E27FC236}">
                <a16:creationId xmlns:a16="http://schemas.microsoft.com/office/drawing/2014/main" id="{B0D2F2F8-FAEF-C99F-437A-57A7ACFB2A35}"/>
              </a:ext>
            </a:extLst>
          </p:cNvPr>
          <p:cNvSpPr/>
          <p:nvPr>
            <p:custDataLst>
              <p:tags r:id="rId143"/>
            </p:custDataLst>
          </p:nvPr>
        </p:nvSpPr>
        <p:spPr bwMode="auto">
          <a:xfrm>
            <a:off x="10687051" y="3729038"/>
            <a:ext cx="506413" cy="136525"/>
          </a:xfrm>
          <a:custGeom>
            <a:avLst/>
            <a:gdLst/>
            <a:ahLst/>
            <a:cxnLst/>
            <a:rect l="0" t="0" r="0" b="0"/>
            <a:pathLst>
              <a:path w="506414" h="136526">
                <a:moveTo>
                  <a:pt x="0" y="136525"/>
                </a:moveTo>
                <a:lnTo>
                  <a:pt x="50641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Freeform: Shape 295">
            <a:extLst>
              <a:ext uri="{FF2B5EF4-FFF2-40B4-BE49-F238E27FC236}">
                <a16:creationId xmlns:a16="http://schemas.microsoft.com/office/drawing/2014/main" id="{32C9C00C-52E9-6D22-93D8-1FC90BD723C8}"/>
              </a:ext>
            </a:extLst>
          </p:cNvPr>
          <p:cNvSpPr/>
          <p:nvPr>
            <p:custDataLst>
              <p:tags r:id="rId144"/>
            </p:custDataLst>
          </p:nvPr>
        </p:nvSpPr>
        <p:spPr bwMode="auto">
          <a:xfrm>
            <a:off x="8945563" y="5130800"/>
            <a:ext cx="506413" cy="136525"/>
          </a:xfrm>
          <a:custGeom>
            <a:avLst/>
            <a:gdLst/>
            <a:ahLst/>
            <a:cxnLst/>
            <a:rect l="0" t="0" r="0" b="0"/>
            <a:pathLst>
              <a:path w="506413" h="136526">
                <a:moveTo>
                  <a:pt x="0" y="136525"/>
                </a:moveTo>
                <a:lnTo>
                  <a:pt x="50641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Freeform: Shape 296">
            <a:extLst>
              <a:ext uri="{FF2B5EF4-FFF2-40B4-BE49-F238E27FC236}">
                <a16:creationId xmlns:a16="http://schemas.microsoft.com/office/drawing/2014/main" id="{0EF53348-ECF6-FCC0-20A7-317AA5DBD1D5}"/>
              </a:ext>
            </a:extLst>
          </p:cNvPr>
          <p:cNvSpPr/>
          <p:nvPr>
            <p:custDataLst>
              <p:tags r:id="rId145"/>
            </p:custDataLst>
          </p:nvPr>
        </p:nvSpPr>
        <p:spPr bwMode="auto">
          <a:xfrm>
            <a:off x="8945563" y="5187950"/>
            <a:ext cx="506413" cy="136525"/>
          </a:xfrm>
          <a:custGeom>
            <a:avLst/>
            <a:gdLst/>
            <a:ahLst/>
            <a:cxnLst/>
            <a:rect l="0" t="0" r="0" b="0"/>
            <a:pathLst>
              <a:path w="506413" h="136526">
                <a:moveTo>
                  <a:pt x="0" y="136525"/>
                </a:moveTo>
                <a:lnTo>
                  <a:pt x="50641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Text Placeholder 2">
            <a:extLst>
              <a:ext uri="{FF2B5EF4-FFF2-40B4-BE49-F238E27FC236}">
                <a16:creationId xmlns:a16="http://schemas.microsoft.com/office/drawing/2014/main" id="{9175136C-06AB-CDB1-7DC3-0B5294537769}"/>
              </a:ext>
            </a:extLst>
          </p:cNvPr>
          <p:cNvSpPr>
            <a:spLocks noGrp="1"/>
          </p:cNvSpPr>
          <p:nvPr>
            <p:custDataLst>
              <p:tags r:id="rId146"/>
            </p:custDataLst>
          </p:nvPr>
        </p:nvSpPr>
        <p:spPr bwMode="gray">
          <a:xfrm>
            <a:off x="8369300" y="4229100"/>
            <a:ext cx="2905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4265880E-4D98-4655-846A-07EF75C23664}" type="datetime'''''1.''''''''''''''''3%'''''''''''''''''''''''''''''''''">
              <a:rPr lang="en-US" altLang="en-US" sz="1000" b="1" smtClean="0"/>
              <a:pPr algn="ctr">
                <a:spcBef>
                  <a:spcPct val="0"/>
                </a:spcBef>
                <a:spcAft>
                  <a:spcPct val="0"/>
                </a:spcAft>
              </a:pPr>
              <a:t>1.3%</a:t>
            </a:fld>
            <a:endParaRPr lang="en-US" sz="1000" b="1"/>
          </a:p>
        </p:txBody>
      </p:sp>
      <p:sp>
        <p:nvSpPr>
          <p:cNvPr id="299" name="Text Placeholder 2">
            <a:extLst>
              <a:ext uri="{FF2B5EF4-FFF2-40B4-BE49-F238E27FC236}">
                <a16:creationId xmlns:a16="http://schemas.microsoft.com/office/drawing/2014/main" id="{EBBBAA02-4C62-0786-3F45-53CF96603271}"/>
              </a:ext>
            </a:extLst>
          </p:cNvPr>
          <p:cNvSpPr>
            <a:spLocks noGrp="1"/>
          </p:cNvSpPr>
          <p:nvPr>
            <p:custDataLst>
              <p:tags r:id="rId147"/>
            </p:custDataLst>
          </p:nvPr>
        </p:nvSpPr>
        <p:spPr bwMode="gray">
          <a:xfrm>
            <a:off x="8558213" y="5089525"/>
            <a:ext cx="328613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7463" tIns="0" rIns="17463" bIns="0" rtlCol="0" anchor="t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5833AB8A-A6C6-4975-BD8A-1D75B3BBD8D1}" type="datetime'''''''''-''''''''''''''''''''''''3''.''''''''''''4''''''%'''">
              <a:rPr lang="en-US" altLang="en-US" sz="1000" b="1" smtClean="0"/>
              <a:pPr algn="ctr">
                <a:spcBef>
                  <a:spcPct val="0"/>
                </a:spcBef>
                <a:spcAft>
                  <a:spcPct val="0"/>
                </a:spcAft>
              </a:pPr>
              <a:t>-3.4%</a:t>
            </a:fld>
            <a:endParaRPr lang="en-US" sz="1000" b="1"/>
          </a:p>
        </p:txBody>
      </p:sp>
      <p:sp>
        <p:nvSpPr>
          <p:cNvPr id="300" name="Text Placeholder 2">
            <a:extLst>
              <a:ext uri="{FF2B5EF4-FFF2-40B4-BE49-F238E27FC236}">
                <a16:creationId xmlns:a16="http://schemas.microsoft.com/office/drawing/2014/main" id="{7242ED1C-EDE8-1DE3-1A8B-4F19FE8F5904}"/>
              </a:ext>
            </a:extLst>
          </p:cNvPr>
          <p:cNvSpPr>
            <a:spLocks noGrp="1"/>
          </p:cNvSpPr>
          <p:nvPr>
            <p:custDataLst>
              <p:tags r:id="rId148"/>
            </p:custDataLst>
          </p:nvPr>
        </p:nvSpPr>
        <p:spPr bwMode="gray">
          <a:xfrm>
            <a:off x="8928100" y="5375275"/>
            <a:ext cx="26035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t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3E185C63-5025-49A0-9451-8285215FED42}" type="datetime'''''''-''''''''''''''9.''''''''''''''''''''''9%''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-9.9%</a:t>
            </a:fld>
            <a:endParaRPr lang="en-US" sz="800"/>
          </a:p>
        </p:txBody>
      </p:sp>
      <p:sp>
        <p:nvSpPr>
          <p:cNvPr id="301" name="Text Placeholder 2">
            <a:extLst>
              <a:ext uri="{FF2B5EF4-FFF2-40B4-BE49-F238E27FC236}">
                <a16:creationId xmlns:a16="http://schemas.microsoft.com/office/drawing/2014/main" id="{276B7E2E-CA8A-A13B-1BF0-14210CEA2F96}"/>
              </a:ext>
            </a:extLst>
          </p:cNvPr>
          <p:cNvSpPr>
            <a:spLocks noGrp="1"/>
          </p:cNvSpPr>
          <p:nvPr>
            <p:custDataLst>
              <p:tags r:id="rId149"/>
            </p:custDataLst>
          </p:nvPr>
        </p:nvSpPr>
        <p:spPr bwMode="gray">
          <a:xfrm>
            <a:off x="9204325" y="5470525"/>
            <a:ext cx="31115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t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E00A85E1-5BF8-484A-B871-30EADB219431}" type="datetime'''-''''''''''''1''''''''''0''''.''''''''''''''''6''''''%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-10.6%</a:t>
            </a:fld>
            <a:endParaRPr lang="en-US" sz="800"/>
          </a:p>
        </p:txBody>
      </p:sp>
      <p:sp>
        <p:nvSpPr>
          <p:cNvPr id="302" name="Text Placeholder 2">
            <a:extLst>
              <a:ext uri="{FF2B5EF4-FFF2-40B4-BE49-F238E27FC236}">
                <a16:creationId xmlns:a16="http://schemas.microsoft.com/office/drawing/2014/main" id="{532E8F2A-D4B8-1853-A4E8-80614C940C72}"/>
              </a:ext>
            </a:extLst>
          </p:cNvPr>
          <p:cNvSpPr>
            <a:spLocks noGrp="1"/>
          </p:cNvSpPr>
          <p:nvPr>
            <p:custDataLst>
              <p:tags r:id="rId150"/>
            </p:custDataLst>
          </p:nvPr>
        </p:nvSpPr>
        <p:spPr bwMode="gray">
          <a:xfrm>
            <a:off x="9559925" y="3786188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5811A34F-A4AF-4E4F-A3D6-22FE7AF8F197}" type="datetime'4''''''''''''''.8''''''%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4.8%</a:t>
            </a:fld>
            <a:endParaRPr lang="en-US" sz="800"/>
          </a:p>
        </p:txBody>
      </p:sp>
      <p:sp>
        <p:nvSpPr>
          <p:cNvPr id="303" name="Text Placeholder 2">
            <a:extLst>
              <a:ext uri="{FF2B5EF4-FFF2-40B4-BE49-F238E27FC236}">
                <a16:creationId xmlns:a16="http://schemas.microsoft.com/office/drawing/2014/main" id="{C16ECA8D-D11F-566E-B428-9CBE7C4B78F2}"/>
              </a:ext>
            </a:extLst>
          </p:cNvPr>
          <p:cNvSpPr>
            <a:spLocks noGrp="1"/>
          </p:cNvSpPr>
          <p:nvPr>
            <p:custDataLst>
              <p:tags r:id="rId151"/>
            </p:custDataLst>
          </p:nvPr>
        </p:nvSpPr>
        <p:spPr bwMode="gray">
          <a:xfrm>
            <a:off x="9804400" y="3771900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7818E275-70D1-4EB1-A276-3427CAFE61B1}" type="datetime'''''''''''4.''''''9''''%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4.9%</a:t>
            </a:fld>
            <a:endParaRPr lang="en-US" sz="800"/>
          </a:p>
        </p:txBody>
      </p:sp>
      <p:sp>
        <p:nvSpPr>
          <p:cNvPr id="304" name="Text Placeholder 2">
            <a:extLst>
              <a:ext uri="{FF2B5EF4-FFF2-40B4-BE49-F238E27FC236}">
                <a16:creationId xmlns:a16="http://schemas.microsoft.com/office/drawing/2014/main" id="{CF9355F1-FD57-F955-2878-9DBC56EF73FA}"/>
              </a:ext>
            </a:extLst>
          </p:cNvPr>
          <p:cNvSpPr>
            <a:spLocks noGrp="1"/>
          </p:cNvSpPr>
          <p:nvPr>
            <p:custDataLst>
              <p:tags r:id="rId152"/>
            </p:custDataLst>
          </p:nvPr>
        </p:nvSpPr>
        <p:spPr bwMode="gray">
          <a:xfrm>
            <a:off x="10094913" y="5130800"/>
            <a:ext cx="26035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t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192D649-B311-4B0A-B02C-E198371C6748}" type="datetime'''''''''-''''3''''''''''''''''''''''''''''''''''.''''7%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-3.7%</a:t>
            </a:fld>
            <a:endParaRPr lang="en-US" sz="800"/>
          </a:p>
        </p:txBody>
      </p:sp>
      <p:sp>
        <p:nvSpPr>
          <p:cNvPr id="305" name="Text Placeholder 2">
            <a:extLst>
              <a:ext uri="{FF2B5EF4-FFF2-40B4-BE49-F238E27FC236}">
                <a16:creationId xmlns:a16="http://schemas.microsoft.com/office/drawing/2014/main" id="{156695AC-7150-C305-34D0-7F1608F0C2ED}"/>
              </a:ext>
            </a:extLst>
          </p:cNvPr>
          <p:cNvSpPr>
            <a:spLocks noGrp="1"/>
          </p:cNvSpPr>
          <p:nvPr>
            <p:custDataLst>
              <p:tags r:id="rId153"/>
            </p:custDataLst>
          </p:nvPr>
        </p:nvSpPr>
        <p:spPr bwMode="gray">
          <a:xfrm>
            <a:off x="10371138" y="5103813"/>
            <a:ext cx="26035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t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1D2D8AD4-647E-441A-BFD5-4167812883EE}" type="datetime'''''''''''''''''''''-''''''''''''3.''''''''''''5''''''''''%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-3.5%</a:t>
            </a:fld>
            <a:endParaRPr lang="en-US" sz="800"/>
          </a:p>
        </p:txBody>
      </p:sp>
      <p:sp>
        <p:nvSpPr>
          <p:cNvPr id="306" name="Text Placeholder 2">
            <a:extLst>
              <a:ext uri="{FF2B5EF4-FFF2-40B4-BE49-F238E27FC236}">
                <a16:creationId xmlns:a16="http://schemas.microsoft.com/office/drawing/2014/main" id="{37BDE166-58AF-F3A1-D7B9-C1A27CBD2789}"/>
              </a:ext>
            </a:extLst>
          </p:cNvPr>
          <p:cNvSpPr>
            <a:spLocks noGrp="1"/>
          </p:cNvSpPr>
          <p:nvPr>
            <p:custDataLst>
              <p:tags r:id="rId154"/>
            </p:custDataLst>
          </p:nvPr>
        </p:nvSpPr>
        <p:spPr bwMode="gray">
          <a:xfrm>
            <a:off x="10650538" y="3487738"/>
            <a:ext cx="2794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F49C9CB1-B679-4058-8D82-ADB5A8A1EB79}" type="datetime'''''''''''''''''2''6''''''''''''.5''''%''''''''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26.5%</a:t>
            </a:fld>
            <a:endParaRPr lang="en-US" sz="800"/>
          </a:p>
        </p:txBody>
      </p:sp>
      <p:sp>
        <p:nvSpPr>
          <p:cNvPr id="307" name="Text Placeholder 2">
            <a:extLst>
              <a:ext uri="{FF2B5EF4-FFF2-40B4-BE49-F238E27FC236}">
                <a16:creationId xmlns:a16="http://schemas.microsoft.com/office/drawing/2014/main" id="{5A2929DE-623B-352E-C30B-70B474903FFF}"/>
              </a:ext>
            </a:extLst>
          </p:cNvPr>
          <p:cNvSpPr>
            <a:spLocks noGrp="1"/>
          </p:cNvSpPr>
          <p:nvPr>
            <p:custDataLst>
              <p:tags r:id="rId155"/>
            </p:custDataLst>
          </p:nvPr>
        </p:nvSpPr>
        <p:spPr bwMode="gray">
          <a:xfrm>
            <a:off x="10904538" y="3336925"/>
            <a:ext cx="2794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369BF19F-9138-4E88-9AD4-4B3F53BB2BE9}" type="datetime'''''''27''''.''''''''''''''''''''6''''''''''''''%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27.6%</a:t>
            </a:fld>
            <a:endParaRPr lang="en-US" sz="800"/>
          </a:p>
        </p:txBody>
      </p:sp>
      <p:sp>
        <p:nvSpPr>
          <p:cNvPr id="308" name="Text Placeholder 2">
            <a:extLst>
              <a:ext uri="{FF2B5EF4-FFF2-40B4-BE49-F238E27FC236}">
                <a16:creationId xmlns:a16="http://schemas.microsoft.com/office/drawing/2014/main" id="{0EC923E8-ABC0-DF99-12B8-66D4F5E71254}"/>
              </a:ext>
            </a:extLst>
          </p:cNvPr>
          <p:cNvSpPr>
            <a:spLocks noGrp="1"/>
          </p:cNvSpPr>
          <p:nvPr>
            <p:custDataLst>
              <p:tags r:id="rId156"/>
            </p:custDataLst>
          </p:nvPr>
        </p:nvSpPr>
        <p:spPr bwMode="gray">
          <a:xfrm>
            <a:off x="11301413" y="4305300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E754C31F-E38F-43AC-90FA-4DD774ECA428}" type="datetime'''''1''''''''.''''''''0''''''%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1.0%</a:t>
            </a:fld>
            <a:endParaRPr lang="en-US" sz="800"/>
          </a:p>
        </p:txBody>
      </p:sp>
      <p:sp>
        <p:nvSpPr>
          <p:cNvPr id="309" name="Text Placeholder 2">
            <a:extLst>
              <a:ext uri="{FF2B5EF4-FFF2-40B4-BE49-F238E27FC236}">
                <a16:creationId xmlns:a16="http://schemas.microsoft.com/office/drawing/2014/main" id="{D7664CEE-801C-1FD1-F271-DE719748A537}"/>
              </a:ext>
            </a:extLst>
          </p:cNvPr>
          <p:cNvSpPr>
            <a:spLocks noGrp="1"/>
          </p:cNvSpPr>
          <p:nvPr>
            <p:custDataLst>
              <p:tags r:id="rId157"/>
            </p:custDataLst>
          </p:nvPr>
        </p:nvSpPr>
        <p:spPr bwMode="gray">
          <a:xfrm>
            <a:off x="11509375" y="3732213"/>
            <a:ext cx="228600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14288" tIns="0" rIns="14288" bIns="0" rtlCol="0" anchor="b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4D5389A8-3BF5-41FD-B3C9-A2476B72320B}" type="datetime'''''''''''''''5''''.''''''2''''''%'''''''''''''''''">
              <a:rPr lang="en-US" altLang="en-US" sz="8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5.2%</a:t>
            </a:fld>
            <a:endParaRPr lang="en-US" sz="800"/>
          </a:p>
        </p:txBody>
      </p: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D061A71F-14E3-63BA-83B1-0D56EFE3918C}"/>
              </a:ext>
            </a:extLst>
          </p:cNvPr>
          <p:cNvGrpSpPr/>
          <p:nvPr/>
        </p:nvGrpSpPr>
        <p:grpSpPr>
          <a:xfrm>
            <a:off x="4622800" y="6411913"/>
            <a:ext cx="2965450" cy="201613"/>
            <a:chOff x="4915388" y="6436038"/>
            <a:chExt cx="2966229" cy="201613"/>
          </a:xfrm>
        </p:grpSpPr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33B881D1-9AD6-5B98-797A-7E3B7D273087}"/>
                </a:ext>
              </a:extLst>
            </p:cNvPr>
            <p:cNvSpPr/>
            <p:nvPr/>
          </p:nvSpPr>
          <p:spPr>
            <a:xfrm>
              <a:off x="5111749" y="6436038"/>
              <a:ext cx="925513" cy="1933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Pre-conflict</a:t>
              </a: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084F87B8-32BE-F4CF-388B-FF42FABC4228}"/>
                </a:ext>
              </a:extLst>
            </p:cNvPr>
            <p:cNvSpPr/>
            <p:nvPr/>
          </p:nvSpPr>
          <p:spPr>
            <a:xfrm>
              <a:off x="6521450" y="6436038"/>
              <a:ext cx="1360167" cy="20161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Current forecast</a:t>
              </a: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585A5204-E459-9A3D-0894-26D41D8EF58B}"/>
                </a:ext>
              </a:extLst>
            </p:cNvPr>
            <p:cNvSpPr/>
            <p:nvPr/>
          </p:nvSpPr>
          <p:spPr>
            <a:xfrm>
              <a:off x="4915388" y="6436038"/>
              <a:ext cx="180000" cy="18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B394CA19-6815-A94B-8A97-2050FFED376E}"/>
                </a:ext>
              </a:extLst>
            </p:cNvPr>
            <p:cNvSpPr/>
            <p:nvPr/>
          </p:nvSpPr>
          <p:spPr>
            <a:xfrm>
              <a:off x="6342061" y="6436038"/>
              <a:ext cx="180000" cy="18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15" name="Google Shape;2834;p16">
            <a:extLst>
              <a:ext uri="{FF2B5EF4-FFF2-40B4-BE49-F238E27FC236}">
                <a16:creationId xmlns:a16="http://schemas.microsoft.com/office/drawing/2014/main" id="{A303DC1B-68DD-B485-9CB7-5B5036D06412}"/>
              </a:ext>
            </a:extLst>
          </p:cNvPr>
          <p:cNvSpPr>
            <a:spLocks/>
          </p:cNvSpPr>
          <p:nvPr/>
        </p:nvSpPr>
        <p:spPr>
          <a:xfrm>
            <a:off x="266700" y="1727200"/>
            <a:ext cx="3565525" cy="503238"/>
          </a:xfrm>
          <a:prstGeom prst="round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txBody>
          <a:bodyPr spcFirstLastPara="1" wrap="square" lIns="396000" tIns="0" rIns="396000" bIns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Helvetica" panose="020B0604020202020204" pitchFamily="34" charset="0"/>
                <a:sym typeface="Arial"/>
              </a:rPr>
              <a:t>Qatar records the 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Helvetica" panose="020B0604020202020204" pitchFamily="34" charset="0"/>
                <a:sym typeface="Arial"/>
              </a:rPr>
              <a:t>sharpest downgrade to 2026 growth</a:t>
            </a:r>
          </a:p>
        </p:txBody>
      </p:sp>
      <p:sp>
        <p:nvSpPr>
          <p:cNvPr id="316" name="Google Shape;2834;p16">
            <a:extLst>
              <a:ext uri="{FF2B5EF4-FFF2-40B4-BE49-F238E27FC236}">
                <a16:creationId xmlns:a16="http://schemas.microsoft.com/office/drawing/2014/main" id="{0ECB73DF-630C-B188-655C-D2CDBEDC0F53}"/>
              </a:ext>
            </a:extLst>
          </p:cNvPr>
          <p:cNvSpPr>
            <a:spLocks/>
          </p:cNvSpPr>
          <p:nvPr/>
        </p:nvSpPr>
        <p:spPr>
          <a:xfrm>
            <a:off x="4262438" y="1727200"/>
            <a:ext cx="3565525" cy="503238"/>
          </a:xfrm>
          <a:prstGeom prst="round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txBody>
          <a:bodyPr spcFirstLastPara="1" wrap="square" lIns="396000" tIns="0" rIns="396000" bIns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Helvetica" panose="020B0604020202020204" pitchFamily="34" charset="0"/>
                <a:sym typeface="Arial"/>
              </a:rPr>
              <a:t>Qatar now carries the 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Helvetica" panose="020B0604020202020204" pitchFamily="34" charset="0"/>
                <a:sym typeface="Arial"/>
              </a:rPr>
              <a:t>highest inflation outlook</a:t>
            </a:r>
          </a:p>
        </p:txBody>
      </p:sp>
      <p:sp>
        <p:nvSpPr>
          <p:cNvPr id="317" name="Google Shape;2834;p16">
            <a:extLst>
              <a:ext uri="{FF2B5EF4-FFF2-40B4-BE49-F238E27FC236}">
                <a16:creationId xmlns:a16="http://schemas.microsoft.com/office/drawing/2014/main" id="{22508880-6EF6-3DB5-5EC2-F11B70E17CCE}"/>
              </a:ext>
            </a:extLst>
          </p:cNvPr>
          <p:cNvSpPr>
            <a:spLocks/>
          </p:cNvSpPr>
          <p:nvPr/>
        </p:nvSpPr>
        <p:spPr>
          <a:xfrm>
            <a:off x="8328025" y="1727200"/>
            <a:ext cx="3565525" cy="503238"/>
          </a:xfrm>
          <a:prstGeom prst="round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txBody>
          <a:bodyPr spcFirstLastPara="1" wrap="square" lIns="396000" tIns="0" rIns="396000" bIns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Helvetica" panose="020B0604020202020204" pitchFamily="34" charset="0"/>
                <a:sym typeface="Arial"/>
              </a:rPr>
              <a:t>Qatar shifts from surplus to deficit with the 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cs typeface="Helvetica" panose="020B0604020202020204" pitchFamily="34" charset="0"/>
                <a:sym typeface="Arial"/>
              </a:rPr>
              <a:t>largest fiscal deterioration</a:t>
            </a:r>
          </a:p>
        </p:txBody>
      </p:sp>
      <p:sp>
        <p:nvSpPr>
          <p:cNvPr id="318" name="Text Placeholder 1">
            <a:extLst>
              <a:ext uri="{FF2B5EF4-FFF2-40B4-BE49-F238E27FC236}">
                <a16:creationId xmlns:a16="http://schemas.microsoft.com/office/drawing/2014/main" id="{EC0DDC27-70B3-A66C-165F-AC21CDF5B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2390775"/>
            <a:ext cx="2249488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b="1" i="1">
                <a:solidFill>
                  <a:schemeClr val="tx1">
                    <a:lumMod val="75000"/>
                    <a:lumOff val="25000"/>
                  </a:schemeClr>
                </a:solidFill>
              </a:rPr>
              <a:t>2026 real GDP growth forecast</a:t>
            </a:r>
            <a:endParaRPr lang="en-US" altLang="en-US" sz="1200" b="1" i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5BBE7571-866D-CF44-D34A-A2E15F6AF51E}"/>
              </a:ext>
            </a:extLst>
          </p:cNvPr>
          <p:cNvCxnSpPr>
            <a:cxnSpLocks/>
          </p:cNvCxnSpPr>
          <p:nvPr/>
        </p:nvCxnSpPr>
        <p:spPr>
          <a:xfrm>
            <a:off x="323850" y="2657475"/>
            <a:ext cx="2336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0" name="Text Placeholder 1">
            <a:extLst>
              <a:ext uri="{FF2B5EF4-FFF2-40B4-BE49-F238E27FC236}">
                <a16:creationId xmlns:a16="http://schemas.microsoft.com/office/drawing/2014/main" id="{FA8DD34E-3DD1-67D1-BE15-719F260D7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725" y="2390775"/>
            <a:ext cx="2249488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b="1" i="1">
                <a:solidFill>
                  <a:schemeClr val="tx1">
                    <a:lumMod val="75000"/>
                    <a:lumOff val="25000"/>
                  </a:schemeClr>
                </a:solidFill>
              </a:rPr>
              <a:t>2026 inflation forecast</a:t>
            </a:r>
            <a:endParaRPr lang="en-US" altLang="en-US" sz="1200" b="1" i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7E8653EE-4D99-8755-3C75-B518C4EC3106}"/>
              </a:ext>
            </a:extLst>
          </p:cNvPr>
          <p:cNvCxnSpPr>
            <a:cxnSpLocks/>
          </p:cNvCxnSpPr>
          <p:nvPr/>
        </p:nvCxnSpPr>
        <p:spPr>
          <a:xfrm>
            <a:off x="4333875" y="2657475"/>
            <a:ext cx="2336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" name="Text Placeholder 1">
            <a:extLst>
              <a:ext uri="{FF2B5EF4-FFF2-40B4-BE49-F238E27FC236}">
                <a16:creationId xmlns:a16="http://schemas.microsoft.com/office/drawing/2014/main" id="{B0FD2F11-F4FA-B744-7CC3-E5EE29CFA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5" y="2390775"/>
            <a:ext cx="2249488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b="1" i="1">
                <a:solidFill>
                  <a:schemeClr val="tx1">
                    <a:lumMod val="75000"/>
                    <a:lumOff val="25000"/>
                  </a:schemeClr>
                </a:solidFill>
              </a:rPr>
              <a:t>2026 fiscal balance forecast</a:t>
            </a:r>
            <a:endParaRPr lang="en-US" altLang="en-US" sz="1200" b="1" i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CC61BFD3-53DD-1826-2ED6-A6AA5B8E7557}"/>
              </a:ext>
            </a:extLst>
          </p:cNvPr>
          <p:cNvCxnSpPr>
            <a:cxnSpLocks/>
          </p:cNvCxnSpPr>
          <p:nvPr/>
        </p:nvCxnSpPr>
        <p:spPr>
          <a:xfrm>
            <a:off x="8385175" y="2657475"/>
            <a:ext cx="2336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A8F3F-577B-1ED8-FDB6-FF57BC4296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6700" y="6354763"/>
            <a:ext cx="10058400" cy="274638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Source: International Monetary Fund (IMF), April 2026</a:t>
            </a:r>
          </a:p>
        </p:txBody>
      </p:sp>
    </p:spTree>
    <p:extLst>
      <p:ext uri="{BB962C8B-B14F-4D97-AF65-F5344CB8AC3E}">
        <p14:creationId xmlns:p14="http://schemas.microsoft.com/office/powerpoint/2010/main" val="365686137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2E72F-725E-6D0C-971A-5208C4E53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9C080ED4-A9D3-3DDB-C811-0DA5CCADE4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54329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080ED4-A9D3-3DDB-C811-0DA5CCADE4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" name="Picture 43">
            <a:extLst>
              <a:ext uri="{FF2B5EF4-FFF2-40B4-BE49-F238E27FC236}">
                <a16:creationId xmlns:a16="http://schemas.microsoft.com/office/drawing/2014/main" id="{BB051EC6-AD6D-1627-1AF1-87141C3997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47" t="-687" r="-3847" b="687"/>
          <a:stretch>
            <a:fillRect/>
          </a:stretch>
        </p:blipFill>
        <p:spPr>
          <a:xfrm>
            <a:off x="740568" y="1279074"/>
            <a:ext cx="10923608" cy="529014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37BB55C-1D6E-FCC3-1353-1F2597296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Qatar can use the 2026 landing point as a reset moment to address structural challenges and launch the New Economy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5F9FD1-6002-EC64-F139-8EC57B3B026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GB"/>
              <a:t>Illustrative Trajectory From Current Economic Pressure to Renewed Long-term Growth </a:t>
            </a:r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6879BEA5-C639-540C-E3C4-9F3613C889DD}"/>
              </a:ext>
            </a:extLst>
          </p:cNvPr>
          <p:cNvSpPr/>
          <p:nvPr/>
        </p:nvSpPr>
        <p:spPr>
          <a:xfrm>
            <a:off x="2419238" y="2231479"/>
            <a:ext cx="1941222" cy="223329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</a:rPr>
              <a:t>Hydrocarbon dependence</a:t>
            </a:r>
            <a:endParaRPr lang="en-US" sz="1200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0778FEC9-9E70-7080-6811-FABCEBC0CE4A}"/>
              </a:ext>
            </a:extLst>
          </p:cNvPr>
          <p:cNvSpPr/>
          <p:nvPr/>
        </p:nvSpPr>
        <p:spPr>
          <a:xfrm>
            <a:off x="2622762" y="2782840"/>
            <a:ext cx="2060476" cy="223329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</a:rPr>
              <a:t>Unclear sector income plans; Limited growth engines</a:t>
            </a:r>
            <a:endParaRPr lang="en-US" sz="120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0202D2AE-47F3-54BE-1ACD-992632980500}"/>
              </a:ext>
            </a:extLst>
          </p:cNvPr>
          <p:cNvSpPr/>
          <p:nvPr/>
        </p:nvSpPr>
        <p:spPr>
          <a:xfrm>
            <a:off x="2804038" y="3340881"/>
            <a:ext cx="1301728" cy="223329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</a:rPr>
              <a:t>Low productivity and innovation</a:t>
            </a:r>
            <a:endParaRPr lang="en-US" sz="120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68384A1-D42F-D280-584D-F77E37A23F5E}"/>
              </a:ext>
            </a:extLst>
          </p:cNvPr>
          <p:cNvSpPr/>
          <p:nvPr/>
        </p:nvSpPr>
        <p:spPr>
          <a:xfrm>
            <a:off x="3053180" y="3840477"/>
            <a:ext cx="1941222" cy="223329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</a:rPr>
              <a:t>Labor and skill mismatch</a:t>
            </a:r>
            <a:endParaRPr lang="en-US" sz="1200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6D7F5C84-C881-971E-508F-6A680ADE84A7}"/>
              </a:ext>
            </a:extLst>
          </p:cNvPr>
          <p:cNvSpPr/>
          <p:nvPr/>
        </p:nvSpPr>
        <p:spPr>
          <a:xfrm>
            <a:off x="3403514" y="4332754"/>
            <a:ext cx="1649178" cy="223329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/>
              <a:t>Policy execution gaps</a:t>
            </a:r>
          </a:p>
        </p:txBody>
      </p:sp>
      <p:sp>
        <p:nvSpPr>
          <p:cNvPr id="36" name="Text 46">
            <a:extLst>
              <a:ext uri="{FF2B5EF4-FFF2-40B4-BE49-F238E27FC236}">
                <a16:creationId xmlns:a16="http://schemas.microsoft.com/office/drawing/2014/main" id="{1B84E3F5-C790-D1C2-CE73-EEADE2CBA5AB}"/>
              </a:ext>
            </a:extLst>
          </p:cNvPr>
          <p:cNvSpPr/>
          <p:nvPr/>
        </p:nvSpPr>
        <p:spPr>
          <a:xfrm>
            <a:off x="8728767" y="4726211"/>
            <a:ext cx="2186721" cy="223329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2E68"/>
                </a:solidFill>
              </a:rPr>
              <a:t>Globally competitive economy</a:t>
            </a:r>
            <a:endParaRPr lang="en-US" sz="1200"/>
          </a:p>
        </p:txBody>
      </p:sp>
      <p:sp>
        <p:nvSpPr>
          <p:cNvPr id="37" name="Text 50">
            <a:extLst>
              <a:ext uri="{FF2B5EF4-FFF2-40B4-BE49-F238E27FC236}">
                <a16:creationId xmlns:a16="http://schemas.microsoft.com/office/drawing/2014/main" id="{FBAA0D4C-774C-3371-D586-0A0C4B1D7150}"/>
              </a:ext>
            </a:extLst>
          </p:cNvPr>
          <p:cNvSpPr/>
          <p:nvPr/>
        </p:nvSpPr>
        <p:spPr>
          <a:xfrm>
            <a:off x="9115776" y="4047391"/>
            <a:ext cx="2136703" cy="223329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2E68"/>
                </a:solidFill>
              </a:rPr>
              <a:t>Fiscally sustainable economy</a:t>
            </a:r>
            <a:endParaRPr lang="en-US" sz="1200"/>
          </a:p>
        </p:txBody>
      </p:sp>
      <p:sp>
        <p:nvSpPr>
          <p:cNvPr id="38" name="Text 54">
            <a:extLst>
              <a:ext uri="{FF2B5EF4-FFF2-40B4-BE49-F238E27FC236}">
                <a16:creationId xmlns:a16="http://schemas.microsoft.com/office/drawing/2014/main" id="{C5145B65-E486-8C89-7172-D746D3C32690}"/>
              </a:ext>
            </a:extLst>
          </p:cNvPr>
          <p:cNvSpPr/>
          <p:nvPr/>
        </p:nvSpPr>
        <p:spPr>
          <a:xfrm>
            <a:off x="9310778" y="3422295"/>
            <a:ext cx="1941222" cy="223329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2E68"/>
                </a:solidFill>
              </a:rPr>
              <a:t>Dynamic private sector</a:t>
            </a:r>
            <a:endParaRPr lang="en-US" sz="1200"/>
          </a:p>
        </p:txBody>
      </p:sp>
      <p:sp>
        <p:nvSpPr>
          <p:cNvPr id="39" name="Text 58">
            <a:extLst>
              <a:ext uri="{FF2B5EF4-FFF2-40B4-BE49-F238E27FC236}">
                <a16:creationId xmlns:a16="http://schemas.microsoft.com/office/drawing/2014/main" id="{C9BDDB6F-AD2D-7099-98DC-3330D9C6DE1F}"/>
              </a:ext>
            </a:extLst>
          </p:cNvPr>
          <p:cNvSpPr/>
          <p:nvPr/>
        </p:nvSpPr>
        <p:spPr>
          <a:xfrm>
            <a:off x="9387015" y="2816299"/>
            <a:ext cx="1941222" cy="223329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2E68"/>
                </a:solidFill>
              </a:rPr>
              <a:t>Diversified and resilient economic base</a:t>
            </a:r>
            <a:endParaRPr lang="en-US" sz="1200"/>
          </a:p>
        </p:txBody>
      </p:sp>
      <p:sp>
        <p:nvSpPr>
          <p:cNvPr id="40" name="Text 62">
            <a:extLst>
              <a:ext uri="{FF2B5EF4-FFF2-40B4-BE49-F238E27FC236}">
                <a16:creationId xmlns:a16="http://schemas.microsoft.com/office/drawing/2014/main" id="{CDC8CC51-CD09-F8DC-0984-8A250E7A49F9}"/>
              </a:ext>
            </a:extLst>
          </p:cNvPr>
          <p:cNvSpPr/>
          <p:nvPr/>
        </p:nvSpPr>
        <p:spPr>
          <a:xfrm>
            <a:off x="9368408" y="2229138"/>
            <a:ext cx="2083024" cy="223329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2E68"/>
                </a:solidFill>
              </a:rPr>
              <a:t>Productive workforce; Balanced population structure</a:t>
            </a:r>
            <a:endParaRPr lang="en-US" sz="1200"/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CDE2588F-1728-5D9B-6E16-C01B25D4C235}"/>
              </a:ext>
            </a:extLst>
          </p:cNvPr>
          <p:cNvSpPr/>
          <p:nvPr/>
        </p:nvSpPr>
        <p:spPr>
          <a:xfrm>
            <a:off x="3858664" y="4799733"/>
            <a:ext cx="828991" cy="223329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200"/>
              <a:t>Resource pressures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EA66EAD-A96C-77B9-A694-0DB76EE39D40}"/>
              </a:ext>
            </a:extLst>
          </p:cNvPr>
          <p:cNvSpPr txBox="1"/>
          <p:nvPr/>
        </p:nvSpPr>
        <p:spPr>
          <a:xfrm>
            <a:off x="1866902" y="5649016"/>
            <a:ext cx="86385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25"/>
            <a:r>
              <a:rPr lang="en-US" sz="1200"/>
              <a:t>Existing initiatives provide a starting point (e.g., National economic resilience plan, Government blueprint, Competitiveness report, Local investments, National champions),</a:t>
            </a:r>
          </a:p>
          <a:p>
            <a:pPr marL="111125"/>
            <a:r>
              <a:rPr lang="en-US" sz="1200"/>
              <a:t>but </a:t>
            </a:r>
            <a:r>
              <a:rPr lang="en-US" sz="1200" b="1">
                <a:solidFill>
                  <a:schemeClr val="accent1"/>
                </a:solidFill>
              </a:rPr>
              <a:t>the 2026 reset requires one economic direction to connect them to the New Economy</a:t>
            </a:r>
          </a:p>
        </p:txBody>
      </p:sp>
      <p:sp>
        <p:nvSpPr>
          <p:cNvPr id="47" name="Shape 2">
            <a:extLst>
              <a:ext uri="{FF2B5EF4-FFF2-40B4-BE49-F238E27FC236}">
                <a16:creationId xmlns:a16="http://schemas.microsoft.com/office/drawing/2014/main" id="{9BF026A0-2B1B-DA11-1C82-F168BE6FB359}"/>
              </a:ext>
            </a:extLst>
          </p:cNvPr>
          <p:cNvSpPr/>
          <p:nvPr/>
        </p:nvSpPr>
        <p:spPr>
          <a:xfrm>
            <a:off x="670842" y="1734146"/>
            <a:ext cx="3828890" cy="27022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rgbClr val="8B003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Structural Challenges to Address</a:t>
            </a:r>
            <a:endParaRPr lang="en-US" sz="1400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4584236B-B2DC-7254-413D-634F0A05966F}"/>
              </a:ext>
            </a:extLst>
          </p:cNvPr>
          <p:cNvSpPr/>
          <p:nvPr/>
        </p:nvSpPr>
        <p:spPr>
          <a:xfrm>
            <a:off x="7539660" y="1734146"/>
            <a:ext cx="3828890" cy="270228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rgbClr val="002E68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New Economy Outcomes</a:t>
            </a:r>
            <a:endParaRPr lang="en-US" sz="1400"/>
          </a:p>
        </p:txBody>
      </p:sp>
      <p:sp>
        <p:nvSpPr>
          <p:cNvPr id="50" name="Text 40">
            <a:extLst>
              <a:ext uri="{FF2B5EF4-FFF2-40B4-BE49-F238E27FC236}">
                <a16:creationId xmlns:a16="http://schemas.microsoft.com/office/drawing/2014/main" id="{027EFA25-FA52-B97E-F4D0-A8FD42138724}"/>
              </a:ext>
            </a:extLst>
          </p:cNvPr>
          <p:cNvSpPr/>
          <p:nvPr/>
        </p:nvSpPr>
        <p:spPr>
          <a:xfrm>
            <a:off x="3679963" y="5288798"/>
            <a:ext cx="3954097" cy="273719"/>
          </a:xfrm>
          <a:prstGeom prst="rect">
            <a:avLst/>
          </a:prstGeom>
          <a:solidFill>
            <a:schemeClr val="bg1">
              <a:alpha val="2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chemeClr val="accent1"/>
                </a:solidFill>
              </a:rPr>
              <a:t>2026 Landing Point: </a:t>
            </a:r>
            <a:r>
              <a:rPr lang="en-US" sz="1200" b="1">
                <a:solidFill>
                  <a:srgbClr val="000000"/>
                </a:solidFill>
              </a:rPr>
              <a:t>Moment to reset the</a:t>
            </a:r>
            <a:r>
              <a:rPr lang="en-US" sz="1200" b="1"/>
              <a:t> </a:t>
            </a:r>
            <a:r>
              <a:rPr lang="en-US" sz="1200" b="1">
                <a:solidFill>
                  <a:srgbClr val="000000"/>
                </a:solidFill>
              </a:rPr>
              <a:t>growth trajectory</a:t>
            </a:r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326237794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C6F1A-ED31-7081-7E44-76437B8F0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F76DEDE6-746B-9540-862A-68ACA1466F6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0543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6DEDE6-746B-9540-862A-68ACA1466F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le 2">
            <a:extLst>
              <a:ext uri="{FF2B5EF4-FFF2-40B4-BE49-F238E27FC236}">
                <a16:creationId xmlns:a16="http://schemas.microsoft.com/office/drawing/2014/main" id="{1C6BA3F0-9C5C-A184-850D-80C34275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393423"/>
            <a:ext cx="11544295" cy="759984"/>
          </a:xfrm>
        </p:spPr>
        <p:txBody>
          <a:bodyPr vert="horz"/>
          <a:lstStyle/>
          <a:p>
            <a:r>
              <a:rPr lang="en-US"/>
              <a:t>Qatar’s long-term growth path requires addressing structural challenges to diversification and competitiveness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DAF5D406-4D4F-717C-AC56-2EA8C126D487}"/>
              </a:ext>
            </a:extLst>
          </p:cNvPr>
          <p:cNvSpPr txBox="1">
            <a:spLocks/>
          </p:cNvSpPr>
          <p:nvPr/>
        </p:nvSpPr>
        <p:spPr>
          <a:xfrm>
            <a:off x="266699" y="1213758"/>
            <a:ext cx="11544295" cy="381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lang="en-US" sz="1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0006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9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60012" indent="-240003" algn="l" defTabSz="91441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57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66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74" indent="-228604" algn="l" defTabSz="9144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Qatar’s Structural Challenges Themes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1DDE7A-6A32-2CBE-AAD3-01A405FFC315}"/>
              </a:ext>
            </a:extLst>
          </p:cNvPr>
          <p:cNvSpPr>
            <a:spLocks/>
          </p:cNvSpPr>
          <p:nvPr/>
        </p:nvSpPr>
        <p:spPr>
          <a:xfrm>
            <a:off x="261937" y="1695450"/>
            <a:ext cx="1856532" cy="3459202"/>
          </a:xfrm>
          <a:prstGeom prst="rect">
            <a:avLst/>
          </a:prstGeom>
          <a:solidFill>
            <a:srgbClr val="FDEDF3">
              <a:alpha val="25000"/>
            </a:srgbClr>
          </a:solidFill>
          <a:ln w="9525" algn="ctr">
            <a:noFill/>
            <a:miter lim="800000"/>
            <a:headEnd/>
            <a:tailEnd/>
          </a:ln>
          <a:effectLst>
            <a:outerShdw blurRad="63500" algn="ctr" rotWithShape="0">
              <a:prstClr val="black">
                <a:alpha val="10000"/>
              </a:prstClr>
            </a:outerShdw>
          </a:effectLst>
        </p:spPr>
        <p:txBody>
          <a:bodyPr wrap="square" lIns="36000" tIns="1044000" rIns="72000" bIns="45720" numCol="1" anchor="t" anchorCtr="0">
            <a:normAutofit/>
          </a:bodyPr>
          <a:lstStyle/>
          <a:p>
            <a:pPr marL="111125">
              <a:spcAft>
                <a:spcPts val="1400"/>
              </a:spcAft>
            </a:pPr>
            <a:r>
              <a:rPr lang="en-US" sz="1400" b="1">
                <a:solidFill>
                  <a:schemeClr val="accent1"/>
                </a:solidFill>
              </a:rPr>
              <a:t>High dependence on hydrocarbons</a:t>
            </a:r>
          </a:p>
          <a:p>
            <a:pPr marL="111125">
              <a:spcAft>
                <a:spcPts val="1400"/>
              </a:spcAft>
            </a:pPr>
            <a:endParaRPr lang="en-US" sz="100"/>
          </a:p>
          <a:p>
            <a:pPr marL="111125">
              <a:spcAft>
                <a:spcPts val="1400"/>
              </a:spcAft>
            </a:pPr>
            <a:r>
              <a:rPr lang="en-US" sz="1400" b="1"/>
              <a:t>Fiscal revenues and exports remain tied to hydrocarbons </a:t>
            </a:r>
            <a:r>
              <a:rPr lang="en-US" sz="1400"/>
              <a:t>and future LNG cycles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F6104D-8B9C-A7FA-DDC0-717656CDEDFF}"/>
              </a:ext>
            </a:extLst>
          </p:cNvPr>
          <p:cNvCxnSpPr>
            <a:cxnSpLocks/>
          </p:cNvCxnSpPr>
          <p:nvPr/>
        </p:nvCxnSpPr>
        <p:spPr>
          <a:xfrm>
            <a:off x="404350" y="3358310"/>
            <a:ext cx="8351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B685945-50F3-D349-F8D1-BFCA4C5171B5}"/>
              </a:ext>
            </a:extLst>
          </p:cNvPr>
          <p:cNvSpPr>
            <a:spLocks/>
          </p:cNvSpPr>
          <p:nvPr/>
        </p:nvSpPr>
        <p:spPr>
          <a:xfrm>
            <a:off x="4145934" y="1695450"/>
            <a:ext cx="1856532" cy="3459202"/>
          </a:xfrm>
          <a:prstGeom prst="rect">
            <a:avLst/>
          </a:prstGeom>
          <a:solidFill>
            <a:srgbClr val="FDEDF3">
              <a:alpha val="25000"/>
            </a:srgbClr>
          </a:solidFill>
          <a:ln w="9525" algn="ctr">
            <a:noFill/>
            <a:miter lim="800000"/>
            <a:headEnd/>
            <a:tailEnd/>
          </a:ln>
          <a:effectLst>
            <a:outerShdw blurRad="63500" algn="ctr" rotWithShape="0">
              <a:prstClr val="black">
                <a:alpha val="10000"/>
              </a:prstClr>
            </a:outerShdw>
          </a:effectLst>
        </p:spPr>
        <p:txBody>
          <a:bodyPr wrap="square" lIns="36000" tIns="1044000" rIns="72000" bIns="45720" numCol="1" anchor="t" anchorCtr="0">
            <a:noAutofit/>
          </a:bodyPr>
          <a:lstStyle/>
          <a:p>
            <a:pPr marL="111125">
              <a:spcAft>
                <a:spcPts val="1400"/>
              </a:spcAft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+mn-cs"/>
              </a:rPr>
              <a:t>Limited private sector growth engines</a:t>
            </a:r>
          </a:p>
          <a:p>
            <a:pPr marL="111125">
              <a:spcAft>
                <a:spcPts val="1400"/>
              </a:spcAft>
            </a:pPr>
            <a:endParaRPr lang="en-US" sz="100"/>
          </a:p>
          <a:p>
            <a:pPr marL="111125">
              <a:spcAft>
                <a:spcPts val="1400"/>
              </a:spcAft>
            </a:pPr>
            <a:r>
              <a:rPr lang="en-US" sz="1400" b="1"/>
              <a:t>Firm scale</a:t>
            </a:r>
            <a:r>
              <a:rPr lang="en-US" sz="1400"/>
              <a:t>, </a:t>
            </a:r>
            <a:r>
              <a:rPr lang="en-US" sz="1400" b="1"/>
              <a:t>tradable activity</a:t>
            </a:r>
            <a:r>
              <a:rPr lang="en-US" sz="1400"/>
              <a:t>, </a:t>
            </a:r>
            <a:r>
              <a:rPr lang="en-US" sz="1400" b="1"/>
              <a:t>competition</a:t>
            </a:r>
            <a:r>
              <a:rPr lang="en-US" sz="1400"/>
              <a:t> and </a:t>
            </a:r>
            <a:r>
              <a:rPr lang="en-US" sz="1400" b="1"/>
              <a:t>financing</a:t>
            </a:r>
            <a:r>
              <a:rPr lang="en-US" sz="1400"/>
              <a:t> remain below what diversified growth requires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52972C-0223-06EE-C0E3-2355E1D39522}"/>
              </a:ext>
            </a:extLst>
          </p:cNvPr>
          <p:cNvCxnSpPr>
            <a:cxnSpLocks/>
          </p:cNvCxnSpPr>
          <p:nvPr/>
        </p:nvCxnSpPr>
        <p:spPr>
          <a:xfrm>
            <a:off x="4288347" y="3358310"/>
            <a:ext cx="8351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1224A28-3897-C003-C18B-FC597F417262}"/>
              </a:ext>
            </a:extLst>
          </p:cNvPr>
          <p:cNvSpPr>
            <a:spLocks/>
          </p:cNvSpPr>
          <p:nvPr/>
        </p:nvSpPr>
        <p:spPr>
          <a:xfrm>
            <a:off x="6087933" y="1695450"/>
            <a:ext cx="1856532" cy="3459202"/>
          </a:xfrm>
          <a:prstGeom prst="rect">
            <a:avLst/>
          </a:prstGeom>
          <a:solidFill>
            <a:srgbClr val="FDEDF3">
              <a:alpha val="25000"/>
            </a:srgbClr>
          </a:solidFill>
          <a:ln w="9525" algn="ctr">
            <a:noFill/>
            <a:miter lim="800000"/>
            <a:headEnd/>
            <a:tailEnd/>
          </a:ln>
          <a:effectLst>
            <a:outerShdw blurRad="63500" algn="ctr" rotWithShape="0">
              <a:prstClr val="black">
                <a:alpha val="10000"/>
              </a:prstClr>
            </a:outerShdw>
          </a:effectLst>
        </p:spPr>
        <p:txBody>
          <a:bodyPr wrap="square" lIns="36000" tIns="1044000" rIns="72000" bIns="45720" numCol="1" anchor="t" anchorCtr="0">
            <a:noAutofit/>
          </a:bodyPr>
          <a:lstStyle/>
          <a:p>
            <a:pPr marL="111125">
              <a:spcAft>
                <a:spcPts val="1400"/>
              </a:spcAft>
            </a:pPr>
            <a:r>
              <a:rPr lang="en-US" sz="1400" b="1">
                <a:solidFill>
                  <a:schemeClr val="accent1"/>
                </a:solidFill>
              </a:rPr>
              <a:t>Low productivity and innovation</a:t>
            </a:r>
          </a:p>
          <a:p>
            <a:pPr marL="111125">
              <a:spcAft>
                <a:spcPts val="1400"/>
              </a:spcAft>
            </a:pPr>
            <a:endParaRPr lang="en-US" sz="100" b="1"/>
          </a:p>
          <a:p>
            <a:pPr marL="111125">
              <a:spcAft>
                <a:spcPts val="1400"/>
              </a:spcAft>
            </a:pPr>
            <a:r>
              <a:rPr lang="en-US" sz="1400"/>
              <a:t>Non-hydrocarbon </a:t>
            </a:r>
            <a:r>
              <a:rPr lang="en-US" sz="1400" b="1"/>
              <a:t>productivity</a:t>
            </a:r>
            <a:r>
              <a:rPr lang="en-US" sz="1400"/>
              <a:t>, </a:t>
            </a:r>
            <a:r>
              <a:rPr lang="en-US" sz="1400" b="1"/>
              <a:t>innovation</a:t>
            </a:r>
            <a:r>
              <a:rPr lang="en-US" sz="1400"/>
              <a:t> and firm </a:t>
            </a:r>
            <a:r>
              <a:rPr lang="en-US" sz="1400" b="1"/>
              <a:t>competitiveness</a:t>
            </a:r>
            <a:r>
              <a:rPr lang="en-US" sz="1400"/>
              <a:t> remain below peer benchmarks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28BD1-4696-A27F-E6F6-F84129CC99BA}"/>
              </a:ext>
            </a:extLst>
          </p:cNvPr>
          <p:cNvCxnSpPr>
            <a:cxnSpLocks/>
          </p:cNvCxnSpPr>
          <p:nvPr/>
        </p:nvCxnSpPr>
        <p:spPr>
          <a:xfrm>
            <a:off x="6230346" y="3358310"/>
            <a:ext cx="8351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974F5AE-BDB4-8C30-E910-769E292F3855}"/>
              </a:ext>
            </a:extLst>
          </p:cNvPr>
          <p:cNvSpPr>
            <a:spLocks/>
          </p:cNvSpPr>
          <p:nvPr/>
        </p:nvSpPr>
        <p:spPr>
          <a:xfrm>
            <a:off x="8029931" y="1695450"/>
            <a:ext cx="1856532" cy="3459202"/>
          </a:xfrm>
          <a:prstGeom prst="rect">
            <a:avLst/>
          </a:prstGeom>
          <a:solidFill>
            <a:srgbClr val="FDEDF3">
              <a:alpha val="25000"/>
            </a:srgbClr>
          </a:solidFill>
          <a:ln w="9525" algn="ctr">
            <a:noFill/>
            <a:miter lim="800000"/>
            <a:headEnd/>
            <a:tailEnd/>
          </a:ln>
          <a:effectLst>
            <a:outerShdw blurRad="63500" algn="ctr" rotWithShape="0">
              <a:prstClr val="black">
                <a:alpha val="10000"/>
              </a:prstClr>
            </a:outerShdw>
          </a:effectLst>
        </p:spPr>
        <p:txBody>
          <a:bodyPr wrap="square" lIns="36000" tIns="1044000" rIns="72000" bIns="45720" numCol="1" anchor="t" anchorCtr="0">
            <a:normAutofit/>
          </a:bodyPr>
          <a:lstStyle/>
          <a:p>
            <a:pPr marL="111125">
              <a:spcAft>
                <a:spcPts val="1400"/>
              </a:spcAft>
            </a:pPr>
            <a:r>
              <a:rPr lang="en-US" sz="1400" b="1">
                <a:solidFill>
                  <a:schemeClr val="accent1"/>
                </a:solidFill>
              </a:rPr>
              <a:t>Labor market and skills mismatch</a:t>
            </a:r>
          </a:p>
          <a:p>
            <a:pPr marL="111125">
              <a:spcAft>
                <a:spcPts val="1400"/>
              </a:spcAft>
            </a:pPr>
            <a:endParaRPr lang="en-US" sz="100"/>
          </a:p>
          <a:p>
            <a:pPr marL="111125">
              <a:spcAft>
                <a:spcPts val="1400"/>
              </a:spcAft>
            </a:pPr>
            <a:r>
              <a:rPr lang="en-US" sz="1400" b="1"/>
              <a:t>Skills gaps and segmentation constrain workforce outcomes </a:t>
            </a:r>
            <a:r>
              <a:rPr lang="en-US" sz="1400"/>
              <a:t>and national participation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94C961B-CABD-EDBC-3C4D-6FCDB5E97B7E}"/>
              </a:ext>
            </a:extLst>
          </p:cNvPr>
          <p:cNvCxnSpPr>
            <a:cxnSpLocks/>
          </p:cNvCxnSpPr>
          <p:nvPr/>
        </p:nvCxnSpPr>
        <p:spPr>
          <a:xfrm>
            <a:off x="8172343" y="3358310"/>
            <a:ext cx="8351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FD5C485-89C5-B984-E904-A8D4965DDA6C}"/>
              </a:ext>
            </a:extLst>
          </p:cNvPr>
          <p:cNvSpPr>
            <a:spLocks/>
          </p:cNvSpPr>
          <p:nvPr/>
        </p:nvSpPr>
        <p:spPr>
          <a:xfrm>
            <a:off x="9971930" y="1695450"/>
            <a:ext cx="1856532" cy="3459202"/>
          </a:xfrm>
          <a:prstGeom prst="rect">
            <a:avLst/>
          </a:prstGeom>
          <a:solidFill>
            <a:srgbClr val="FDEDF3">
              <a:alpha val="25000"/>
            </a:srgbClr>
          </a:solidFill>
          <a:ln w="9525" algn="ctr">
            <a:noFill/>
            <a:miter lim="800000"/>
            <a:headEnd/>
            <a:tailEnd/>
          </a:ln>
          <a:effectLst>
            <a:outerShdw blurRad="63500" algn="ctr" rotWithShape="0">
              <a:prstClr val="black">
                <a:alpha val="10000"/>
              </a:prstClr>
            </a:outerShdw>
          </a:effectLst>
        </p:spPr>
        <p:txBody>
          <a:bodyPr wrap="square" lIns="36000" tIns="1044000" rIns="72000" bIns="45720" numCol="1" anchor="t" anchorCtr="0">
            <a:noAutofit/>
          </a:bodyPr>
          <a:lstStyle/>
          <a:p>
            <a:pPr marL="111125">
              <a:spcAft>
                <a:spcPts val="1400"/>
              </a:spcAft>
            </a:pPr>
            <a:r>
              <a:rPr lang="en-US" sz="1400" b="1">
                <a:solidFill>
                  <a:schemeClr val="accent1"/>
                </a:solidFill>
              </a:rPr>
              <a:t>Policy execution and evidence gaps</a:t>
            </a:r>
          </a:p>
          <a:p>
            <a:pPr marL="111125">
              <a:spcAft>
                <a:spcPts val="1400"/>
              </a:spcAft>
            </a:pPr>
            <a:endParaRPr lang="en-US" sz="100"/>
          </a:p>
          <a:p>
            <a:pPr marL="111125">
              <a:spcAft>
                <a:spcPts val="1400"/>
              </a:spcAft>
            </a:pPr>
            <a:r>
              <a:rPr lang="en-US" sz="1400" b="1"/>
              <a:t>Data, measurement and feedback loops remain insufficient </a:t>
            </a:r>
            <a:r>
              <a:rPr lang="en-US" sz="1400"/>
              <a:t>to track impact and adjust policy</a:t>
            </a:r>
            <a:endParaRPr lang="en-US" sz="1400">
              <a:solidFill>
                <a:schemeClr val="accent1"/>
              </a:solidFill>
            </a:endParaRPr>
          </a:p>
          <a:p>
            <a:pPr marL="111125">
              <a:spcAft>
                <a:spcPts val="1400"/>
              </a:spcAft>
            </a:pPr>
            <a:endParaRPr lang="en-US" sz="1400" b="1">
              <a:solidFill>
                <a:schemeClr val="accent1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A37D0A7-CAB3-BE4A-2A54-4DACDB6942EA}"/>
              </a:ext>
            </a:extLst>
          </p:cNvPr>
          <p:cNvCxnSpPr>
            <a:cxnSpLocks/>
          </p:cNvCxnSpPr>
          <p:nvPr/>
        </p:nvCxnSpPr>
        <p:spPr>
          <a:xfrm>
            <a:off x="10114342" y="3358310"/>
            <a:ext cx="8351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26095B2-0849-E109-246D-8D52BDC3F351}"/>
              </a:ext>
            </a:extLst>
          </p:cNvPr>
          <p:cNvSpPr>
            <a:spLocks/>
          </p:cNvSpPr>
          <p:nvPr/>
        </p:nvSpPr>
        <p:spPr>
          <a:xfrm>
            <a:off x="2203935" y="1695450"/>
            <a:ext cx="1856532" cy="3459202"/>
          </a:xfrm>
          <a:prstGeom prst="rect">
            <a:avLst/>
          </a:prstGeom>
          <a:solidFill>
            <a:srgbClr val="FDEDF3">
              <a:alpha val="25000"/>
            </a:srgbClr>
          </a:solidFill>
          <a:ln w="9525" algn="ctr">
            <a:noFill/>
            <a:miter lim="800000"/>
            <a:headEnd/>
            <a:tailEnd/>
          </a:ln>
          <a:effectLst>
            <a:outerShdw blurRad="63500" algn="ctr" rotWithShape="0">
              <a:prstClr val="black">
                <a:alpha val="10000"/>
              </a:prstClr>
            </a:outerShdw>
          </a:effectLst>
        </p:spPr>
        <p:txBody>
          <a:bodyPr wrap="square" lIns="36000" tIns="828000" rIns="72000" bIns="45720" numCol="1" anchor="t" anchorCtr="0">
            <a:noAutofit/>
          </a:bodyPr>
          <a:lstStyle/>
          <a:p>
            <a:pPr marL="111125">
              <a:spcAft>
                <a:spcPts val="1400"/>
              </a:spcAft>
            </a:pPr>
            <a:r>
              <a:rPr lang="en-US" sz="1400" b="1">
                <a:solidFill>
                  <a:schemeClr val="accent1"/>
                </a:solidFill>
              </a:rPr>
              <a:t>Unclear income plans for diversification sectors</a:t>
            </a:r>
          </a:p>
          <a:p>
            <a:pPr marL="111125">
              <a:spcAft>
                <a:spcPts val="1400"/>
              </a:spcAft>
            </a:pPr>
            <a:endParaRPr lang="en-US" sz="100"/>
          </a:p>
          <a:p>
            <a:pPr marL="111125">
              <a:spcAft>
                <a:spcPts val="1400"/>
              </a:spcAft>
            </a:pPr>
            <a:r>
              <a:rPr lang="en-US" sz="1400"/>
              <a:t>Diversification sectors </a:t>
            </a:r>
            <a:r>
              <a:rPr lang="en-US" sz="1400" b="1"/>
              <a:t>lack income plans </a:t>
            </a:r>
            <a:r>
              <a:rPr lang="en-US" sz="1400"/>
              <a:t>with clear </a:t>
            </a:r>
            <a:r>
              <a:rPr lang="en-US" sz="1400" b="1"/>
              <a:t>investment</a:t>
            </a:r>
            <a:r>
              <a:rPr lang="en-US" sz="1400"/>
              <a:t> needs, </a:t>
            </a:r>
            <a:r>
              <a:rPr lang="en-US" sz="1400" b="1"/>
              <a:t>expected returns</a:t>
            </a:r>
            <a:r>
              <a:rPr lang="en-US" sz="1400"/>
              <a:t>, support mechanisms, and champions roles</a:t>
            </a:r>
            <a:endParaRPr lang="en-US" sz="1400">
              <a:solidFill>
                <a:schemeClr val="accent1"/>
              </a:solidFill>
            </a:endParaRPr>
          </a:p>
          <a:p>
            <a:pPr marL="111125">
              <a:spcAft>
                <a:spcPts val="1400"/>
              </a:spcAft>
            </a:pPr>
            <a:endParaRPr lang="en-US" sz="1400" b="1">
              <a:solidFill>
                <a:schemeClr val="accent1"/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9B815C4-A1DF-012E-AD14-EC87887E7FEE}"/>
              </a:ext>
            </a:extLst>
          </p:cNvPr>
          <p:cNvCxnSpPr>
            <a:cxnSpLocks/>
          </p:cNvCxnSpPr>
          <p:nvPr/>
        </p:nvCxnSpPr>
        <p:spPr>
          <a:xfrm>
            <a:off x="2346349" y="3358310"/>
            <a:ext cx="83510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C02261A-336D-0344-80AE-EB29B87322D4}"/>
              </a:ext>
            </a:extLst>
          </p:cNvPr>
          <p:cNvGrpSpPr/>
          <p:nvPr/>
        </p:nvGrpSpPr>
        <p:grpSpPr>
          <a:xfrm>
            <a:off x="261937" y="5226050"/>
            <a:ext cx="11566525" cy="882650"/>
            <a:chOff x="261937" y="5200650"/>
            <a:chExt cx="11566525" cy="88265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FA65CF2-1C13-9D8E-2EBD-82E44F5465CA}"/>
                </a:ext>
              </a:extLst>
            </p:cNvPr>
            <p:cNvSpPr>
              <a:spLocks/>
            </p:cNvSpPr>
            <p:nvPr/>
          </p:nvSpPr>
          <p:spPr>
            <a:xfrm>
              <a:off x="261937" y="5200650"/>
              <a:ext cx="11566525" cy="882650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5000"/>
              </a:schemeClr>
            </a:solidFill>
            <a:ln w="9525" algn="ctr">
              <a:noFill/>
              <a:miter lim="800000"/>
              <a:headEnd/>
              <a:tailEnd/>
            </a:ln>
            <a:effectLst>
              <a:outerShdw blurRad="63500" algn="ctr" rotWithShape="0">
                <a:prstClr val="black">
                  <a:alpha val="10000"/>
                </a:prstClr>
              </a:outerShdw>
            </a:effectLst>
          </p:spPr>
          <p:txBody>
            <a:bodyPr wrap="square" lIns="1280160" tIns="73152" rIns="45720" bIns="45720" numCol="1" anchor="t" anchorCtr="0">
              <a:noAutofit/>
            </a:bodyPr>
            <a:lstStyle/>
            <a:p>
              <a:pPr marL="111125">
                <a:spcAft>
                  <a:spcPts val="600"/>
                </a:spcAft>
              </a:pPr>
              <a:r>
                <a: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Resource and environmental pressures</a:t>
              </a:r>
            </a:p>
            <a:p>
              <a:pPr marL="111125">
                <a:spcAft>
                  <a:spcPts val="1400"/>
                </a:spcAft>
              </a:pPr>
              <a:r>
                <a:rPr lang="en-US" sz="1400"/>
                <a:t>Resource </a:t>
              </a:r>
              <a:r>
                <a:rPr lang="en-US" sz="1400" b="1"/>
                <a:t>efficiency</a:t>
              </a:r>
              <a:r>
                <a:rPr lang="en-US" sz="1400"/>
                <a:t>, </a:t>
              </a:r>
              <a:r>
                <a:rPr lang="en-US" sz="1400" b="1"/>
                <a:t>water energy nexus pressures </a:t>
              </a:r>
              <a:r>
                <a:rPr lang="en-US" sz="1400"/>
                <a:t>and </a:t>
              </a:r>
              <a:r>
                <a:rPr lang="en-US" sz="1400" b="1"/>
                <a:t>environmental externalities </a:t>
              </a:r>
              <a:r>
                <a:rPr lang="en-US" sz="1400"/>
                <a:t>create additional </a:t>
              </a:r>
              <a:r>
                <a:rPr lang="en-US" sz="1400" b="1"/>
                <a:t>long-term constraints </a:t>
              </a:r>
              <a:br>
                <a:rPr lang="en-US" sz="1400"/>
              </a:br>
              <a:r>
                <a:rPr lang="en-US" sz="1400"/>
                <a:t>on the growth model</a:t>
              </a:r>
              <a:endParaRPr lang="en-US" sz="1400">
                <a:solidFill>
                  <a:srgbClr val="000000"/>
                </a:solidFill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A2D142F-DEC7-FAA9-E122-2265A60FB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13317" y="5337175"/>
              <a:ext cx="609600" cy="609600"/>
            </a:xfrm>
            <a:prstGeom prst="rect">
              <a:avLst/>
            </a:prstGeom>
          </p:spPr>
        </p:pic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5D753EF-9BA2-8AB0-BC84-D1454A7F069F}"/>
                </a:ext>
              </a:extLst>
            </p:cNvPr>
            <p:cNvCxnSpPr>
              <a:cxnSpLocks/>
            </p:cNvCxnSpPr>
            <p:nvPr/>
          </p:nvCxnSpPr>
          <p:spPr>
            <a:xfrm>
              <a:off x="1429544" y="5326024"/>
              <a:ext cx="0" cy="631903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Return of investment ">
            <a:extLst>
              <a:ext uri="{FF2B5EF4-FFF2-40B4-BE49-F238E27FC236}">
                <a16:creationId xmlns:a16="http://schemas.microsoft.com/office/drawing/2014/main" id="{809317F0-B2F0-FDCB-196B-062D38BF0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202" y="1863052"/>
            <a:ext cx="468000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9F316E-EA2E-4E79-E522-BCE7D090EFF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6203" y="1863052"/>
            <a:ext cx="468000" cy="46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32E927-CF71-B5C1-61BD-CAA32B934DA6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42178" y="1863052"/>
            <a:ext cx="468000" cy="468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FD8E516-691F-A90C-3657-1D0A4034ADAD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638731" y="1863052"/>
            <a:ext cx="468000" cy="46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538E1B1-378F-9F6F-7AD0-9782AEC6398D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40200" y="1863052"/>
            <a:ext cx="468000" cy="468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C30BC28-BABE-F43F-7A24-B043877E639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666196" y="1863052"/>
            <a:ext cx="46800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516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7D597A6-35D8-EAE4-8D3B-DC100A3278B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97206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D597A6-35D8-EAE4-8D3B-DC100A3278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2572883-A1F4-35A6-B5AD-6AC2BE26C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Multiple initiatives already target parts of the challenges, but they remain fragmented without an overarching economic framework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4783D-2363-5957-BFBD-5BF8F56E73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Current initiatives landscape and integration need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E54979-92BA-DB02-782E-EB24C4CD10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Source: Team Analysis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CF1190-2849-E0D8-092D-2636DCF0FEEA}"/>
              </a:ext>
            </a:extLst>
          </p:cNvPr>
          <p:cNvSpPr/>
          <p:nvPr/>
        </p:nvSpPr>
        <p:spPr>
          <a:xfrm>
            <a:off x="7316030" y="1695450"/>
            <a:ext cx="4512433" cy="3731004"/>
          </a:xfrm>
          <a:prstGeom prst="roundRect">
            <a:avLst>
              <a:gd name="adj" fmla="val 3506"/>
            </a:avLst>
          </a:prstGeom>
          <a:solidFill>
            <a:srgbClr val="FBE1EA">
              <a:alpha val="40000"/>
            </a:srgb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321E99D-7B17-437C-24C2-D684137E56F5}"/>
              </a:ext>
            </a:extLst>
          </p:cNvPr>
          <p:cNvSpPr/>
          <p:nvPr/>
        </p:nvSpPr>
        <p:spPr>
          <a:xfrm>
            <a:off x="261938" y="1972731"/>
            <a:ext cx="6509733" cy="3453723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851A17-198F-CB53-6183-561A751683A4}"/>
              </a:ext>
            </a:extLst>
          </p:cNvPr>
          <p:cNvSpPr/>
          <p:nvPr/>
        </p:nvSpPr>
        <p:spPr>
          <a:xfrm>
            <a:off x="2462048" y="1972732"/>
            <a:ext cx="2114276" cy="3485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Purpose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8B3FF1-21A7-F67E-0392-24F1952B81D8}"/>
              </a:ext>
            </a:extLst>
          </p:cNvPr>
          <p:cNvSpPr/>
          <p:nvPr/>
        </p:nvSpPr>
        <p:spPr>
          <a:xfrm>
            <a:off x="4657396" y="1972732"/>
            <a:ext cx="2114276" cy="3485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Fit to clarify</a:t>
            </a:r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C4D53C29-FD57-5EF9-E7B1-8A59528BCB34}"/>
              </a:ext>
            </a:extLst>
          </p:cNvPr>
          <p:cNvSpPr/>
          <p:nvPr/>
        </p:nvSpPr>
        <p:spPr>
          <a:xfrm>
            <a:off x="2462047" y="2412907"/>
            <a:ext cx="2114275" cy="4869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Respond to the current crisis,</a:t>
            </a:r>
            <a:endParaRPr lang="en-US" sz="1200"/>
          </a:p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protect economic continuity</a:t>
            </a:r>
            <a:endParaRPr lang="en-US" sz="1200"/>
          </a:p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and support recovery</a:t>
            </a:r>
            <a:endParaRPr lang="en-US" sz="120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91A40C6E-727A-AECA-CEAB-EC065757F5E4}"/>
              </a:ext>
            </a:extLst>
          </p:cNvPr>
          <p:cNvSpPr/>
          <p:nvPr/>
        </p:nvSpPr>
        <p:spPr>
          <a:xfrm>
            <a:off x="4657396" y="2452175"/>
            <a:ext cx="2114275" cy="40838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Connection to long-term</a:t>
            </a:r>
            <a:endParaRPr lang="en-US" sz="1200"/>
          </a:p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economic transformation</a:t>
            </a:r>
            <a:endParaRPr lang="en-US" sz="120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693EE7A5-FA6D-39DE-F796-5F4B40B2D12D}"/>
              </a:ext>
            </a:extLst>
          </p:cNvPr>
          <p:cNvSpPr/>
          <p:nvPr/>
        </p:nvSpPr>
        <p:spPr>
          <a:xfrm>
            <a:off x="2462047" y="3041054"/>
            <a:ext cx="2114275" cy="4869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Strengthen government</a:t>
            </a:r>
            <a:endParaRPr lang="en-US" sz="1200"/>
          </a:p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excellence, resilience and</a:t>
            </a:r>
            <a:endParaRPr lang="en-US" sz="1200"/>
          </a:p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execution capacity</a:t>
            </a:r>
            <a:endParaRPr lang="en-US" sz="120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BD5DDC71-0AE8-11E9-6D2D-F71C727C44BA}"/>
              </a:ext>
            </a:extLst>
          </p:cNvPr>
          <p:cNvSpPr/>
          <p:nvPr/>
        </p:nvSpPr>
        <p:spPr>
          <a:xfrm>
            <a:off x="4657396" y="3080322"/>
            <a:ext cx="2114275" cy="40838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Role in enabling delivery</a:t>
            </a:r>
            <a:endParaRPr lang="en-US" sz="1200"/>
          </a:p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of the new economy agenda</a:t>
            </a:r>
            <a:endParaRPr lang="en-US" sz="12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C19B562-8236-295E-3016-6C8623DF297E}"/>
              </a:ext>
            </a:extLst>
          </p:cNvPr>
          <p:cNvSpPr/>
          <p:nvPr/>
        </p:nvSpPr>
        <p:spPr>
          <a:xfrm>
            <a:off x="2462047" y="3669201"/>
            <a:ext cx="2114275" cy="4869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Surface priority competitiveness</a:t>
            </a:r>
            <a:endParaRPr lang="en-US" sz="1200"/>
          </a:p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gaps and areas for reform</a:t>
            </a:r>
            <a:endParaRPr lang="en-US" sz="12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6C4A4CC-BF2E-31B4-DC28-F98E6F28EB95}"/>
              </a:ext>
            </a:extLst>
          </p:cNvPr>
          <p:cNvSpPr/>
          <p:nvPr/>
        </p:nvSpPr>
        <p:spPr>
          <a:xfrm>
            <a:off x="4657396" y="3708468"/>
            <a:ext cx="2114275" cy="40838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Link to growth, investment</a:t>
            </a:r>
            <a:endParaRPr lang="en-US" sz="1200"/>
          </a:p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and productivity priorities</a:t>
            </a:r>
            <a:endParaRPr lang="en-US" sz="1200"/>
          </a:p>
        </p:txBody>
      </p:sp>
      <p:sp>
        <p:nvSpPr>
          <p:cNvPr id="35" name="Text 37">
            <a:extLst>
              <a:ext uri="{FF2B5EF4-FFF2-40B4-BE49-F238E27FC236}">
                <a16:creationId xmlns:a16="http://schemas.microsoft.com/office/drawing/2014/main" id="{87F5CE1B-22B6-05EC-7692-298D73C0D2C6}"/>
              </a:ext>
            </a:extLst>
          </p:cNvPr>
          <p:cNvSpPr/>
          <p:nvPr/>
        </p:nvSpPr>
        <p:spPr>
          <a:xfrm>
            <a:off x="2462047" y="4297347"/>
            <a:ext cx="2114275" cy="4869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Channel strategic domestic</a:t>
            </a:r>
            <a:endParaRPr lang="en-US" sz="1200"/>
          </a:p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capital toward national</a:t>
            </a:r>
            <a:endParaRPr lang="en-US" sz="1200"/>
          </a:p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economic priorities</a:t>
            </a:r>
            <a:endParaRPr lang="en-US" sz="1200"/>
          </a:p>
        </p:txBody>
      </p:sp>
      <p:sp>
        <p:nvSpPr>
          <p:cNvPr id="36" name="Text 38">
            <a:extLst>
              <a:ext uri="{FF2B5EF4-FFF2-40B4-BE49-F238E27FC236}">
                <a16:creationId xmlns:a16="http://schemas.microsoft.com/office/drawing/2014/main" id="{A3628DE1-5759-F657-DB1E-0F8CD4CD213D}"/>
              </a:ext>
            </a:extLst>
          </p:cNvPr>
          <p:cNvSpPr/>
          <p:nvPr/>
        </p:nvSpPr>
        <p:spPr>
          <a:xfrm>
            <a:off x="4657396" y="4336615"/>
            <a:ext cx="2114275" cy="40838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Target sectors, capabilities</a:t>
            </a:r>
            <a:endParaRPr lang="en-US" sz="1200"/>
          </a:p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and firms for catalytic</a:t>
            </a:r>
            <a:endParaRPr lang="en-US" sz="1200"/>
          </a:p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investment</a:t>
            </a:r>
            <a:endParaRPr lang="en-US" sz="1200"/>
          </a:p>
        </p:txBody>
      </p:sp>
      <p:sp>
        <p:nvSpPr>
          <p:cNvPr id="37" name="Text 43">
            <a:extLst>
              <a:ext uri="{FF2B5EF4-FFF2-40B4-BE49-F238E27FC236}">
                <a16:creationId xmlns:a16="http://schemas.microsoft.com/office/drawing/2014/main" id="{35DB26AE-3E4D-866F-0CFC-D9822C6C5A37}"/>
              </a:ext>
            </a:extLst>
          </p:cNvPr>
          <p:cNvSpPr/>
          <p:nvPr/>
        </p:nvSpPr>
        <p:spPr>
          <a:xfrm>
            <a:off x="2462047" y="4925493"/>
            <a:ext cx="2114275" cy="48692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Build Qatari firms with the scale</a:t>
            </a:r>
            <a:endParaRPr lang="en-US" sz="1200"/>
          </a:p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and capabilities to compete</a:t>
            </a:r>
            <a:endParaRPr lang="en-US" sz="1200"/>
          </a:p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beyond Qatar</a:t>
            </a:r>
            <a:endParaRPr lang="en-US" sz="1200"/>
          </a:p>
        </p:txBody>
      </p:sp>
      <p:sp>
        <p:nvSpPr>
          <p:cNvPr id="38" name="Text 44">
            <a:extLst>
              <a:ext uri="{FF2B5EF4-FFF2-40B4-BE49-F238E27FC236}">
                <a16:creationId xmlns:a16="http://schemas.microsoft.com/office/drawing/2014/main" id="{3AD8CE55-BFD0-1367-607C-651D53C56D7F}"/>
              </a:ext>
            </a:extLst>
          </p:cNvPr>
          <p:cNvSpPr/>
          <p:nvPr/>
        </p:nvSpPr>
        <p:spPr>
          <a:xfrm>
            <a:off x="4657396" y="4964761"/>
            <a:ext cx="2114275" cy="408387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Prerequisites required</a:t>
            </a:r>
            <a:endParaRPr lang="en-US" sz="1200"/>
          </a:p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for firms to scale and</a:t>
            </a:r>
            <a:endParaRPr lang="en-US" sz="1200"/>
          </a:p>
          <a:p>
            <a:pPr marL="0" indent="0" algn="l">
              <a:buNone/>
            </a:pPr>
            <a:r>
              <a:rPr lang="en-US" sz="1200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compete globally</a:t>
            </a:r>
            <a:endParaRPr lang="en-US" sz="1200"/>
          </a:p>
        </p:txBody>
      </p:sp>
      <p:sp>
        <p:nvSpPr>
          <p:cNvPr id="39" name="Text 48">
            <a:extLst>
              <a:ext uri="{FF2B5EF4-FFF2-40B4-BE49-F238E27FC236}">
                <a16:creationId xmlns:a16="http://schemas.microsoft.com/office/drawing/2014/main" id="{DD66067B-A908-42FF-BFDE-3E270C292B85}"/>
              </a:ext>
            </a:extLst>
          </p:cNvPr>
          <p:cNvSpPr/>
          <p:nvPr/>
        </p:nvSpPr>
        <p:spPr>
          <a:xfrm>
            <a:off x="8061622" y="1898142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8F0034"/>
                </a:solidFill>
                <a:ea typeface="Aptos" pitchFamily="34" charset="-122"/>
                <a:cs typeface="Aptos" pitchFamily="34" charset="-120"/>
              </a:rPr>
              <a:t>Role of the New Economy Framework</a:t>
            </a:r>
            <a:endParaRPr lang="en-US" sz="1400"/>
          </a:p>
        </p:txBody>
      </p:sp>
      <p:sp>
        <p:nvSpPr>
          <p:cNvPr id="40" name="Shape 49">
            <a:extLst>
              <a:ext uri="{FF2B5EF4-FFF2-40B4-BE49-F238E27FC236}">
                <a16:creationId xmlns:a16="http://schemas.microsoft.com/office/drawing/2014/main" id="{79270C3C-CACC-37B2-F6DA-6A498D65CEB9}"/>
              </a:ext>
            </a:extLst>
          </p:cNvPr>
          <p:cNvSpPr/>
          <p:nvPr/>
        </p:nvSpPr>
        <p:spPr>
          <a:xfrm>
            <a:off x="8180494" y="2154174"/>
            <a:ext cx="2816352" cy="0"/>
          </a:xfrm>
          <a:prstGeom prst="line">
            <a:avLst/>
          </a:prstGeom>
          <a:noFill/>
          <a:ln w="10160">
            <a:solidFill>
              <a:srgbClr val="8F0034"/>
            </a:solidFill>
            <a:prstDash val="solid"/>
          </a:ln>
        </p:spPr>
        <p:txBody>
          <a:bodyPr/>
          <a:lstStyle/>
          <a:p>
            <a:endParaRPr lang="en-GB" sz="900"/>
          </a:p>
        </p:txBody>
      </p:sp>
      <p:sp>
        <p:nvSpPr>
          <p:cNvPr id="41" name="Text 50">
            <a:extLst>
              <a:ext uri="{FF2B5EF4-FFF2-40B4-BE49-F238E27FC236}">
                <a16:creationId xmlns:a16="http://schemas.microsoft.com/office/drawing/2014/main" id="{C68AC0F2-E2F0-F1AC-3CFE-04A6F140A5BD}"/>
              </a:ext>
            </a:extLst>
          </p:cNvPr>
          <p:cNvSpPr/>
          <p:nvPr/>
        </p:nvSpPr>
        <p:spPr>
          <a:xfrm>
            <a:off x="7455222" y="2194086"/>
            <a:ext cx="42577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i="1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Clarify </a:t>
            </a:r>
            <a:r>
              <a:rPr lang="en-US" sz="1200" b="1" i="1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how current initiatives fit together </a:t>
            </a:r>
            <a:r>
              <a:rPr lang="en-US" sz="1200" i="1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and</a:t>
            </a:r>
            <a:r>
              <a:rPr lang="en-US" sz="1200" i="1"/>
              <a:t> </a:t>
            </a:r>
            <a:r>
              <a:rPr lang="en-US" sz="1200" b="1" i="1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contribute</a:t>
            </a:r>
            <a:r>
              <a:rPr lang="en-US" sz="1200" i="1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 to Qatar’s 20-year </a:t>
            </a:r>
            <a:r>
              <a:rPr lang="en-US" sz="1200" b="1" i="1">
                <a:solidFill>
                  <a:srgbClr val="151515"/>
                </a:solidFill>
                <a:ea typeface="Aptos" pitchFamily="34" charset="-122"/>
                <a:cs typeface="Aptos" pitchFamily="34" charset="-120"/>
              </a:rPr>
              <a:t>economic direction</a:t>
            </a:r>
            <a:endParaRPr lang="en-US" sz="1200" b="1" i="1"/>
          </a:p>
        </p:txBody>
      </p:sp>
      <p:sp>
        <p:nvSpPr>
          <p:cNvPr id="62" name="Shape 70">
            <a:extLst>
              <a:ext uri="{FF2B5EF4-FFF2-40B4-BE49-F238E27FC236}">
                <a16:creationId xmlns:a16="http://schemas.microsoft.com/office/drawing/2014/main" id="{8556AF60-E0A8-5BEF-9B23-80BE4907804A}"/>
              </a:ext>
            </a:extLst>
          </p:cNvPr>
          <p:cNvSpPr/>
          <p:nvPr/>
        </p:nvSpPr>
        <p:spPr>
          <a:xfrm>
            <a:off x="261938" y="5565981"/>
            <a:ext cx="11566526" cy="486923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  <p:txBody>
          <a:bodyPr lIns="1097280"/>
          <a:lstStyle/>
          <a:p>
            <a:r>
              <a:rPr lang="en-US" sz="14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unified framework can move Qatar from fragmented initiatives to a coherent economic agenda</a:t>
            </a:r>
            <a:endParaRPr lang="en-US" sz="1400"/>
          </a:p>
          <a:p>
            <a:r>
              <a:rPr lang="en-US" sz="14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clear outcomes, priorities and delivery logic</a:t>
            </a:r>
            <a:endParaRPr lang="en-US" sz="1400"/>
          </a:p>
        </p:txBody>
      </p:sp>
      <p:sp>
        <p:nvSpPr>
          <p:cNvPr id="73" name="Text 8">
            <a:extLst>
              <a:ext uri="{FF2B5EF4-FFF2-40B4-BE49-F238E27FC236}">
                <a16:creationId xmlns:a16="http://schemas.microsoft.com/office/drawing/2014/main" id="{4A3CF6B7-0294-6E34-53DF-DD894EC3ACE3}"/>
              </a:ext>
            </a:extLst>
          </p:cNvPr>
          <p:cNvSpPr/>
          <p:nvPr/>
        </p:nvSpPr>
        <p:spPr>
          <a:xfrm>
            <a:off x="276207" y="1735981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8F0034"/>
                </a:solidFill>
                <a:ea typeface="Aptos" pitchFamily="34" charset="-122"/>
                <a:cs typeface="Aptos" pitchFamily="34" charset="-120"/>
              </a:rPr>
              <a:t>Major initiatives already in motion</a:t>
            </a:r>
            <a:endParaRPr lang="en-US" sz="120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348F076-0416-7364-6993-1ED5A8898C46}"/>
              </a:ext>
            </a:extLst>
          </p:cNvPr>
          <p:cNvGrpSpPr/>
          <p:nvPr/>
        </p:nvGrpSpPr>
        <p:grpSpPr>
          <a:xfrm>
            <a:off x="6877605" y="1972731"/>
            <a:ext cx="257683" cy="3439685"/>
            <a:chOff x="8427639" y="1660524"/>
            <a:chExt cx="262608" cy="4500564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73D36C2D-7462-E2EC-01AA-3384F2BBD54A}"/>
                </a:ext>
              </a:extLst>
            </p:cNvPr>
            <p:cNvGrpSpPr/>
            <p:nvPr/>
          </p:nvGrpSpPr>
          <p:grpSpPr>
            <a:xfrm>
              <a:off x="8427639" y="3693395"/>
              <a:ext cx="262608" cy="434823"/>
              <a:chOff x="16932117" y="8241728"/>
              <a:chExt cx="506265" cy="666217"/>
            </a:xfrm>
            <a:solidFill>
              <a:schemeClr val="bg1"/>
            </a:solidFill>
          </p:grpSpPr>
          <p:sp>
            <p:nvSpPr>
              <p:cNvPr id="78" name="Free-form: Shape 231">
                <a:extLst>
                  <a:ext uri="{FF2B5EF4-FFF2-40B4-BE49-F238E27FC236}">
                    <a16:creationId xmlns:a16="http://schemas.microsoft.com/office/drawing/2014/main" id="{5C83DCCF-CD75-B470-E736-626B25C9CAEE}"/>
                  </a:ext>
                </a:extLst>
              </p:cNvPr>
              <p:cNvSpPr/>
              <p:nvPr/>
            </p:nvSpPr>
            <p:spPr>
              <a:xfrm>
                <a:off x="17100872" y="8241728"/>
                <a:ext cx="337510" cy="666217"/>
              </a:xfrm>
              <a:custGeom>
                <a:avLst/>
                <a:gdLst>
                  <a:gd name="connsiteX0" fmla="*/ 0 w 731520"/>
                  <a:gd name="connsiteY0" fmla="*/ 0 h 1394460"/>
                  <a:gd name="connsiteX1" fmla="*/ 731520 w 731520"/>
                  <a:gd name="connsiteY1" fmla="*/ 731520 h 1394460"/>
                  <a:gd name="connsiteX2" fmla="*/ 68580 w 731520"/>
                  <a:gd name="connsiteY2" fmla="*/ 1394460 h 1394460"/>
                  <a:gd name="connsiteX0" fmla="*/ 50483 w 782003"/>
                  <a:gd name="connsiteY0" fmla="*/ 0 h 1511141"/>
                  <a:gd name="connsiteX1" fmla="*/ 782003 w 782003"/>
                  <a:gd name="connsiteY1" fmla="*/ 731520 h 1511141"/>
                  <a:gd name="connsiteX2" fmla="*/ 0 w 782003"/>
                  <a:gd name="connsiteY2" fmla="*/ 1511141 h 1511141"/>
                  <a:gd name="connsiteX0" fmla="*/ 17146 w 748666"/>
                  <a:gd name="connsiteY0" fmla="*/ 0 h 1477804"/>
                  <a:gd name="connsiteX1" fmla="*/ 748666 w 748666"/>
                  <a:gd name="connsiteY1" fmla="*/ 731520 h 1477804"/>
                  <a:gd name="connsiteX2" fmla="*/ 0 w 748666"/>
                  <a:gd name="connsiteY2" fmla="*/ 1477804 h 1477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48666" h="1477804">
                    <a:moveTo>
                      <a:pt x="17146" y="0"/>
                    </a:moveTo>
                    <a:lnTo>
                      <a:pt x="748666" y="731520"/>
                    </a:lnTo>
                    <a:lnTo>
                      <a:pt x="0" y="1477804"/>
                    </a:lnTo>
                  </a:path>
                </a:pathLst>
              </a:cu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18287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srgbClr val="FEFDFF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  <a:sym typeface="Arial"/>
                </a:endParaRPr>
              </a:p>
            </p:txBody>
          </p:sp>
          <p:sp>
            <p:nvSpPr>
              <p:cNvPr id="79" name="Free-form: Shape 232">
                <a:extLst>
                  <a:ext uri="{FF2B5EF4-FFF2-40B4-BE49-F238E27FC236}">
                    <a16:creationId xmlns:a16="http://schemas.microsoft.com/office/drawing/2014/main" id="{F44CBE96-73C1-7F72-8FBA-94ADD1C49F24}"/>
                  </a:ext>
                </a:extLst>
              </p:cNvPr>
              <p:cNvSpPr/>
              <p:nvPr/>
            </p:nvSpPr>
            <p:spPr>
              <a:xfrm>
                <a:off x="16932117" y="8241728"/>
                <a:ext cx="337510" cy="666217"/>
              </a:xfrm>
              <a:custGeom>
                <a:avLst/>
                <a:gdLst>
                  <a:gd name="connsiteX0" fmla="*/ 0 w 731520"/>
                  <a:gd name="connsiteY0" fmla="*/ 0 h 1394460"/>
                  <a:gd name="connsiteX1" fmla="*/ 731520 w 731520"/>
                  <a:gd name="connsiteY1" fmla="*/ 731520 h 1394460"/>
                  <a:gd name="connsiteX2" fmla="*/ 68580 w 731520"/>
                  <a:gd name="connsiteY2" fmla="*/ 1394460 h 1394460"/>
                  <a:gd name="connsiteX0" fmla="*/ 50483 w 782003"/>
                  <a:gd name="connsiteY0" fmla="*/ 0 h 1511141"/>
                  <a:gd name="connsiteX1" fmla="*/ 782003 w 782003"/>
                  <a:gd name="connsiteY1" fmla="*/ 731520 h 1511141"/>
                  <a:gd name="connsiteX2" fmla="*/ 0 w 782003"/>
                  <a:gd name="connsiteY2" fmla="*/ 1511141 h 1511141"/>
                  <a:gd name="connsiteX0" fmla="*/ 17146 w 748666"/>
                  <a:gd name="connsiteY0" fmla="*/ 0 h 1477804"/>
                  <a:gd name="connsiteX1" fmla="*/ 748666 w 748666"/>
                  <a:gd name="connsiteY1" fmla="*/ 731520 h 1477804"/>
                  <a:gd name="connsiteX2" fmla="*/ 0 w 748666"/>
                  <a:gd name="connsiteY2" fmla="*/ 1477804 h 1477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48666" h="1477804">
                    <a:moveTo>
                      <a:pt x="17146" y="0"/>
                    </a:moveTo>
                    <a:lnTo>
                      <a:pt x="748666" y="731520"/>
                    </a:lnTo>
                    <a:lnTo>
                      <a:pt x="0" y="1477804"/>
                    </a:lnTo>
                  </a:path>
                </a:pathLst>
              </a:custGeom>
              <a:grpFill/>
              <a:ln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marR="0" lvl="0" indent="0" algn="ctr" defTabSz="1828709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srgbClr val="FEFDFF"/>
                  </a:solidFill>
                  <a:effectLst/>
                  <a:uLnTx/>
                  <a:uFillTx/>
                  <a:latin typeface="Arial"/>
                  <a:ea typeface="+mn-ea"/>
                  <a:cs typeface="Arial" panose="020B0604020202020204" pitchFamily="34" charset="0"/>
                  <a:sym typeface="Arial"/>
                </a:endParaRPr>
              </a:p>
            </p:txBody>
          </p:sp>
        </p:grp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AA67FD2-0D86-8CF5-F4E6-E27074596209}"/>
                </a:ext>
              </a:extLst>
            </p:cNvPr>
            <p:cNvCxnSpPr>
              <a:cxnSpLocks/>
            </p:cNvCxnSpPr>
            <p:nvPr/>
          </p:nvCxnSpPr>
          <p:spPr>
            <a:xfrm>
              <a:off x="8515260" y="1660524"/>
              <a:ext cx="0" cy="1811724"/>
            </a:xfrm>
            <a:prstGeom prst="line">
              <a:avLst/>
            </a:prstGeom>
            <a:ln w="9525" cap="rnd">
              <a:solidFill>
                <a:schemeClr val="accent1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8BB5144-4A2E-7AAA-E64D-5437DB623ADC}"/>
                </a:ext>
              </a:extLst>
            </p:cNvPr>
            <p:cNvCxnSpPr>
              <a:cxnSpLocks/>
            </p:cNvCxnSpPr>
            <p:nvPr/>
          </p:nvCxnSpPr>
          <p:spPr>
            <a:xfrm>
              <a:off x="8515260" y="4349364"/>
              <a:ext cx="0" cy="1811724"/>
            </a:xfrm>
            <a:prstGeom prst="line">
              <a:avLst/>
            </a:prstGeom>
            <a:ln w="9525" cap="rnd">
              <a:solidFill>
                <a:schemeClr val="accent1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813AA65-6780-9545-3E4E-931567F3B61F}"/>
              </a:ext>
            </a:extLst>
          </p:cNvPr>
          <p:cNvGrpSpPr/>
          <p:nvPr/>
        </p:nvGrpSpPr>
        <p:grpSpPr>
          <a:xfrm>
            <a:off x="261938" y="1972732"/>
            <a:ext cx="2119038" cy="3454993"/>
            <a:chOff x="261938" y="1972732"/>
            <a:chExt cx="2119038" cy="345499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04C6AC4-2ADB-72BB-22B4-67DB272F2F41}"/>
                </a:ext>
              </a:extLst>
            </p:cNvPr>
            <p:cNvSpPr/>
            <p:nvPr/>
          </p:nvSpPr>
          <p:spPr>
            <a:xfrm>
              <a:off x="266700" y="1972732"/>
              <a:ext cx="2114276" cy="3485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/>
                <a:t>Initiative</a:t>
              </a:r>
            </a:p>
          </p:txBody>
        </p:sp>
        <p:sp>
          <p:nvSpPr>
            <p:cNvPr id="18" name="Shape 3">
              <a:extLst>
                <a:ext uri="{FF2B5EF4-FFF2-40B4-BE49-F238E27FC236}">
                  <a16:creationId xmlns:a16="http://schemas.microsoft.com/office/drawing/2014/main" id="{2940AC29-F337-5B43-6F3D-1F8A01FACBF4}"/>
                </a:ext>
              </a:extLst>
            </p:cNvPr>
            <p:cNvSpPr/>
            <p:nvPr/>
          </p:nvSpPr>
          <p:spPr>
            <a:xfrm rot="16200000">
              <a:off x="18707" y="2642098"/>
              <a:ext cx="515001" cy="285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lIns="91440" tIns="91440" rIns="91440" bIns="91440"/>
            <a:lstStyle/>
            <a:p>
              <a:endParaRPr lang="en-GB" sz="1200"/>
            </a:p>
          </p:txBody>
        </p:sp>
        <p:sp>
          <p:nvSpPr>
            <p:cNvPr id="21" name="Shape 2">
              <a:extLst>
                <a:ext uri="{FF2B5EF4-FFF2-40B4-BE49-F238E27FC236}">
                  <a16:creationId xmlns:a16="http://schemas.microsoft.com/office/drawing/2014/main" id="{07BF391F-D837-7B13-79D7-A8BD83A3BE7C}"/>
                </a:ext>
              </a:extLst>
            </p:cNvPr>
            <p:cNvSpPr/>
            <p:nvPr/>
          </p:nvSpPr>
          <p:spPr>
            <a:xfrm>
              <a:off x="287505" y="2397598"/>
              <a:ext cx="2088709" cy="517541"/>
            </a:xfrm>
            <a:prstGeom prst="rect">
              <a:avLst/>
            </a:prstGeom>
            <a:noFill/>
            <a:ln w="9525">
              <a:noFill/>
              <a:prstDash val="solid"/>
            </a:ln>
          </p:spPr>
          <p:txBody>
            <a:bodyPr lIns="548640" tIns="91440" rIns="91440" bIns="91440"/>
            <a:lstStyle/>
            <a:p>
              <a:r>
                <a:rPr lang="en-US" sz="1200" b="1" dirty="0">
                  <a:solidFill>
                    <a:schemeClr val="accent1"/>
                  </a:solidFill>
                </a:rPr>
                <a:t>National Economic Resilience Plan	</a:t>
              </a:r>
              <a:endParaRPr lang="en-GB" sz="1200" b="1" dirty="0">
                <a:solidFill>
                  <a:schemeClr val="accent1"/>
                </a:solidFill>
              </a:endParaRPr>
            </a:p>
          </p:txBody>
        </p:sp>
        <p:sp>
          <p:nvSpPr>
            <p:cNvPr id="19" name="Shape 3">
              <a:extLst>
                <a:ext uri="{FF2B5EF4-FFF2-40B4-BE49-F238E27FC236}">
                  <a16:creationId xmlns:a16="http://schemas.microsoft.com/office/drawing/2014/main" id="{E5B2EC6D-AEE7-AAB8-3F77-AC8154121ADA}"/>
                </a:ext>
              </a:extLst>
            </p:cNvPr>
            <p:cNvSpPr/>
            <p:nvPr/>
          </p:nvSpPr>
          <p:spPr>
            <a:xfrm rot="16200000">
              <a:off x="18707" y="3270245"/>
              <a:ext cx="515001" cy="285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lIns="91440" tIns="91440" rIns="91440" bIns="91440"/>
            <a:lstStyle/>
            <a:p>
              <a:endParaRPr lang="en-GB" sz="1200"/>
            </a:p>
          </p:txBody>
        </p:sp>
        <p:sp>
          <p:nvSpPr>
            <p:cNvPr id="22" name="Shape 2">
              <a:extLst>
                <a:ext uri="{FF2B5EF4-FFF2-40B4-BE49-F238E27FC236}">
                  <a16:creationId xmlns:a16="http://schemas.microsoft.com/office/drawing/2014/main" id="{E5492A1F-6000-8F0B-339B-91450019BAA8}"/>
                </a:ext>
              </a:extLst>
            </p:cNvPr>
            <p:cNvSpPr/>
            <p:nvPr/>
          </p:nvSpPr>
          <p:spPr>
            <a:xfrm>
              <a:off x="287505" y="3025745"/>
              <a:ext cx="2088709" cy="517541"/>
            </a:xfrm>
            <a:prstGeom prst="rect">
              <a:avLst/>
            </a:prstGeom>
            <a:noFill/>
            <a:ln w="9525">
              <a:noFill/>
              <a:prstDash val="solid"/>
            </a:ln>
          </p:spPr>
          <p:txBody>
            <a:bodyPr lIns="548640" tIns="91440" rIns="91440" bIns="91440"/>
            <a:lstStyle/>
            <a:p>
              <a:r>
                <a:rPr lang="en-US" sz="1200" b="1">
                  <a:solidFill>
                    <a:schemeClr val="accent1"/>
                  </a:solidFill>
                </a:rPr>
                <a:t>Government </a:t>
              </a:r>
              <a:br>
                <a:rPr lang="en-US" sz="1200" b="1">
                  <a:solidFill>
                    <a:schemeClr val="accent1"/>
                  </a:solidFill>
                </a:rPr>
              </a:br>
              <a:r>
                <a:rPr lang="en-US" sz="1200" b="1">
                  <a:solidFill>
                    <a:schemeClr val="accent1"/>
                  </a:solidFill>
                </a:rPr>
                <a:t>Blueprint</a:t>
              </a:r>
              <a:endParaRPr lang="en-GB" sz="1200" b="1">
                <a:solidFill>
                  <a:schemeClr val="accent1"/>
                </a:solidFill>
              </a:endParaRPr>
            </a:p>
          </p:txBody>
        </p:sp>
        <p:sp>
          <p:nvSpPr>
            <p:cNvPr id="20" name="Shape 3">
              <a:extLst>
                <a:ext uri="{FF2B5EF4-FFF2-40B4-BE49-F238E27FC236}">
                  <a16:creationId xmlns:a16="http://schemas.microsoft.com/office/drawing/2014/main" id="{4A03C2E6-FB0E-FBF8-D721-430F857C2BBD}"/>
                </a:ext>
              </a:extLst>
            </p:cNvPr>
            <p:cNvSpPr/>
            <p:nvPr/>
          </p:nvSpPr>
          <p:spPr>
            <a:xfrm rot="16200000">
              <a:off x="18707" y="3898391"/>
              <a:ext cx="515001" cy="285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lIns="91440" tIns="91440" rIns="91440" bIns="91440"/>
            <a:lstStyle/>
            <a:p>
              <a:endParaRPr lang="en-GB" sz="1200"/>
            </a:p>
          </p:txBody>
        </p:sp>
        <p:sp>
          <p:nvSpPr>
            <p:cNvPr id="23" name="Shape 2">
              <a:extLst>
                <a:ext uri="{FF2B5EF4-FFF2-40B4-BE49-F238E27FC236}">
                  <a16:creationId xmlns:a16="http://schemas.microsoft.com/office/drawing/2014/main" id="{63A44D14-978E-DD65-0CC0-12AE5E5E6357}"/>
                </a:ext>
              </a:extLst>
            </p:cNvPr>
            <p:cNvSpPr/>
            <p:nvPr/>
          </p:nvSpPr>
          <p:spPr>
            <a:xfrm>
              <a:off x="287505" y="3653891"/>
              <a:ext cx="2088709" cy="517541"/>
            </a:xfrm>
            <a:prstGeom prst="rect">
              <a:avLst/>
            </a:prstGeom>
            <a:noFill/>
            <a:ln w="9525">
              <a:noFill/>
              <a:prstDash val="solid"/>
            </a:ln>
          </p:spPr>
          <p:txBody>
            <a:bodyPr lIns="548640" tIns="91440" rIns="91440" bIns="91440"/>
            <a:lstStyle/>
            <a:p>
              <a:r>
                <a:rPr lang="en-US" sz="1200" b="1">
                  <a:solidFill>
                    <a:schemeClr val="accent1"/>
                  </a:solidFill>
                </a:rPr>
                <a:t>Competitiveness Report</a:t>
              </a:r>
              <a:endParaRPr lang="en-GB" sz="1200" b="1">
                <a:solidFill>
                  <a:schemeClr val="accent1"/>
                </a:solidFill>
              </a:endParaRPr>
            </a:p>
          </p:txBody>
        </p:sp>
        <p:sp>
          <p:nvSpPr>
            <p:cNvPr id="24" name="Shape 2">
              <a:extLst>
                <a:ext uri="{FF2B5EF4-FFF2-40B4-BE49-F238E27FC236}">
                  <a16:creationId xmlns:a16="http://schemas.microsoft.com/office/drawing/2014/main" id="{5F89D5A1-BB1E-47E8-A95A-B8E2E008C984}"/>
                </a:ext>
              </a:extLst>
            </p:cNvPr>
            <p:cNvSpPr/>
            <p:nvPr/>
          </p:nvSpPr>
          <p:spPr>
            <a:xfrm>
              <a:off x="287505" y="4282038"/>
              <a:ext cx="2088709" cy="517541"/>
            </a:xfrm>
            <a:prstGeom prst="rect">
              <a:avLst/>
            </a:prstGeom>
            <a:noFill/>
            <a:ln w="9525">
              <a:noFill/>
              <a:prstDash val="solid"/>
            </a:ln>
          </p:spPr>
          <p:txBody>
            <a:bodyPr lIns="548640" tIns="91440" rIns="91440" bIns="91440"/>
            <a:lstStyle/>
            <a:p>
              <a:r>
                <a:rPr lang="en-US" sz="1200" b="1">
                  <a:solidFill>
                    <a:schemeClr val="accent1"/>
                  </a:solidFill>
                </a:rPr>
                <a:t>QIA Local Investment</a:t>
              </a:r>
              <a:endParaRPr lang="en-GB" sz="1200" b="1">
                <a:solidFill>
                  <a:schemeClr val="accent1"/>
                </a:solidFill>
              </a:endParaRPr>
            </a:p>
          </p:txBody>
        </p:sp>
        <p:sp>
          <p:nvSpPr>
            <p:cNvPr id="25" name="Shape 3">
              <a:extLst>
                <a:ext uri="{FF2B5EF4-FFF2-40B4-BE49-F238E27FC236}">
                  <a16:creationId xmlns:a16="http://schemas.microsoft.com/office/drawing/2014/main" id="{C22C9CB6-93F0-668D-3479-93F7582229F0}"/>
                </a:ext>
              </a:extLst>
            </p:cNvPr>
            <p:cNvSpPr/>
            <p:nvPr/>
          </p:nvSpPr>
          <p:spPr>
            <a:xfrm rot="16200000">
              <a:off x="18707" y="4526538"/>
              <a:ext cx="515001" cy="285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lIns="91440" tIns="91440" rIns="91440" bIns="91440"/>
            <a:lstStyle/>
            <a:p>
              <a:endParaRPr lang="en-GB" sz="1200"/>
            </a:p>
          </p:txBody>
        </p:sp>
        <p:sp>
          <p:nvSpPr>
            <p:cNvPr id="27" name="Shape 2">
              <a:extLst>
                <a:ext uri="{FF2B5EF4-FFF2-40B4-BE49-F238E27FC236}">
                  <a16:creationId xmlns:a16="http://schemas.microsoft.com/office/drawing/2014/main" id="{5DC317EA-A270-991C-72F9-D1F2D875FCA6}"/>
                </a:ext>
              </a:extLst>
            </p:cNvPr>
            <p:cNvSpPr/>
            <p:nvPr/>
          </p:nvSpPr>
          <p:spPr>
            <a:xfrm>
              <a:off x="287505" y="4910184"/>
              <a:ext cx="2088709" cy="517541"/>
            </a:xfrm>
            <a:prstGeom prst="rect">
              <a:avLst/>
            </a:prstGeom>
            <a:noFill/>
            <a:ln w="9525">
              <a:noFill/>
              <a:prstDash val="solid"/>
            </a:ln>
          </p:spPr>
          <p:txBody>
            <a:bodyPr lIns="548640" tIns="91440" rIns="91440" bIns="91440"/>
            <a:lstStyle/>
            <a:p>
              <a:r>
                <a:rPr lang="en-US" sz="1200" b="1">
                  <a:solidFill>
                    <a:schemeClr val="accent1"/>
                  </a:solidFill>
                </a:rPr>
                <a:t>National </a:t>
              </a:r>
              <a:br>
                <a:rPr lang="en-US" sz="1200" b="1">
                  <a:solidFill>
                    <a:schemeClr val="accent1"/>
                  </a:solidFill>
                </a:rPr>
              </a:br>
              <a:r>
                <a:rPr lang="en-US" sz="1200" b="1">
                  <a:solidFill>
                    <a:schemeClr val="accent1"/>
                  </a:solidFill>
                </a:rPr>
                <a:t>Champions</a:t>
              </a:r>
              <a:endParaRPr lang="en-GB" sz="1200" b="1">
                <a:solidFill>
                  <a:schemeClr val="accent1"/>
                </a:solidFill>
              </a:endParaRPr>
            </a:p>
          </p:txBody>
        </p:sp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5298099E-71BD-0FE4-A4CF-84522A312628}"/>
                </a:ext>
              </a:extLst>
            </p:cNvPr>
            <p:cNvSpPr/>
            <p:nvPr/>
          </p:nvSpPr>
          <p:spPr>
            <a:xfrm rot="16200000">
              <a:off x="18707" y="5154684"/>
              <a:ext cx="515001" cy="285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lIns="91440" tIns="91440" rIns="91440" bIns="91440"/>
            <a:lstStyle/>
            <a:p>
              <a:endParaRPr lang="en-GB" sz="120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5245289-21A5-245F-B3EF-7439AB73E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64420" y="2475914"/>
              <a:ext cx="350450" cy="35045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F00181D-53C9-FD35-45B3-04A8AC3E5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98448" y="3117224"/>
              <a:ext cx="328419" cy="328419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A3569CC-4715-22B5-AA11-22062C68F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94472" y="3729534"/>
              <a:ext cx="346206" cy="346206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93C9A21-09D5-88A3-B7D1-4086F8452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76822" y="4373143"/>
              <a:ext cx="307565" cy="307565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598741CB-8ED1-B604-368D-05A812840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83467" y="5008844"/>
              <a:ext cx="331403" cy="331403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303B59A-99AB-3E29-8EE3-73C0D9A9DB3B}"/>
              </a:ext>
            </a:extLst>
          </p:cNvPr>
          <p:cNvGrpSpPr/>
          <p:nvPr/>
        </p:nvGrpSpPr>
        <p:grpSpPr>
          <a:xfrm>
            <a:off x="7677574" y="2706256"/>
            <a:ext cx="3813048" cy="2614290"/>
            <a:chOff x="7677574" y="2706256"/>
            <a:chExt cx="3813048" cy="2614290"/>
          </a:xfrm>
        </p:grpSpPr>
        <p:sp>
          <p:nvSpPr>
            <p:cNvPr id="43" name="Shape 52">
              <a:extLst>
                <a:ext uri="{FF2B5EF4-FFF2-40B4-BE49-F238E27FC236}">
                  <a16:creationId xmlns:a16="http://schemas.microsoft.com/office/drawing/2014/main" id="{57A1612F-DA8F-52B5-9167-04971642E04C}"/>
                </a:ext>
              </a:extLst>
            </p:cNvPr>
            <p:cNvSpPr/>
            <p:nvPr/>
          </p:nvSpPr>
          <p:spPr>
            <a:xfrm>
              <a:off x="8473102" y="2714506"/>
              <a:ext cx="0" cy="438912"/>
            </a:xfrm>
            <a:prstGeom prst="line">
              <a:avLst/>
            </a:prstGeom>
            <a:noFill/>
            <a:ln w="12700">
              <a:solidFill>
                <a:srgbClr val="B8B1AD"/>
              </a:solidFill>
              <a:prstDash val="solid"/>
            </a:ln>
          </p:spPr>
          <p:txBody>
            <a:bodyPr/>
            <a:lstStyle/>
            <a:p>
              <a:endParaRPr lang="en-GB" sz="900"/>
            </a:p>
          </p:txBody>
        </p:sp>
        <p:sp>
          <p:nvSpPr>
            <p:cNvPr id="44" name="Text 53">
              <a:extLst>
                <a:ext uri="{FF2B5EF4-FFF2-40B4-BE49-F238E27FC236}">
                  <a16:creationId xmlns:a16="http://schemas.microsoft.com/office/drawing/2014/main" id="{2296DCC8-1917-FA9C-51AD-2CB3592C9771}"/>
                </a:ext>
              </a:extLst>
            </p:cNvPr>
            <p:cNvSpPr/>
            <p:nvPr/>
          </p:nvSpPr>
          <p:spPr>
            <a:xfrm>
              <a:off x="8692558" y="2746659"/>
              <a:ext cx="1783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200" b="1">
                  <a:solidFill>
                    <a:schemeClr val="accent1">
                      <a:lumMod val="60000"/>
                      <a:lumOff val="40000"/>
                    </a:schemeClr>
                  </a:solidFill>
                  <a:ea typeface="Aptos" pitchFamily="34" charset="-122"/>
                  <a:cs typeface="Aptos" pitchFamily="34" charset="-120"/>
                </a:rPr>
                <a:t>Purpose</a:t>
              </a:r>
              <a:endParaRPr lang="en-US" sz="120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5" name="Text 54">
              <a:extLst>
                <a:ext uri="{FF2B5EF4-FFF2-40B4-BE49-F238E27FC236}">
                  <a16:creationId xmlns:a16="http://schemas.microsoft.com/office/drawing/2014/main" id="{941E7EB4-A154-9CA0-3055-CEA8B3E85958}"/>
                </a:ext>
              </a:extLst>
            </p:cNvPr>
            <p:cNvSpPr/>
            <p:nvPr/>
          </p:nvSpPr>
          <p:spPr>
            <a:xfrm>
              <a:off x="8692558" y="2888242"/>
              <a:ext cx="2697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00">
                  <a:solidFill>
                    <a:srgbClr val="151515"/>
                  </a:solidFill>
                  <a:ea typeface="Aptos" pitchFamily="34" charset="-122"/>
                  <a:cs typeface="Aptos" pitchFamily="34" charset="-120"/>
                </a:rPr>
                <a:t>What each initiative is meant to achieve</a:t>
              </a:r>
              <a:endParaRPr lang="en-US" sz="1200"/>
            </a:p>
          </p:txBody>
        </p:sp>
        <p:sp>
          <p:nvSpPr>
            <p:cNvPr id="46" name="Shape 55">
              <a:extLst>
                <a:ext uri="{FF2B5EF4-FFF2-40B4-BE49-F238E27FC236}">
                  <a16:creationId xmlns:a16="http://schemas.microsoft.com/office/drawing/2014/main" id="{8B562A29-F61C-FE37-AB97-EE568DD30B98}"/>
                </a:ext>
              </a:extLst>
            </p:cNvPr>
            <p:cNvSpPr/>
            <p:nvPr/>
          </p:nvSpPr>
          <p:spPr>
            <a:xfrm>
              <a:off x="7677574" y="3281434"/>
              <a:ext cx="3813048" cy="0"/>
            </a:xfrm>
            <a:prstGeom prst="line">
              <a:avLst/>
            </a:prstGeom>
            <a:noFill/>
            <a:ln w="8890">
              <a:solidFill>
                <a:srgbClr val="D0C8C3"/>
              </a:solidFill>
              <a:prstDash val="solid"/>
            </a:ln>
          </p:spPr>
          <p:txBody>
            <a:bodyPr/>
            <a:lstStyle/>
            <a:p>
              <a:endParaRPr lang="en-GB" sz="900"/>
            </a:p>
          </p:txBody>
        </p:sp>
        <p:sp>
          <p:nvSpPr>
            <p:cNvPr id="48" name="Shape 57">
              <a:extLst>
                <a:ext uri="{FF2B5EF4-FFF2-40B4-BE49-F238E27FC236}">
                  <a16:creationId xmlns:a16="http://schemas.microsoft.com/office/drawing/2014/main" id="{9CA4DF4C-0366-2693-9534-A6C0F234BCAC}"/>
                </a:ext>
              </a:extLst>
            </p:cNvPr>
            <p:cNvSpPr/>
            <p:nvPr/>
          </p:nvSpPr>
          <p:spPr>
            <a:xfrm>
              <a:off x="8473102" y="3427738"/>
              <a:ext cx="0" cy="438912"/>
            </a:xfrm>
            <a:prstGeom prst="line">
              <a:avLst/>
            </a:prstGeom>
            <a:noFill/>
            <a:ln w="12700">
              <a:solidFill>
                <a:srgbClr val="B8B1AD"/>
              </a:solidFill>
              <a:prstDash val="solid"/>
            </a:ln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49" name="Text 58">
              <a:extLst>
                <a:ext uri="{FF2B5EF4-FFF2-40B4-BE49-F238E27FC236}">
                  <a16:creationId xmlns:a16="http://schemas.microsoft.com/office/drawing/2014/main" id="{9FF61ACF-CB77-5138-04AB-27771F4E7775}"/>
                </a:ext>
              </a:extLst>
            </p:cNvPr>
            <p:cNvSpPr/>
            <p:nvPr/>
          </p:nvSpPr>
          <p:spPr>
            <a:xfrm>
              <a:off x="8692558" y="3409450"/>
              <a:ext cx="1783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200" b="1">
                  <a:solidFill>
                    <a:schemeClr val="accent1">
                      <a:lumMod val="60000"/>
                      <a:lumOff val="40000"/>
                    </a:schemeClr>
                  </a:solidFill>
                  <a:ea typeface="Aptos" pitchFamily="34" charset="-122"/>
                  <a:cs typeface="Aptos" pitchFamily="34" charset="-120"/>
                </a:rPr>
                <a:t>Fit</a:t>
              </a:r>
              <a:endParaRPr lang="en-US" sz="120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0" name="Text 59">
              <a:extLst>
                <a:ext uri="{FF2B5EF4-FFF2-40B4-BE49-F238E27FC236}">
                  <a16:creationId xmlns:a16="http://schemas.microsoft.com/office/drawing/2014/main" id="{9AE95934-B0B7-BD15-941B-A963E8809933}"/>
                </a:ext>
              </a:extLst>
            </p:cNvPr>
            <p:cNvSpPr/>
            <p:nvPr/>
          </p:nvSpPr>
          <p:spPr>
            <a:xfrm>
              <a:off x="8692558" y="3601474"/>
              <a:ext cx="2697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200">
                  <a:solidFill>
                    <a:srgbClr val="151515"/>
                  </a:solidFill>
                  <a:ea typeface="Aptos" pitchFamily="34" charset="-122"/>
                  <a:cs typeface="Aptos" pitchFamily="34" charset="-120"/>
                </a:rPr>
                <a:t>Where each initiative sits within the</a:t>
              </a:r>
              <a:endParaRPr lang="en-US" sz="1200"/>
            </a:p>
            <a:p>
              <a:pPr marL="0" indent="0" algn="l">
                <a:buNone/>
              </a:pPr>
              <a:r>
                <a:rPr lang="en-US" sz="1200">
                  <a:solidFill>
                    <a:srgbClr val="151515"/>
                  </a:solidFill>
                  <a:ea typeface="Aptos" pitchFamily="34" charset="-122"/>
                  <a:cs typeface="Aptos" pitchFamily="34" charset="-120"/>
                </a:rPr>
                <a:t>economic architecture</a:t>
              </a:r>
              <a:endParaRPr lang="en-US" sz="1200"/>
            </a:p>
          </p:txBody>
        </p:sp>
        <p:sp>
          <p:nvSpPr>
            <p:cNvPr id="51" name="Shape 60">
              <a:extLst>
                <a:ext uri="{FF2B5EF4-FFF2-40B4-BE49-F238E27FC236}">
                  <a16:creationId xmlns:a16="http://schemas.microsoft.com/office/drawing/2014/main" id="{39B7603D-0408-7120-4B59-789DC06C2FD3}"/>
                </a:ext>
              </a:extLst>
            </p:cNvPr>
            <p:cNvSpPr/>
            <p:nvPr/>
          </p:nvSpPr>
          <p:spPr>
            <a:xfrm>
              <a:off x="7677574" y="3994666"/>
              <a:ext cx="3813048" cy="0"/>
            </a:xfrm>
            <a:prstGeom prst="line">
              <a:avLst/>
            </a:prstGeom>
            <a:noFill/>
            <a:ln w="8890">
              <a:solidFill>
                <a:srgbClr val="D0C8C3"/>
              </a:solidFill>
              <a:prstDash val="solid"/>
            </a:ln>
          </p:spPr>
          <p:txBody>
            <a:bodyPr/>
            <a:lstStyle/>
            <a:p>
              <a:endParaRPr lang="en-GB" sz="900"/>
            </a:p>
          </p:txBody>
        </p:sp>
        <p:sp>
          <p:nvSpPr>
            <p:cNvPr id="53" name="Shape 62">
              <a:extLst>
                <a:ext uri="{FF2B5EF4-FFF2-40B4-BE49-F238E27FC236}">
                  <a16:creationId xmlns:a16="http://schemas.microsoft.com/office/drawing/2014/main" id="{6422DB22-5AA7-9281-F144-67CF123CB0B9}"/>
                </a:ext>
              </a:extLst>
            </p:cNvPr>
            <p:cNvSpPr/>
            <p:nvPr/>
          </p:nvSpPr>
          <p:spPr>
            <a:xfrm>
              <a:off x="8473102" y="4140970"/>
              <a:ext cx="0" cy="438912"/>
            </a:xfrm>
            <a:prstGeom prst="line">
              <a:avLst/>
            </a:prstGeom>
            <a:noFill/>
            <a:ln w="12700">
              <a:solidFill>
                <a:srgbClr val="B8B1AD"/>
              </a:solidFill>
              <a:prstDash val="solid"/>
            </a:ln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54" name="Text 63">
              <a:extLst>
                <a:ext uri="{FF2B5EF4-FFF2-40B4-BE49-F238E27FC236}">
                  <a16:creationId xmlns:a16="http://schemas.microsoft.com/office/drawing/2014/main" id="{3E07D06C-E40D-9E19-9DBE-45F2BAE05E4C}"/>
                </a:ext>
              </a:extLst>
            </p:cNvPr>
            <p:cNvSpPr/>
            <p:nvPr/>
          </p:nvSpPr>
          <p:spPr>
            <a:xfrm>
              <a:off x="8692558" y="4122682"/>
              <a:ext cx="1783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200" b="1">
                  <a:solidFill>
                    <a:schemeClr val="accent1">
                      <a:lumMod val="60000"/>
                      <a:lumOff val="40000"/>
                    </a:schemeClr>
                  </a:solidFill>
                  <a:ea typeface="Aptos" pitchFamily="34" charset="-122"/>
                  <a:cs typeface="Aptos" pitchFamily="34" charset="-120"/>
                </a:rPr>
                <a:t>Linkages</a:t>
              </a:r>
              <a:endParaRPr lang="en-US" sz="120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5" name="Text 64">
              <a:extLst>
                <a:ext uri="{FF2B5EF4-FFF2-40B4-BE49-F238E27FC236}">
                  <a16:creationId xmlns:a16="http://schemas.microsoft.com/office/drawing/2014/main" id="{A91A9257-6169-F58F-6868-7546042C0F6C}"/>
                </a:ext>
              </a:extLst>
            </p:cNvPr>
            <p:cNvSpPr/>
            <p:nvPr/>
          </p:nvSpPr>
          <p:spPr>
            <a:xfrm>
              <a:off x="8692558" y="4314706"/>
              <a:ext cx="2697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200">
                  <a:solidFill>
                    <a:srgbClr val="151515"/>
                  </a:solidFill>
                  <a:ea typeface="Aptos" pitchFamily="34" charset="-122"/>
                  <a:cs typeface="Aptos" pitchFamily="34" charset="-120"/>
                </a:rPr>
                <a:t>How initiatives reinforce or depend</a:t>
              </a:r>
              <a:endParaRPr lang="en-US" sz="1200"/>
            </a:p>
            <a:p>
              <a:pPr marL="0" indent="0" algn="l">
                <a:buNone/>
              </a:pPr>
              <a:r>
                <a:rPr lang="en-US" sz="1200">
                  <a:solidFill>
                    <a:srgbClr val="151515"/>
                  </a:solidFill>
                  <a:ea typeface="Aptos" pitchFamily="34" charset="-122"/>
                  <a:cs typeface="Aptos" pitchFamily="34" charset="-120"/>
                </a:rPr>
                <a:t>on one another</a:t>
              </a:r>
              <a:endParaRPr lang="en-US" sz="1200"/>
            </a:p>
          </p:txBody>
        </p:sp>
        <p:sp>
          <p:nvSpPr>
            <p:cNvPr id="56" name="Shape 65">
              <a:extLst>
                <a:ext uri="{FF2B5EF4-FFF2-40B4-BE49-F238E27FC236}">
                  <a16:creationId xmlns:a16="http://schemas.microsoft.com/office/drawing/2014/main" id="{1AF447F0-EE38-D07C-A871-827E3ECC0A53}"/>
                </a:ext>
              </a:extLst>
            </p:cNvPr>
            <p:cNvSpPr/>
            <p:nvPr/>
          </p:nvSpPr>
          <p:spPr>
            <a:xfrm>
              <a:off x="7677574" y="4707898"/>
              <a:ext cx="3813048" cy="0"/>
            </a:xfrm>
            <a:prstGeom prst="line">
              <a:avLst/>
            </a:prstGeom>
            <a:noFill/>
            <a:ln w="8890">
              <a:solidFill>
                <a:srgbClr val="D0C8C3"/>
              </a:solidFill>
              <a:prstDash val="solid"/>
            </a:ln>
          </p:spPr>
          <p:txBody>
            <a:bodyPr/>
            <a:lstStyle/>
            <a:p>
              <a:endParaRPr lang="en-GB" sz="900"/>
            </a:p>
          </p:txBody>
        </p:sp>
        <p:sp>
          <p:nvSpPr>
            <p:cNvPr id="58" name="Shape 67">
              <a:extLst>
                <a:ext uri="{FF2B5EF4-FFF2-40B4-BE49-F238E27FC236}">
                  <a16:creationId xmlns:a16="http://schemas.microsoft.com/office/drawing/2014/main" id="{A1B6AF61-1F9D-36B1-749F-BDD0E927DF31}"/>
                </a:ext>
              </a:extLst>
            </p:cNvPr>
            <p:cNvSpPr/>
            <p:nvPr/>
          </p:nvSpPr>
          <p:spPr>
            <a:xfrm>
              <a:off x="8473102" y="4854202"/>
              <a:ext cx="0" cy="438912"/>
            </a:xfrm>
            <a:prstGeom prst="line">
              <a:avLst/>
            </a:prstGeom>
            <a:noFill/>
            <a:ln w="12700">
              <a:solidFill>
                <a:srgbClr val="B8B1AD"/>
              </a:solidFill>
              <a:prstDash val="solid"/>
            </a:ln>
          </p:spPr>
          <p:txBody>
            <a:bodyPr/>
            <a:lstStyle/>
            <a:p>
              <a:endParaRPr lang="en-GB" sz="1200"/>
            </a:p>
          </p:txBody>
        </p:sp>
        <p:sp>
          <p:nvSpPr>
            <p:cNvPr id="59" name="Text 68">
              <a:extLst>
                <a:ext uri="{FF2B5EF4-FFF2-40B4-BE49-F238E27FC236}">
                  <a16:creationId xmlns:a16="http://schemas.microsoft.com/office/drawing/2014/main" id="{10D96D5D-29A1-EA9A-388B-8CA44875990D}"/>
                </a:ext>
              </a:extLst>
            </p:cNvPr>
            <p:cNvSpPr/>
            <p:nvPr/>
          </p:nvSpPr>
          <p:spPr>
            <a:xfrm>
              <a:off x="8692558" y="4835914"/>
              <a:ext cx="1783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200" b="1">
                  <a:solidFill>
                    <a:schemeClr val="accent1">
                      <a:lumMod val="60000"/>
                      <a:lumOff val="40000"/>
                    </a:schemeClr>
                  </a:solidFill>
                  <a:ea typeface="Aptos" pitchFamily="34" charset="-122"/>
                  <a:cs typeface="Aptos" pitchFamily="34" charset="-120"/>
                </a:rPr>
                <a:t>Contribution</a:t>
              </a:r>
              <a:endParaRPr lang="en-US" sz="120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60" name="Text 69">
              <a:extLst>
                <a:ext uri="{FF2B5EF4-FFF2-40B4-BE49-F238E27FC236}">
                  <a16:creationId xmlns:a16="http://schemas.microsoft.com/office/drawing/2014/main" id="{D6E45BD4-067C-6337-216B-BD2AE4A570FD}"/>
                </a:ext>
              </a:extLst>
            </p:cNvPr>
            <p:cNvSpPr/>
            <p:nvPr/>
          </p:nvSpPr>
          <p:spPr>
            <a:xfrm>
              <a:off x="8692558" y="5027938"/>
              <a:ext cx="2697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200">
                  <a:solidFill>
                    <a:srgbClr val="151515"/>
                  </a:solidFill>
                  <a:ea typeface="Aptos" pitchFamily="34" charset="-122"/>
                  <a:cs typeface="Aptos" pitchFamily="34" charset="-120"/>
                </a:rPr>
                <a:t>How each initiative supports</a:t>
              </a:r>
              <a:endParaRPr lang="en-US" sz="1200"/>
            </a:p>
            <a:p>
              <a:pPr marL="0" indent="0" algn="l">
                <a:buNone/>
              </a:pPr>
              <a:r>
                <a:rPr lang="en-US" sz="1200">
                  <a:solidFill>
                    <a:srgbClr val="151515"/>
                  </a:solidFill>
                  <a:ea typeface="Aptos" pitchFamily="34" charset="-122"/>
                  <a:cs typeface="Aptos" pitchFamily="34" charset="-120"/>
                </a:rPr>
                <a:t>Long-term outcomes</a:t>
              </a:r>
              <a:endParaRPr lang="en-US" sz="1200"/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5B107F0F-AA55-5518-F136-8E4C23AAC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prstClr val="black"/>
                <a:schemeClr val="accent1">
                  <a:lumMod val="60000"/>
                  <a:lumOff val="40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764690" y="2706256"/>
              <a:ext cx="437126" cy="43712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EAFCD6AB-6572-6C4C-159B-AF4A5B72A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prstClr val="black"/>
                <a:schemeClr val="accent1">
                  <a:lumMod val="60000"/>
                  <a:lumOff val="40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763730" y="3461873"/>
              <a:ext cx="384036" cy="384036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1186F928-3038-04AB-B8EB-6B2AC7CC3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duotone>
                <a:prstClr val="black"/>
                <a:schemeClr val="accent1">
                  <a:lumMod val="60000"/>
                  <a:lumOff val="40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814811" y="4190461"/>
              <a:ext cx="336884" cy="336884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BF4863BE-0C95-F2DC-B5D7-6A7CDC94D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duotone>
                <a:prstClr val="black"/>
                <a:schemeClr val="accent1">
                  <a:lumMod val="60000"/>
                  <a:lumOff val="40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814811" y="4888452"/>
              <a:ext cx="409368" cy="4093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516381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C295388-C77B-4FFF-361D-1E9056FD6F7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76676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C295388-C77B-4FFF-361D-1E9056FD6F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A6686BF-CF24-02D8-D6C4-CCE38952C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The 20-year New Economy Framework can organize Qatar’s economic priorities into one long-term direction under the National Vision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9DC2A-F4BB-9B2E-5BEA-EA6E73DFDF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Positioning of the New Economy Framework within the national vision architecture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031648-F378-FC7B-ADD1-7B2E388AF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Source: Team Analysis</a:t>
            </a: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B2F394E8-A02F-CC33-9949-51F393254ED9}"/>
              </a:ext>
            </a:extLst>
          </p:cNvPr>
          <p:cNvSpPr/>
          <p:nvPr/>
        </p:nvSpPr>
        <p:spPr>
          <a:xfrm>
            <a:off x="577516" y="1695450"/>
            <a:ext cx="10795858" cy="455425"/>
          </a:xfrm>
          <a:prstGeom prst="roundRect">
            <a:avLst>
              <a:gd name="adj" fmla="val 6897"/>
            </a:avLst>
          </a:prstGeom>
          <a:solidFill>
            <a:schemeClr val="accent1"/>
          </a:solidFill>
          <a:ln w="12700">
            <a:solidFill>
              <a:srgbClr val="8B003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NEW QATAR NATIONAL VISION</a:t>
            </a:r>
            <a:endParaRPr lang="en-US" sz="160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16A6EE53-D289-F311-0D2A-E113BA3EF9A9}"/>
              </a:ext>
            </a:extLst>
          </p:cNvPr>
          <p:cNvSpPr/>
          <p:nvPr/>
        </p:nvSpPr>
        <p:spPr>
          <a:xfrm>
            <a:off x="5903232" y="2150875"/>
            <a:ext cx="0" cy="172747"/>
          </a:xfrm>
          <a:prstGeom prst="line">
            <a:avLst/>
          </a:prstGeom>
          <a:noFill/>
          <a:ln w="12700">
            <a:solidFill>
              <a:srgbClr val="8B0030"/>
            </a:solidFill>
            <a:prstDash val="solid"/>
          </a:ln>
        </p:spPr>
        <p:txBody>
          <a:bodyPr/>
          <a:lstStyle/>
          <a:p>
            <a:endParaRPr lang="en-GB" sz="110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6FD6A645-5BB7-F3F8-F15E-6E289BB57892}"/>
              </a:ext>
            </a:extLst>
          </p:cNvPr>
          <p:cNvSpPr/>
          <p:nvPr/>
        </p:nvSpPr>
        <p:spPr>
          <a:xfrm>
            <a:off x="1814165" y="2323622"/>
            <a:ext cx="8304506" cy="0"/>
          </a:xfrm>
          <a:prstGeom prst="line">
            <a:avLst/>
          </a:prstGeom>
          <a:noFill/>
          <a:ln w="12700">
            <a:solidFill>
              <a:srgbClr val="8B0030"/>
            </a:solidFill>
            <a:prstDash val="solid"/>
          </a:ln>
        </p:spPr>
        <p:txBody>
          <a:bodyPr/>
          <a:lstStyle/>
          <a:p>
            <a:endParaRPr lang="en-GB" sz="110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79B43C36-EBE7-C4E2-C85A-AD072F09E6DC}"/>
              </a:ext>
            </a:extLst>
          </p:cNvPr>
          <p:cNvSpPr/>
          <p:nvPr/>
        </p:nvSpPr>
        <p:spPr>
          <a:xfrm>
            <a:off x="1814165" y="2323622"/>
            <a:ext cx="0" cy="251269"/>
          </a:xfrm>
          <a:prstGeom prst="line">
            <a:avLst/>
          </a:prstGeom>
          <a:noFill/>
          <a:ln w="12700">
            <a:solidFill>
              <a:srgbClr val="8B0030"/>
            </a:solidFill>
            <a:prstDash val="solid"/>
          </a:ln>
        </p:spPr>
        <p:txBody>
          <a:bodyPr/>
          <a:lstStyle/>
          <a:p>
            <a:endParaRPr lang="en-GB" sz="110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C13BE4AE-AEB4-AEC3-A6F2-BBE0CE3193D4}"/>
              </a:ext>
            </a:extLst>
          </p:cNvPr>
          <p:cNvSpPr/>
          <p:nvPr/>
        </p:nvSpPr>
        <p:spPr>
          <a:xfrm>
            <a:off x="4477023" y="2323622"/>
            <a:ext cx="0" cy="251269"/>
          </a:xfrm>
          <a:prstGeom prst="line">
            <a:avLst/>
          </a:prstGeom>
          <a:noFill/>
          <a:ln w="12700">
            <a:solidFill>
              <a:srgbClr val="8B0030"/>
            </a:solidFill>
            <a:prstDash val="solid"/>
          </a:ln>
        </p:spPr>
        <p:txBody>
          <a:bodyPr/>
          <a:lstStyle/>
          <a:p>
            <a:endParaRPr lang="en-GB" sz="1100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C5E3F659-C137-5B49-135F-1ECEFC53B8D9}"/>
              </a:ext>
            </a:extLst>
          </p:cNvPr>
          <p:cNvSpPr/>
          <p:nvPr/>
        </p:nvSpPr>
        <p:spPr>
          <a:xfrm>
            <a:off x="7293334" y="2323622"/>
            <a:ext cx="0" cy="251269"/>
          </a:xfrm>
          <a:prstGeom prst="line">
            <a:avLst/>
          </a:prstGeom>
          <a:noFill/>
          <a:ln w="12700">
            <a:solidFill>
              <a:srgbClr val="8B0030"/>
            </a:solidFill>
            <a:prstDash val="solid"/>
          </a:ln>
        </p:spPr>
        <p:txBody>
          <a:bodyPr/>
          <a:lstStyle/>
          <a:p>
            <a:endParaRPr lang="en-GB" sz="110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69359544-4F86-166D-EE8A-4F4D635D0FD3}"/>
              </a:ext>
            </a:extLst>
          </p:cNvPr>
          <p:cNvSpPr/>
          <p:nvPr/>
        </p:nvSpPr>
        <p:spPr>
          <a:xfrm>
            <a:off x="10118672" y="2323622"/>
            <a:ext cx="0" cy="251269"/>
          </a:xfrm>
          <a:prstGeom prst="line">
            <a:avLst/>
          </a:prstGeom>
          <a:noFill/>
          <a:ln w="12700">
            <a:solidFill>
              <a:srgbClr val="8B0030"/>
            </a:solidFill>
            <a:prstDash val="solid"/>
          </a:ln>
        </p:spPr>
        <p:txBody>
          <a:bodyPr/>
          <a:lstStyle/>
          <a:p>
            <a:endParaRPr lang="en-GB" sz="110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F989C1A5-A03D-C2E6-25FD-1D4C8390F36F}"/>
              </a:ext>
            </a:extLst>
          </p:cNvPr>
          <p:cNvSpPr/>
          <p:nvPr/>
        </p:nvSpPr>
        <p:spPr>
          <a:xfrm>
            <a:off x="577516" y="2574891"/>
            <a:ext cx="2572592" cy="1397683"/>
          </a:xfrm>
          <a:prstGeom prst="roundRect">
            <a:avLst>
              <a:gd name="adj" fmla="val 2247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  <a:effectLst>
            <a:outerShdw blurRad="25400" dist="508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GB" sz="110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C5B40E78-A79C-5FE5-505B-58225B63DFE4}"/>
              </a:ext>
            </a:extLst>
          </p:cNvPr>
          <p:cNvSpPr/>
          <p:nvPr/>
        </p:nvSpPr>
        <p:spPr>
          <a:xfrm>
            <a:off x="1245487" y="3007182"/>
            <a:ext cx="1904621" cy="888678"/>
          </a:xfrm>
          <a:prstGeom prst="rect">
            <a:avLst/>
          </a:prstGeom>
          <a:noFill/>
          <a:ln/>
        </p:spPr>
        <p:txBody>
          <a:bodyPr wrap="square" rtlCol="0" anchor="t" anchorCtr="0">
            <a:no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00000"/>
                </a:solidFill>
              </a:rPr>
              <a:t>Security Framework</a:t>
            </a:r>
            <a:br>
              <a:rPr lang="en-US" sz="1600" b="1">
                <a:solidFill>
                  <a:srgbClr val="000000"/>
                </a:solidFill>
              </a:rPr>
            </a:br>
            <a:r>
              <a:rPr lang="en-US" sz="1200">
                <a:solidFill>
                  <a:srgbClr val="000000"/>
                </a:solidFill>
              </a:rPr>
              <a:t>Protect national security and strategic stability</a:t>
            </a:r>
          </a:p>
          <a:p>
            <a:pPr marL="0" indent="0">
              <a:buNone/>
            </a:pPr>
            <a:endParaRPr lang="en-US" sz="1600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5C10127D-D634-E889-0C32-CCD6350B7C76}"/>
              </a:ext>
            </a:extLst>
          </p:cNvPr>
          <p:cNvSpPr/>
          <p:nvPr/>
        </p:nvSpPr>
        <p:spPr>
          <a:xfrm>
            <a:off x="3303561" y="2574891"/>
            <a:ext cx="2572592" cy="1397683"/>
          </a:xfrm>
          <a:prstGeom prst="roundRect">
            <a:avLst>
              <a:gd name="adj" fmla="val 2247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  <a:effectLst>
            <a:outerShdw blurRad="25400" dist="508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GB" sz="1100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2F8FF703-4B2B-07D9-7B1E-E6D16959B322}"/>
              </a:ext>
            </a:extLst>
          </p:cNvPr>
          <p:cNvSpPr/>
          <p:nvPr/>
        </p:nvSpPr>
        <p:spPr>
          <a:xfrm>
            <a:off x="3971532" y="3007182"/>
            <a:ext cx="1904621" cy="888678"/>
          </a:xfrm>
          <a:prstGeom prst="rect">
            <a:avLst/>
          </a:prstGeom>
          <a:noFill/>
          <a:ln/>
        </p:spPr>
        <p:txBody>
          <a:bodyPr wrap="square" rtlCol="0" anchor="t" anchorCtr="0">
            <a:no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00000"/>
                </a:solidFill>
              </a:rPr>
              <a:t>Fiscal Framework</a:t>
            </a:r>
            <a:br>
              <a:rPr lang="en-US" sz="1600" b="1">
                <a:solidFill>
                  <a:srgbClr val="000000"/>
                </a:solidFill>
              </a:rPr>
            </a:br>
            <a:r>
              <a:rPr lang="en-US" sz="1200">
                <a:solidFill>
                  <a:srgbClr val="000000"/>
                </a:solidFill>
              </a:rPr>
              <a:t>Guide fiscal discipline,</a:t>
            </a:r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</a:rPr>
              <a:t>budget choices and</a:t>
            </a:r>
          </a:p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</a:rPr>
              <a:t>financial sustainability</a:t>
            </a:r>
          </a:p>
          <a:p>
            <a:pPr marL="0" indent="0">
              <a:buNone/>
            </a:pPr>
            <a:endParaRPr lang="en-US" sz="1600"/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8DEF3451-3AC3-AB9D-A9DD-3045DAF4F592}"/>
              </a:ext>
            </a:extLst>
          </p:cNvPr>
          <p:cNvSpPr/>
          <p:nvPr/>
        </p:nvSpPr>
        <p:spPr>
          <a:xfrm>
            <a:off x="6029605" y="2574891"/>
            <a:ext cx="2572592" cy="1397683"/>
          </a:xfrm>
          <a:prstGeom prst="roundRect">
            <a:avLst>
              <a:gd name="adj" fmla="val 2247"/>
            </a:avLst>
          </a:prstGeom>
          <a:solidFill>
            <a:srgbClr val="FDEDF3">
              <a:alpha val="80000"/>
            </a:srgb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  <a:effectLst>
            <a:outerShdw blurRad="25400" dist="508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GB" sz="1100"/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5F33E196-4762-9816-7064-E21D7984F3B5}"/>
              </a:ext>
            </a:extLst>
          </p:cNvPr>
          <p:cNvSpPr/>
          <p:nvPr/>
        </p:nvSpPr>
        <p:spPr>
          <a:xfrm>
            <a:off x="6697576" y="2763342"/>
            <a:ext cx="1904621" cy="1193528"/>
          </a:xfrm>
          <a:prstGeom prst="rect">
            <a:avLst/>
          </a:prstGeom>
          <a:noFill/>
          <a:ln/>
        </p:spPr>
        <p:txBody>
          <a:bodyPr wrap="square" rtlCol="0" anchor="t" anchorCtr="0">
            <a:no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New Economy</a:t>
            </a:r>
            <a:endParaRPr lang="en-US" sz="160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Framework</a:t>
            </a:r>
          </a:p>
          <a:p>
            <a:pPr marL="0" indent="0">
              <a:buNone/>
            </a:pPr>
            <a:r>
              <a:rPr lang="en-US" sz="1200"/>
              <a:t>Define Qatar’s 20-year economic direction and programs</a:t>
            </a:r>
            <a:endParaRPr lang="en-US" sz="1400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65947695-16ED-D091-6B27-398D656E6D5A}"/>
              </a:ext>
            </a:extLst>
          </p:cNvPr>
          <p:cNvSpPr/>
          <p:nvPr/>
        </p:nvSpPr>
        <p:spPr>
          <a:xfrm>
            <a:off x="8746623" y="2574891"/>
            <a:ext cx="2572592" cy="1397683"/>
          </a:xfrm>
          <a:prstGeom prst="roundRect">
            <a:avLst>
              <a:gd name="adj" fmla="val 2247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  <a:effectLst>
            <a:outerShdw blurRad="25400" dist="508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GB" sz="1100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DD5933F9-513A-CFA7-88D2-71A4DC5119E5}"/>
              </a:ext>
            </a:extLst>
          </p:cNvPr>
          <p:cNvSpPr/>
          <p:nvPr/>
        </p:nvSpPr>
        <p:spPr>
          <a:xfrm>
            <a:off x="9353634" y="2763342"/>
            <a:ext cx="2034609" cy="1193528"/>
          </a:xfrm>
          <a:prstGeom prst="rect">
            <a:avLst/>
          </a:prstGeom>
          <a:noFill/>
          <a:ln/>
        </p:spPr>
        <p:txBody>
          <a:bodyPr wrap="square" rtlCol="0" anchor="t" anchorCtr="0">
            <a:no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00000"/>
                </a:solidFill>
              </a:rPr>
              <a:t>Social &amp; Population</a:t>
            </a:r>
            <a:endParaRPr lang="en-US" sz="1600"/>
          </a:p>
          <a:p>
            <a:pPr marL="0" indent="0">
              <a:buNone/>
            </a:pPr>
            <a:r>
              <a:rPr lang="en-US" sz="1600" b="1">
                <a:solidFill>
                  <a:srgbClr val="000000"/>
                </a:solidFill>
              </a:rPr>
              <a:t>Framework</a:t>
            </a:r>
          </a:p>
          <a:p>
            <a:pPr marL="0" indent="0">
              <a:buNone/>
            </a:pPr>
            <a:r>
              <a:rPr lang="en-US" sz="1200"/>
              <a:t>Shape population structure, social outcomes and human development priorities</a:t>
            </a:r>
          </a:p>
          <a:p>
            <a:pPr marL="0" indent="0">
              <a:buNone/>
            </a:pPr>
            <a:endParaRPr lang="en-US" sz="1400"/>
          </a:p>
        </p:txBody>
      </p:sp>
      <p:sp>
        <p:nvSpPr>
          <p:cNvPr id="41" name="Shape 32">
            <a:extLst>
              <a:ext uri="{FF2B5EF4-FFF2-40B4-BE49-F238E27FC236}">
                <a16:creationId xmlns:a16="http://schemas.microsoft.com/office/drawing/2014/main" id="{DD54D301-5472-F99E-24E0-5E0FCF391E0E}"/>
              </a:ext>
            </a:extLst>
          </p:cNvPr>
          <p:cNvSpPr/>
          <p:nvPr/>
        </p:nvSpPr>
        <p:spPr>
          <a:xfrm>
            <a:off x="577516" y="4380885"/>
            <a:ext cx="3384989" cy="0"/>
          </a:xfrm>
          <a:prstGeom prst="line">
            <a:avLst/>
          </a:prstGeom>
          <a:noFill/>
          <a:ln w="12700">
            <a:solidFill>
              <a:srgbClr val="8B003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 sz="1100"/>
          </a:p>
        </p:txBody>
      </p:sp>
      <p:sp>
        <p:nvSpPr>
          <p:cNvPr id="42" name="Text 33">
            <a:extLst>
              <a:ext uri="{FF2B5EF4-FFF2-40B4-BE49-F238E27FC236}">
                <a16:creationId xmlns:a16="http://schemas.microsoft.com/office/drawing/2014/main" id="{1FE52909-9423-9903-8FB9-748D4B50FC70}"/>
              </a:ext>
            </a:extLst>
          </p:cNvPr>
          <p:cNvSpPr/>
          <p:nvPr/>
        </p:nvSpPr>
        <p:spPr>
          <a:xfrm>
            <a:off x="3636193" y="4302364"/>
            <a:ext cx="4696559" cy="1570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>
                <a:solidFill>
                  <a:schemeClr val="accent1"/>
                </a:solidFill>
              </a:rPr>
              <a:t>Economic architecture to organize current initiatives</a:t>
            </a:r>
            <a:endParaRPr lang="en-US" sz="1400">
              <a:solidFill>
                <a:schemeClr val="accent1"/>
              </a:solidFill>
            </a:endParaRPr>
          </a:p>
        </p:txBody>
      </p:sp>
      <p:sp>
        <p:nvSpPr>
          <p:cNvPr id="43" name="Shape 34">
            <a:extLst>
              <a:ext uri="{FF2B5EF4-FFF2-40B4-BE49-F238E27FC236}">
                <a16:creationId xmlns:a16="http://schemas.microsoft.com/office/drawing/2014/main" id="{869E846E-54FD-3B30-FC5F-27C4FF09C1A0}"/>
              </a:ext>
            </a:extLst>
          </p:cNvPr>
          <p:cNvSpPr/>
          <p:nvPr/>
        </p:nvSpPr>
        <p:spPr>
          <a:xfrm>
            <a:off x="8069625" y="4380885"/>
            <a:ext cx="3294723" cy="0"/>
          </a:xfrm>
          <a:prstGeom prst="line">
            <a:avLst/>
          </a:prstGeom>
          <a:noFill/>
          <a:ln w="12700">
            <a:solidFill>
              <a:srgbClr val="8B003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GB" sz="1100"/>
          </a:p>
        </p:txBody>
      </p:sp>
      <p:sp>
        <p:nvSpPr>
          <p:cNvPr id="44" name="Shape 35">
            <a:extLst>
              <a:ext uri="{FF2B5EF4-FFF2-40B4-BE49-F238E27FC236}">
                <a16:creationId xmlns:a16="http://schemas.microsoft.com/office/drawing/2014/main" id="{35F52667-D718-85DE-B3C6-C50B3EDAD74B}"/>
              </a:ext>
            </a:extLst>
          </p:cNvPr>
          <p:cNvSpPr/>
          <p:nvPr/>
        </p:nvSpPr>
        <p:spPr>
          <a:xfrm>
            <a:off x="577516" y="4585041"/>
            <a:ext cx="10795858" cy="1460500"/>
          </a:xfrm>
          <a:prstGeom prst="roundRect">
            <a:avLst>
              <a:gd name="adj" fmla="val 2151"/>
            </a:avLst>
          </a:prstGeom>
          <a:solidFill>
            <a:srgbClr val="FDEDF3">
              <a:alpha val="80000"/>
            </a:srgb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GB" sz="1100"/>
          </a:p>
        </p:txBody>
      </p:sp>
      <p:sp>
        <p:nvSpPr>
          <p:cNvPr id="48" name="Shape 39">
            <a:extLst>
              <a:ext uri="{FF2B5EF4-FFF2-40B4-BE49-F238E27FC236}">
                <a16:creationId xmlns:a16="http://schemas.microsoft.com/office/drawing/2014/main" id="{9D4CDC23-FA8C-602D-7257-7F6C25CDEB94}"/>
              </a:ext>
            </a:extLst>
          </p:cNvPr>
          <p:cNvSpPr/>
          <p:nvPr/>
        </p:nvSpPr>
        <p:spPr>
          <a:xfrm>
            <a:off x="1407967" y="4773493"/>
            <a:ext cx="0" cy="1099301"/>
          </a:xfrm>
          <a:prstGeom prst="line">
            <a:avLst/>
          </a:prstGeom>
          <a:noFill/>
          <a:ln w="12700">
            <a:solidFill>
              <a:srgbClr val="8B003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 sz="1100"/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063FAA46-2753-8215-3B63-D937DF1C04BF}"/>
              </a:ext>
            </a:extLst>
          </p:cNvPr>
          <p:cNvSpPr/>
          <p:nvPr/>
        </p:nvSpPr>
        <p:spPr>
          <a:xfrm>
            <a:off x="1475668" y="4779060"/>
            <a:ext cx="3864902" cy="1203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accent1"/>
                </a:solidFill>
              </a:rPr>
              <a:t>Why the New Economy Framework matters</a:t>
            </a:r>
          </a:p>
          <a:p>
            <a:pPr marL="0" indent="0">
              <a:buNone/>
            </a:pPr>
            <a:r>
              <a:rPr lang="en-US" sz="1200"/>
              <a:t>It gives leadership one economic architecture to</a:t>
            </a:r>
          </a:p>
          <a:p>
            <a:pPr marL="0" indent="0">
              <a:buNone/>
            </a:pPr>
            <a:r>
              <a:rPr lang="en-US" sz="1200"/>
              <a:t>organize current initiatives, clarify their contribution</a:t>
            </a:r>
          </a:p>
          <a:p>
            <a:pPr marL="0" indent="0">
              <a:buNone/>
            </a:pPr>
            <a:r>
              <a:rPr lang="en-US" sz="1200"/>
              <a:t>to long term outcomes, and guide Qatar’s transition</a:t>
            </a:r>
          </a:p>
          <a:p>
            <a:pPr marL="0" indent="0">
              <a:buNone/>
            </a:pPr>
            <a:r>
              <a:rPr lang="en-US" sz="1200"/>
              <a:t>from crisis response to a new economy over the</a:t>
            </a:r>
          </a:p>
          <a:p>
            <a:pPr marL="0" indent="0">
              <a:buNone/>
            </a:pPr>
            <a:r>
              <a:rPr lang="en-US" sz="1200"/>
              <a:t>coming 20 years</a:t>
            </a:r>
          </a:p>
        </p:txBody>
      </p:sp>
      <p:sp>
        <p:nvSpPr>
          <p:cNvPr id="53" name="Text 44">
            <a:extLst>
              <a:ext uri="{FF2B5EF4-FFF2-40B4-BE49-F238E27FC236}">
                <a16:creationId xmlns:a16="http://schemas.microsoft.com/office/drawing/2014/main" id="{0D244D09-E57A-14FE-D31F-EE654198B749}"/>
              </a:ext>
            </a:extLst>
          </p:cNvPr>
          <p:cNvSpPr/>
          <p:nvPr/>
        </p:nvSpPr>
        <p:spPr>
          <a:xfrm>
            <a:off x="5408271" y="4946380"/>
            <a:ext cx="1038062" cy="266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8B0030"/>
                </a:solidFill>
              </a:rPr>
              <a:t>Direction</a:t>
            </a:r>
            <a:endParaRPr lang="en-US" sz="1200"/>
          </a:p>
        </p:txBody>
      </p:sp>
      <p:sp>
        <p:nvSpPr>
          <p:cNvPr id="54" name="Text 45">
            <a:extLst>
              <a:ext uri="{FF2B5EF4-FFF2-40B4-BE49-F238E27FC236}">
                <a16:creationId xmlns:a16="http://schemas.microsoft.com/office/drawing/2014/main" id="{AEB92C39-2DB8-0F4B-BDD2-A697203AE9AC}"/>
              </a:ext>
            </a:extLst>
          </p:cNvPr>
          <p:cNvSpPr/>
          <p:nvPr/>
        </p:nvSpPr>
        <p:spPr>
          <a:xfrm>
            <a:off x="5271367" y="5433074"/>
            <a:ext cx="1311870" cy="266971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Defines the long-term</a:t>
            </a:r>
            <a:r>
              <a:rPr lang="en-US" sz="1100"/>
              <a:t> </a:t>
            </a:r>
            <a:r>
              <a:rPr lang="en-US" sz="1100">
                <a:solidFill>
                  <a:srgbClr val="000000"/>
                </a:solidFill>
              </a:rPr>
              <a:t>economic ambition</a:t>
            </a:r>
            <a:endParaRPr lang="en-US" sz="1100"/>
          </a:p>
        </p:txBody>
      </p:sp>
      <p:sp>
        <p:nvSpPr>
          <p:cNvPr id="57" name="Text 48">
            <a:extLst>
              <a:ext uri="{FF2B5EF4-FFF2-40B4-BE49-F238E27FC236}">
                <a16:creationId xmlns:a16="http://schemas.microsoft.com/office/drawing/2014/main" id="{03FF697B-F1B0-32DF-44FC-5C6319A16B0C}"/>
              </a:ext>
            </a:extLst>
          </p:cNvPr>
          <p:cNvSpPr/>
          <p:nvPr/>
        </p:nvSpPr>
        <p:spPr>
          <a:xfrm>
            <a:off x="6888639" y="4946380"/>
            <a:ext cx="1038062" cy="266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8B0030"/>
                </a:solidFill>
              </a:rPr>
              <a:t>Architecture</a:t>
            </a:r>
            <a:endParaRPr lang="en-US" sz="1200"/>
          </a:p>
        </p:txBody>
      </p:sp>
      <p:sp>
        <p:nvSpPr>
          <p:cNvPr id="58" name="Text 49">
            <a:extLst>
              <a:ext uri="{FF2B5EF4-FFF2-40B4-BE49-F238E27FC236}">
                <a16:creationId xmlns:a16="http://schemas.microsoft.com/office/drawing/2014/main" id="{A6C48D4C-0EA8-8D5C-18A5-254D11B2CDE8}"/>
              </a:ext>
            </a:extLst>
          </p:cNvPr>
          <p:cNvSpPr/>
          <p:nvPr/>
        </p:nvSpPr>
        <p:spPr>
          <a:xfrm>
            <a:off x="6751735" y="5433074"/>
            <a:ext cx="1311870" cy="266971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Shows where current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initiatives fit</a:t>
            </a:r>
            <a:endParaRPr lang="en-US" sz="1100"/>
          </a:p>
        </p:txBody>
      </p:sp>
      <p:sp>
        <p:nvSpPr>
          <p:cNvPr id="59" name="Shape 50">
            <a:extLst>
              <a:ext uri="{FF2B5EF4-FFF2-40B4-BE49-F238E27FC236}">
                <a16:creationId xmlns:a16="http://schemas.microsoft.com/office/drawing/2014/main" id="{C31B6774-0431-014D-6CF2-8B3CCFFC2DF6}"/>
              </a:ext>
            </a:extLst>
          </p:cNvPr>
          <p:cNvSpPr/>
          <p:nvPr/>
        </p:nvSpPr>
        <p:spPr>
          <a:xfrm>
            <a:off x="6673503" y="4773493"/>
            <a:ext cx="0" cy="1099301"/>
          </a:xfrm>
          <a:prstGeom prst="line">
            <a:avLst/>
          </a:prstGeom>
          <a:noFill/>
          <a:ln w="12700">
            <a:solidFill>
              <a:srgbClr val="8B003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 sz="1100"/>
          </a:p>
        </p:txBody>
      </p:sp>
      <p:sp>
        <p:nvSpPr>
          <p:cNvPr id="62" name="Text 53">
            <a:extLst>
              <a:ext uri="{FF2B5EF4-FFF2-40B4-BE49-F238E27FC236}">
                <a16:creationId xmlns:a16="http://schemas.microsoft.com/office/drawing/2014/main" id="{1EE7087F-8045-47F7-BF55-C1D7E749038D}"/>
              </a:ext>
            </a:extLst>
          </p:cNvPr>
          <p:cNvSpPr/>
          <p:nvPr/>
        </p:nvSpPr>
        <p:spPr>
          <a:xfrm>
            <a:off x="8450247" y="4946380"/>
            <a:ext cx="1038062" cy="266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8B0030"/>
                </a:solidFill>
              </a:rPr>
              <a:t>Outcomes</a:t>
            </a:r>
            <a:endParaRPr lang="en-US" sz="1200"/>
          </a:p>
        </p:txBody>
      </p:sp>
      <p:sp>
        <p:nvSpPr>
          <p:cNvPr id="63" name="Text 54">
            <a:extLst>
              <a:ext uri="{FF2B5EF4-FFF2-40B4-BE49-F238E27FC236}">
                <a16:creationId xmlns:a16="http://schemas.microsoft.com/office/drawing/2014/main" id="{3DC3944B-D0C7-9060-1CA3-272C29420E10}"/>
              </a:ext>
            </a:extLst>
          </p:cNvPr>
          <p:cNvSpPr/>
          <p:nvPr/>
        </p:nvSpPr>
        <p:spPr>
          <a:xfrm>
            <a:off x="8313343" y="5433074"/>
            <a:ext cx="1311870" cy="266971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Clarifies the economic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end state to pursue</a:t>
            </a:r>
            <a:endParaRPr lang="en-US" sz="1100"/>
          </a:p>
        </p:txBody>
      </p:sp>
      <p:sp>
        <p:nvSpPr>
          <p:cNvPr id="64" name="Shape 55">
            <a:extLst>
              <a:ext uri="{FF2B5EF4-FFF2-40B4-BE49-F238E27FC236}">
                <a16:creationId xmlns:a16="http://schemas.microsoft.com/office/drawing/2014/main" id="{1F32A4AD-87C5-DA35-1649-1D21C52E8F8D}"/>
              </a:ext>
            </a:extLst>
          </p:cNvPr>
          <p:cNvSpPr/>
          <p:nvPr/>
        </p:nvSpPr>
        <p:spPr>
          <a:xfrm>
            <a:off x="8223077" y="4773493"/>
            <a:ext cx="0" cy="1099301"/>
          </a:xfrm>
          <a:prstGeom prst="line">
            <a:avLst/>
          </a:prstGeom>
          <a:noFill/>
          <a:ln w="12700">
            <a:solidFill>
              <a:srgbClr val="8B003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 sz="1100"/>
          </a:p>
        </p:txBody>
      </p:sp>
      <p:sp>
        <p:nvSpPr>
          <p:cNvPr id="67" name="Text 58">
            <a:extLst>
              <a:ext uri="{FF2B5EF4-FFF2-40B4-BE49-F238E27FC236}">
                <a16:creationId xmlns:a16="http://schemas.microsoft.com/office/drawing/2014/main" id="{A3F71ECF-C3B7-569C-DBDC-82F0E4081263}"/>
              </a:ext>
            </a:extLst>
          </p:cNvPr>
          <p:cNvSpPr/>
          <p:nvPr/>
        </p:nvSpPr>
        <p:spPr>
          <a:xfrm>
            <a:off x="9984776" y="4946380"/>
            <a:ext cx="1038062" cy="266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8B0030"/>
                </a:solidFill>
              </a:rPr>
              <a:t>Continuity</a:t>
            </a:r>
            <a:endParaRPr lang="en-US" sz="1200"/>
          </a:p>
        </p:txBody>
      </p:sp>
      <p:sp>
        <p:nvSpPr>
          <p:cNvPr id="68" name="Text 59">
            <a:extLst>
              <a:ext uri="{FF2B5EF4-FFF2-40B4-BE49-F238E27FC236}">
                <a16:creationId xmlns:a16="http://schemas.microsoft.com/office/drawing/2014/main" id="{B857A4D8-D550-4019-8F27-EA9319FC83A0}"/>
              </a:ext>
            </a:extLst>
          </p:cNvPr>
          <p:cNvSpPr/>
          <p:nvPr/>
        </p:nvSpPr>
        <p:spPr>
          <a:xfrm>
            <a:off x="9779747" y="5433074"/>
            <a:ext cx="1448120" cy="266971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Links current crisis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response to long-term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transformation</a:t>
            </a:r>
            <a:endParaRPr lang="en-US" sz="1100"/>
          </a:p>
        </p:txBody>
      </p:sp>
      <p:sp>
        <p:nvSpPr>
          <p:cNvPr id="69" name="Shape 60">
            <a:extLst>
              <a:ext uri="{FF2B5EF4-FFF2-40B4-BE49-F238E27FC236}">
                <a16:creationId xmlns:a16="http://schemas.microsoft.com/office/drawing/2014/main" id="{04961391-2672-60C7-E1D1-996E180F3221}"/>
              </a:ext>
            </a:extLst>
          </p:cNvPr>
          <p:cNvSpPr/>
          <p:nvPr/>
        </p:nvSpPr>
        <p:spPr>
          <a:xfrm>
            <a:off x="9772650" y="4773493"/>
            <a:ext cx="0" cy="1099301"/>
          </a:xfrm>
          <a:prstGeom prst="line">
            <a:avLst/>
          </a:prstGeom>
          <a:noFill/>
          <a:ln w="12700">
            <a:solidFill>
              <a:srgbClr val="8B003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 sz="1100"/>
          </a:p>
        </p:txBody>
      </p:sp>
      <p:pic>
        <p:nvPicPr>
          <p:cNvPr id="131" name="Google Shape;777;p47">
            <a:extLst>
              <a:ext uri="{FF2B5EF4-FFF2-40B4-BE49-F238E27FC236}">
                <a16:creationId xmlns:a16="http://schemas.microsoft.com/office/drawing/2014/main" id="{168A6DB3-CDD7-8B99-8D99-BE3E0EE31CA4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 rot="5400000">
            <a:off x="7207429" y="4038608"/>
            <a:ext cx="171808" cy="241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Rectangle 131">
            <a:extLst>
              <a:ext uri="{FF2B5EF4-FFF2-40B4-BE49-F238E27FC236}">
                <a16:creationId xmlns:a16="http://schemas.microsoft.com/office/drawing/2014/main" id="{F61E7491-88E1-577F-B494-11E875302B24}"/>
              </a:ext>
            </a:extLst>
          </p:cNvPr>
          <p:cNvSpPr>
            <a:spLocks/>
          </p:cNvSpPr>
          <p:nvPr/>
        </p:nvSpPr>
        <p:spPr>
          <a:xfrm>
            <a:off x="5678225" y="4600746"/>
            <a:ext cx="450014" cy="396150"/>
          </a:xfrm>
          <a:prstGeom prst="rect">
            <a:avLst/>
          </a:prstGeom>
          <a:noFill/>
          <a:ln w="6350" algn="ctr">
            <a:noFill/>
            <a:prstDash val="sysDot"/>
            <a:miter lim="800000"/>
            <a:headEnd/>
            <a:tailEnd/>
          </a:ln>
          <a:effectLst>
            <a:outerShdw blurRad="63500" algn="ctr" rotWithShape="0">
              <a:schemeClr val="bg1">
                <a:alpha val="10000"/>
              </a:schemeClr>
            </a:outerShdw>
          </a:effectLst>
        </p:spPr>
        <p:txBody>
          <a:bodyPr wrap="none" lIns="91440" tIns="0" rIns="9144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u="none" strike="noStrike" kern="1200" cap="none" spc="0" normalizeH="0" baseline="0" noProof="0">
                <a:ln w="9525">
                  <a:solidFill>
                    <a:schemeClr val="accent1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+mn-cs"/>
              </a:rPr>
              <a:t>01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4ECE641-B9C4-83B7-9054-94A4014BD084}"/>
              </a:ext>
            </a:extLst>
          </p:cNvPr>
          <p:cNvSpPr>
            <a:spLocks/>
          </p:cNvSpPr>
          <p:nvPr/>
        </p:nvSpPr>
        <p:spPr>
          <a:xfrm>
            <a:off x="7221257" y="4600746"/>
            <a:ext cx="450014" cy="396150"/>
          </a:xfrm>
          <a:prstGeom prst="rect">
            <a:avLst/>
          </a:prstGeom>
          <a:noFill/>
          <a:ln w="6350" algn="ctr">
            <a:noFill/>
            <a:prstDash val="sysDot"/>
            <a:miter lim="800000"/>
            <a:headEnd/>
            <a:tailEnd/>
          </a:ln>
          <a:effectLst>
            <a:outerShdw blurRad="63500" algn="ctr" rotWithShape="0">
              <a:schemeClr val="bg1">
                <a:alpha val="10000"/>
              </a:schemeClr>
            </a:outerShdw>
          </a:effectLst>
        </p:spPr>
        <p:txBody>
          <a:bodyPr wrap="none" lIns="91440" tIns="0" rIns="9144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u="none" strike="noStrike" kern="1200" cap="none" spc="0" normalizeH="0" baseline="0" noProof="0">
                <a:ln w="9525">
                  <a:solidFill>
                    <a:schemeClr val="accent1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+mn-cs"/>
              </a:rPr>
              <a:t>02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4963F48F-B54F-9CE2-B04F-3A86CAC29226}"/>
              </a:ext>
            </a:extLst>
          </p:cNvPr>
          <p:cNvSpPr>
            <a:spLocks/>
          </p:cNvSpPr>
          <p:nvPr/>
        </p:nvSpPr>
        <p:spPr>
          <a:xfrm>
            <a:off x="8764289" y="4600746"/>
            <a:ext cx="450014" cy="396150"/>
          </a:xfrm>
          <a:prstGeom prst="rect">
            <a:avLst/>
          </a:prstGeom>
          <a:noFill/>
          <a:ln w="6350" algn="ctr">
            <a:noFill/>
            <a:prstDash val="sysDot"/>
            <a:miter lim="800000"/>
            <a:headEnd/>
            <a:tailEnd/>
          </a:ln>
          <a:effectLst>
            <a:outerShdw blurRad="63500" algn="ctr" rotWithShape="0">
              <a:schemeClr val="bg1">
                <a:alpha val="10000"/>
              </a:schemeClr>
            </a:outerShdw>
          </a:effectLst>
        </p:spPr>
        <p:txBody>
          <a:bodyPr wrap="none" lIns="91440" tIns="0" rIns="9144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u="none" strike="noStrike" kern="1200" cap="none" spc="0" normalizeH="0" baseline="0" noProof="0">
                <a:ln w="9525">
                  <a:solidFill>
                    <a:schemeClr val="accent1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+mn-cs"/>
              </a:rPr>
              <a:t>03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DA65E4E-E115-599B-DC40-2F087EA1A42D}"/>
              </a:ext>
            </a:extLst>
          </p:cNvPr>
          <p:cNvSpPr>
            <a:spLocks/>
          </p:cNvSpPr>
          <p:nvPr/>
        </p:nvSpPr>
        <p:spPr>
          <a:xfrm>
            <a:off x="10266318" y="4600746"/>
            <a:ext cx="450014" cy="396150"/>
          </a:xfrm>
          <a:prstGeom prst="rect">
            <a:avLst/>
          </a:prstGeom>
          <a:noFill/>
          <a:ln w="6350" algn="ctr">
            <a:noFill/>
            <a:prstDash val="sysDot"/>
            <a:miter lim="800000"/>
            <a:headEnd/>
            <a:tailEnd/>
          </a:ln>
          <a:effectLst>
            <a:outerShdw blurRad="63500" algn="ctr" rotWithShape="0">
              <a:schemeClr val="bg1">
                <a:alpha val="10000"/>
              </a:schemeClr>
            </a:outerShdw>
          </a:effectLst>
        </p:spPr>
        <p:txBody>
          <a:bodyPr wrap="none" lIns="91440" tIns="0" rIns="9144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u="none" strike="noStrike" kern="1200" cap="none" spc="0" normalizeH="0" baseline="0" noProof="0">
                <a:ln w="9525">
                  <a:solidFill>
                    <a:schemeClr val="accent1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+mn-cs"/>
              </a:rPr>
              <a:t>04</a:t>
            </a:r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29FE1C14-0D59-F994-C8B1-E6C86A0A60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797" y="3014535"/>
            <a:ext cx="502690" cy="502690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09EA6B32-F74C-D04F-412A-FF3BCA6958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3778" y="3066198"/>
            <a:ext cx="451027" cy="451027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A7CB927E-F27C-FC4C-853F-C259A0E464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7742" y="3048218"/>
            <a:ext cx="451027" cy="451027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BA1C5568-3D62-C000-55AA-0719864F33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6606" y="3038905"/>
            <a:ext cx="469651" cy="469651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8365EE56-8256-F337-BBB7-292AD9D68913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0913" y="5131327"/>
            <a:ext cx="545743" cy="54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49069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2AA62F3-D433-1B84-DD35-062DE47BBF0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404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AA62F3-D433-1B84-DD35-062DE47BBF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E208142-7FB1-A767-9E48-D84596A81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393423"/>
            <a:ext cx="11925301" cy="759984"/>
          </a:xfrm>
        </p:spPr>
        <p:txBody>
          <a:bodyPr vert="horz"/>
          <a:lstStyle/>
          <a:p>
            <a:pPr marL="0" indent="0"/>
            <a:r>
              <a:rPr lang="en-US">
                <a:solidFill>
                  <a:srgbClr val="8B0030"/>
                </a:solidFill>
              </a:rPr>
              <a:t>The New Economy Framework translates the economic vision and mission into outcomes, policy directives, national programs and implementation governance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9768F-FAF8-64DE-8F75-7DEA298D22B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Proposed architecture for discussion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4B983E-A0CC-4EA1-8B9E-0925DA3DF64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Source: Team Analysis</a:t>
            </a: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A059693A-848C-09B5-9082-2C613DC0B4BA}"/>
              </a:ext>
            </a:extLst>
          </p:cNvPr>
          <p:cNvSpPr/>
          <p:nvPr/>
        </p:nvSpPr>
        <p:spPr>
          <a:xfrm>
            <a:off x="301752" y="1492249"/>
            <a:ext cx="1461482" cy="753202"/>
          </a:xfrm>
          <a:prstGeom prst="roundRect">
            <a:avLst>
              <a:gd name="adj" fmla="val 5128"/>
            </a:avLst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  <p:txBody>
          <a:bodyPr tIns="45720"/>
          <a:lstStyle/>
          <a:p>
            <a:pPr>
              <a:lnSpc>
                <a:spcPts val="1300"/>
              </a:lnSpc>
            </a:pPr>
            <a:r>
              <a:rPr lang="en-US" sz="1200">
                <a:solidFill>
                  <a:srgbClr val="FFFFFF"/>
                </a:solidFill>
              </a:rPr>
              <a:t>Economic</a:t>
            </a:r>
            <a:endParaRPr lang="en-US" sz="1200"/>
          </a:p>
          <a:p>
            <a:pPr>
              <a:lnSpc>
                <a:spcPts val="1300"/>
              </a:lnSpc>
            </a:pPr>
            <a:r>
              <a:rPr lang="en-US" sz="1200">
                <a:solidFill>
                  <a:srgbClr val="FFFFFF"/>
                </a:solidFill>
              </a:rPr>
              <a:t>vision</a:t>
            </a:r>
            <a:endParaRPr lang="en-US" sz="1200"/>
          </a:p>
          <a:p>
            <a:endParaRPr lang="en-GB" sz="12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FE174B4-4410-EDE4-A493-6D0D672D4750}"/>
              </a:ext>
            </a:extLst>
          </p:cNvPr>
          <p:cNvSpPr/>
          <p:nvPr/>
        </p:nvSpPr>
        <p:spPr>
          <a:xfrm>
            <a:off x="1962980" y="1492249"/>
            <a:ext cx="9865483" cy="753202"/>
          </a:xfrm>
          <a:prstGeom prst="roundRect">
            <a:avLst>
              <a:gd name="adj" fmla="val 5128"/>
            </a:avLst>
          </a:prstGeom>
          <a:solidFill>
            <a:srgbClr val="FFF8FA"/>
          </a:solidFill>
          <a:ln w="12700">
            <a:solidFill>
              <a:srgbClr val="F6A2BC"/>
            </a:solidFill>
            <a:prstDash val="solid"/>
          </a:ln>
        </p:spPr>
        <p:txBody>
          <a:bodyPr/>
          <a:lstStyle/>
          <a:p>
            <a:endParaRPr lang="en-GB" sz="9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43C384D-6193-AC22-1F80-257C1E3BBD54}"/>
              </a:ext>
            </a:extLst>
          </p:cNvPr>
          <p:cNvSpPr/>
          <p:nvPr/>
        </p:nvSpPr>
        <p:spPr>
          <a:xfrm>
            <a:off x="3554485" y="1757801"/>
            <a:ext cx="6682472" cy="222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8B0030"/>
                </a:solidFill>
              </a:rPr>
              <a:t>A dynamic, competitive and resilient economy with diversified engines of growth</a:t>
            </a:r>
            <a:br>
              <a:rPr lang="en-US" sz="1400" b="1">
                <a:solidFill>
                  <a:srgbClr val="8B0030"/>
                </a:solidFill>
              </a:rPr>
            </a:br>
            <a:r>
              <a:rPr lang="en-US" sz="1400" i="1">
                <a:solidFill>
                  <a:srgbClr val="000000"/>
                </a:solidFill>
              </a:rPr>
              <a:t>Built for the next 20 years, not only for the current shock</a:t>
            </a:r>
            <a:endParaRPr lang="en-US"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2957CC-9E90-F1C5-0187-62F6036AFCA5}"/>
              </a:ext>
            </a:extLst>
          </p:cNvPr>
          <p:cNvSpPr txBox="1"/>
          <p:nvPr/>
        </p:nvSpPr>
        <p:spPr>
          <a:xfrm>
            <a:off x="1361858" y="1902878"/>
            <a:ext cx="391866" cy="36487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01</a:t>
            </a: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81109E5E-9CEF-86E6-4F25-8C415E8AEE6C}"/>
              </a:ext>
            </a:extLst>
          </p:cNvPr>
          <p:cNvGrpSpPr/>
          <p:nvPr/>
        </p:nvGrpSpPr>
        <p:grpSpPr>
          <a:xfrm>
            <a:off x="1962980" y="3037412"/>
            <a:ext cx="9865483" cy="751786"/>
            <a:chOff x="1962980" y="2323586"/>
            <a:chExt cx="9407531" cy="857221"/>
          </a:xfrm>
        </p:grpSpPr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FBF1BFCD-EC58-3596-D63B-BBCB4DE95605}"/>
                </a:ext>
              </a:extLst>
            </p:cNvPr>
            <p:cNvSpPr/>
            <p:nvPr/>
          </p:nvSpPr>
          <p:spPr>
            <a:xfrm>
              <a:off x="1962980" y="2323586"/>
              <a:ext cx="1839849" cy="857221"/>
            </a:xfrm>
            <a:prstGeom prst="roundRect">
              <a:avLst>
                <a:gd name="adj" fmla="val 3448"/>
              </a:avLst>
            </a:prstGeom>
            <a:solidFill>
              <a:srgbClr val="FFF7F8"/>
            </a:solidFill>
            <a:ln w="12700">
              <a:solidFill>
                <a:srgbClr val="F5CBD5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8B0030"/>
                  </a:solidFill>
                </a:rPr>
                <a:t>Population</a:t>
              </a:r>
              <a:endParaRPr lang="en-US" sz="900"/>
            </a:p>
            <a:p>
              <a:r>
                <a:rPr lang="en-US" sz="900" b="1">
                  <a:solidFill>
                    <a:srgbClr val="8B0030"/>
                  </a:solidFill>
                </a:rPr>
                <a:t>structure</a:t>
              </a:r>
              <a:br>
                <a:rPr lang="en-US" sz="900" b="1">
                  <a:solidFill>
                    <a:srgbClr val="8B0030"/>
                  </a:solidFill>
                </a:rPr>
              </a:br>
              <a:r>
                <a:rPr lang="en-US" sz="900">
                  <a:solidFill>
                    <a:srgbClr val="000000"/>
                  </a:solidFill>
                </a:rPr>
                <a:t>Responsible citizenship, skill mix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and social mobility</a:t>
              </a:r>
              <a:endParaRPr lang="en-US" sz="900"/>
            </a:p>
            <a:p>
              <a:endParaRPr lang="en-US" sz="900"/>
            </a:p>
            <a:p>
              <a:endParaRPr lang="en-GB" sz="900"/>
            </a:p>
          </p:txBody>
        </p:sp>
        <p:sp>
          <p:nvSpPr>
            <p:cNvPr id="34" name="Shape 32">
              <a:extLst>
                <a:ext uri="{FF2B5EF4-FFF2-40B4-BE49-F238E27FC236}">
                  <a16:creationId xmlns:a16="http://schemas.microsoft.com/office/drawing/2014/main" id="{C9D7A379-2DD2-166B-5618-01ECA7AA4AD4}"/>
                </a:ext>
              </a:extLst>
            </p:cNvPr>
            <p:cNvSpPr/>
            <p:nvPr/>
          </p:nvSpPr>
          <p:spPr>
            <a:xfrm>
              <a:off x="3854901" y="2323586"/>
              <a:ext cx="1839849" cy="857221"/>
            </a:xfrm>
            <a:prstGeom prst="roundRect">
              <a:avLst>
                <a:gd name="adj" fmla="val 3448"/>
              </a:avLst>
            </a:prstGeom>
            <a:solidFill>
              <a:srgbClr val="FFF7F8"/>
            </a:solidFill>
            <a:ln w="12700">
              <a:solidFill>
                <a:srgbClr val="F5CBD5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8B0030"/>
                  </a:solidFill>
                </a:rPr>
                <a:t>Diversification</a:t>
              </a:r>
              <a:endParaRPr lang="en-US" sz="900"/>
            </a:p>
            <a:p>
              <a:r>
                <a:rPr lang="en-US" sz="900" b="1">
                  <a:solidFill>
                    <a:srgbClr val="8B0030"/>
                  </a:solidFill>
                </a:rPr>
                <a:t>mix</a:t>
              </a:r>
            </a:p>
            <a:p>
              <a:r>
                <a:rPr lang="en-US" sz="900">
                  <a:solidFill>
                    <a:srgbClr val="000000"/>
                  </a:solidFill>
                </a:rPr>
                <a:t>Hydrocarbon versus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nonhydrocarbon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balance</a:t>
              </a:r>
              <a:endParaRPr lang="en-US" sz="900"/>
            </a:p>
            <a:p>
              <a:endParaRPr lang="en-US" sz="900"/>
            </a:p>
            <a:p>
              <a:endParaRPr lang="en-GB" sz="900"/>
            </a:p>
          </p:txBody>
        </p:sp>
        <p:sp>
          <p:nvSpPr>
            <p:cNvPr id="39" name="Shape 37">
              <a:extLst>
                <a:ext uri="{FF2B5EF4-FFF2-40B4-BE49-F238E27FC236}">
                  <a16:creationId xmlns:a16="http://schemas.microsoft.com/office/drawing/2014/main" id="{F8C82312-7463-F89C-9D57-9508C136B9E3}"/>
                </a:ext>
              </a:extLst>
            </p:cNvPr>
            <p:cNvSpPr/>
            <p:nvPr/>
          </p:nvSpPr>
          <p:spPr>
            <a:xfrm>
              <a:off x="5746821" y="2323586"/>
              <a:ext cx="1839849" cy="857221"/>
            </a:xfrm>
            <a:prstGeom prst="roundRect">
              <a:avLst>
                <a:gd name="adj" fmla="val 3448"/>
              </a:avLst>
            </a:prstGeom>
            <a:solidFill>
              <a:srgbClr val="FFF7F8"/>
            </a:solidFill>
            <a:ln w="12700">
              <a:solidFill>
                <a:srgbClr val="F5CBD5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8B0030"/>
                  </a:solidFill>
                </a:rPr>
                <a:t>Private sector</a:t>
              </a:r>
              <a:endParaRPr lang="en-US" sz="900"/>
            </a:p>
            <a:p>
              <a:r>
                <a:rPr lang="en-US" sz="900" b="1">
                  <a:solidFill>
                    <a:srgbClr val="8B0030"/>
                  </a:solidFill>
                </a:rPr>
                <a:t>scale</a:t>
              </a:r>
            </a:p>
            <a:p>
              <a:r>
                <a:rPr lang="en-US" sz="900">
                  <a:solidFill>
                    <a:srgbClr val="000000"/>
                  </a:solidFill>
                </a:rPr>
                <a:t>Productivity, champions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and export capacity</a:t>
              </a:r>
              <a:endParaRPr lang="en-US" sz="900"/>
            </a:p>
            <a:p>
              <a:endParaRPr lang="en-US" sz="900"/>
            </a:p>
            <a:p>
              <a:endParaRPr lang="en-GB" sz="900"/>
            </a:p>
          </p:txBody>
        </p:sp>
        <p:sp>
          <p:nvSpPr>
            <p:cNvPr id="44" name="Shape 42">
              <a:extLst>
                <a:ext uri="{FF2B5EF4-FFF2-40B4-BE49-F238E27FC236}">
                  <a16:creationId xmlns:a16="http://schemas.microsoft.com/office/drawing/2014/main" id="{51EE17F5-8B4A-694A-3EDF-D181F8F9783E}"/>
                </a:ext>
              </a:extLst>
            </p:cNvPr>
            <p:cNvSpPr/>
            <p:nvPr/>
          </p:nvSpPr>
          <p:spPr>
            <a:xfrm>
              <a:off x="7638742" y="2323586"/>
              <a:ext cx="1839849" cy="857221"/>
            </a:xfrm>
            <a:prstGeom prst="roundRect">
              <a:avLst>
                <a:gd name="adj" fmla="val 3448"/>
              </a:avLst>
            </a:prstGeom>
            <a:solidFill>
              <a:srgbClr val="FFF7F8"/>
            </a:solidFill>
            <a:ln w="12700">
              <a:solidFill>
                <a:srgbClr val="F5CBD5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8B0030"/>
                  </a:solidFill>
                </a:rPr>
                <a:t>Fiscal</a:t>
              </a:r>
              <a:endParaRPr lang="en-US" sz="900"/>
            </a:p>
            <a:p>
              <a:r>
                <a:rPr lang="en-US" sz="900" b="1">
                  <a:solidFill>
                    <a:srgbClr val="8B0030"/>
                  </a:solidFill>
                </a:rPr>
                <a:t>sustainability</a:t>
              </a:r>
            </a:p>
            <a:p>
              <a:r>
                <a:rPr lang="en-US" sz="900">
                  <a:solidFill>
                    <a:srgbClr val="000000"/>
                  </a:solidFill>
                </a:rPr>
                <a:t>Fiscal rules, debt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ceiling and budget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discipline</a:t>
              </a:r>
              <a:endParaRPr lang="en-US" sz="900"/>
            </a:p>
            <a:p>
              <a:endParaRPr lang="en-US" sz="900"/>
            </a:p>
            <a:p>
              <a:endParaRPr lang="en-GB" sz="900"/>
            </a:p>
          </p:txBody>
        </p:sp>
        <p:sp>
          <p:nvSpPr>
            <p:cNvPr id="49" name="Shape 47">
              <a:extLst>
                <a:ext uri="{FF2B5EF4-FFF2-40B4-BE49-F238E27FC236}">
                  <a16:creationId xmlns:a16="http://schemas.microsoft.com/office/drawing/2014/main" id="{4B8589CE-8B61-8455-558C-EB026CC75D71}"/>
                </a:ext>
              </a:extLst>
            </p:cNvPr>
            <p:cNvSpPr/>
            <p:nvPr/>
          </p:nvSpPr>
          <p:spPr>
            <a:xfrm>
              <a:off x="9530662" y="2323586"/>
              <a:ext cx="1839849" cy="857221"/>
            </a:xfrm>
            <a:prstGeom prst="roundRect">
              <a:avLst>
                <a:gd name="adj" fmla="val 3448"/>
              </a:avLst>
            </a:prstGeom>
            <a:solidFill>
              <a:srgbClr val="FFF7F8"/>
            </a:solidFill>
            <a:ln w="12700">
              <a:solidFill>
                <a:srgbClr val="F5CBD5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8B0030"/>
                  </a:solidFill>
                </a:rPr>
                <a:t>Global</a:t>
              </a:r>
              <a:endParaRPr lang="en-US" sz="900"/>
            </a:p>
            <a:p>
              <a:r>
                <a:rPr lang="en-US" sz="900" b="1">
                  <a:solidFill>
                    <a:srgbClr val="8B0030"/>
                  </a:solidFill>
                </a:rPr>
                <a:t>competitiveness</a:t>
              </a:r>
              <a:br>
                <a:rPr lang="en-US" sz="900" b="1">
                  <a:solidFill>
                    <a:srgbClr val="8B0030"/>
                  </a:solidFill>
                </a:rPr>
              </a:br>
              <a:r>
                <a:rPr lang="en-US" sz="900">
                  <a:solidFill>
                    <a:srgbClr val="000000"/>
                  </a:solidFill>
                </a:rPr>
                <a:t>Quality FDI, innovation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and global positioning</a:t>
              </a:r>
              <a:endParaRPr lang="en-US" sz="900"/>
            </a:p>
            <a:p>
              <a:endParaRPr lang="en-US" sz="900"/>
            </a:p>
          </p:txBody>
        </p:sp>
      </p:grpSp>
      <p:sp>
        <p:nvSpPr>
          <p:cNvPr id="10" name="Shape 6">
            <a:extLst>
              <a:ext uri="{FF2B5EF4-FFF2-40B4-BE49-F238E27FC236}">
                <a16:creationId xmlns:a16="http://schemas.microsoft.com/office/drawing/2014/main" id="{D200D348-5911-05B0-4E06-4E94D3E411EE}"/>
              </a:ext>
            </a:extLst>
          </p:cNvPr>
          <p:cNvSpPr/>
          <p:nvPr/>
        </p:nvSpPr>
        <p:spPr>
          <a:xfrm>
            <a:off x="301752" y="3020686"/>
            <a:ext cx="1461482" cy="775503"/>
          </a:xfrm>
          <a:prstGeom prst="roundRect">
            <a:avLst>
              <a:gd name="adj" fmla="val 3448"/>
            </a:avLst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  <p:txBody>
          <a:bodyPr tIns="45720"/>
          <a:lstStyle/>
          <a:p>
            <a:pPr>
              <a:lnSpc>
                <a:spcPts val="1300"/>
              </a:lnSpc>
            </a:pPr>
            <a:r>
              <a:rPr lang="en-US" sz="1200">
                <a:solidFill>
                  <a:srgbClr val="FFFFFF"/>
                </a:solidFill>
              </a:rPr>
              <a:t>Illustrative</a:t>
            </a:r>
            <a:endParaRPr lang="en-US" sz="1200"/>
          </a:p>
          <a:p>
            <a:pPr>
              <a:lnSpc>
                <a:spcPts val="1300"/>
              </a:lnSpc>
            </a:pPr>
            <a:r>
              <a:rPr lang="en-US" sz="1200">
                <a:solidFill>
                  <a:srgbClr val="FFFFFF"/>
                </a:solidFill>
              </a:rPr>
              <a:t>20-year</a:t>
            </a:r>
            <a:r>
              <a:rPr lang="en-US" sz="1200"/>
              <a:t> </a:t>
            </a:r>
            <a:r>
              <a:rPr lang="en-US" sz="1200">
                <a:solidFill>
                  <a:srgbClr val="FFFFFF"/>
                </a:solidFill>
              </a:rPr>
              <a:t>outcomes</a:t>
            </a:r>
            <a:r>
              <a:rPr lang="en-US" sz="1200"/>
              <a:t> </a:t>
            </a:r>
            <a:r>
              <a:rPr lang="en-US" sz="1200">
                <a:solidFill>
                  <a:srgbClr val="FFFFFF"/>
                </a:solidFill>
              </a:rPr>
              <a:t>to refine</a:t>
            </a:r>
            <a:endParaRPr lang="en-US" sz="12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2DAFAB-D89E-A353-92B0-F635116FDFC0}"/>
              </a:ext>
            </a:extLst>
          </p:cNvPr>
          <p:cNvSpPr txBox="1"/>
          <p:nvPr/>
        </p:nvSpPr>
        <p:spPr>
          <a:xfrm>
            <a:off x="1361858" y="3536587"/>
            <a:ext cx="391866" cy="2526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03</a:t>
            </a: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3826A6D0-CB95-68CA-2E5A-0FA9514080B3}"/>
              </a:ext>
            </a:extLst>
          </p:cNvPr>
          <p:cNvSpPr/>
          <p:nvPr/>
        </p:nvSpPr>
        <p:spPr>
          <a:xfrm>
            <a:off x="301752" y="3819584"/>
            <a:ext cx="1461482" cy="775503"/>
          </a:xfrm>
          <a:prstGeom prst="roundRect">
            <a:avLst>
              <a:gd name="adj" fmla="val 3704"/>
            </a:avLst>
          </a:prstGeom>
          <a:solidFill>
            <a:schemeClr val="bg1">
              <a:lumMod val="50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 tIns="45720"/>
          <a:lstStyle/>
          <a:p>
            <a:pPr>
              <a:lnSpc>
                <a:spcPts val="1300"/>
              </a:lnSpc>
            </a:pPr>
            <a:r>
              <a:rPr lang="en-US" sz="1200">
                <a:solidFill>
                  <a:srgbClr val="FFFFFF"/>
                </a:solidFill>
              </a:rPr>
              <a:t>Indicative</a:t>
            </a:r>
            <a:endParaRPr lang="en-US" sz="1200"/>
          </a:p>
          <a:p>
            <a:pPr>
              <a:lnSpc>
                <a:spcPts val="1300"/>
              </a:lnSpc>
            </a:pPr>
            <a:r>
              <a:rPr lang="en-US" sz="1200">
                <a:solidFill>
                  <a:srgbClr val="FFFFFF"/>
                </a:solidFill>
              </a:rPr>
              <a:t>policy</a:t>
            </a:r>
            <a:r>
              <a:rPr lang="en-US" sz="1200"/>
              <a:t> </a:t>
            </a:r>
            <a:r>
              <a:rPr lang="en-US" sz="1200">
                <a:solidFill>
                  <a:srgbClr val="FFFFFF"/>
                </a:solidFill>
              </a:rPr>
              <a:t>directive</a:t>
            </a:r>
            <a:endParaRPr lang="en-US" sz="1200"/>
          </a:p>
          <a:p>
            <a:pPr>
              <a:lnSpc>
                <a:spcPts val="1300"/>
              </a:lnSpc>
            </a:pPr>
            <a:r>
              <a:rPr lang="en-US" sz="1200">
                <a:solidFill>
                  <a:srgbClr val="FFFFFF"/>
                </a:solidFill>
              </a:rPr>
              <a:t>areas</a:t>
            </a:r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24B7A14-82E9-639C-79FE-D24B9E72E330}"/>
              </a:ext>
            </a:extLst>
          </p:cNvPr>
          <p:cNvGrpSpPr/>
          <p:nvPr/>
        </p:nvGrpSpPr>
        <p:grpSpPr>
          <a:xfrm>
            <a:off x="1962979" y="3830734"/>
            <a:ext cx="9865483" cy="764354"/>
            <a:chOff x="1962980" y="3282093"/>
            <a:chExt cx="9832780" cy="775503"/>
          </a:xfrm>
        </p:grpSpPr>
        <p:sp>
          <p:nvSpPr>
            <p:cNvPr id="54" name="Shape 52">
              <a:extLst>
                <a:ext uri="{FF2B5EF4-FFF2-40B4-BE49-F238E27FC236}">
                  <a16:creationId xmlns:a16="http://schemas.microsoft.com/office/drawing/2014/main" id="{FDA7BC84-DE35-7838-F672-41865CCE3AA3}"/>
                </a:ext>
              </a:extLst>
            </p:cNvPr>
            <p:cNvSpPr/>
            <p:nvPr/>
          </p:nvSpPr>
          <p:spPr>
            <a:xfrm>
              <a:off x="1962980" y="3282093"/>
              <a:ext cx="1588172" cy="775503"/>
            </a:xfrm>
            <a:prstGeom prst="roundRect">
              <a:avLst>
                <a:gd name="adj" fmla="val 3704"/>
              </a:avLst>
            </a:prstGeom>
            <a:solidFill>
              <a:srgbClr val="F7F7F7"/>
            </a:solidFill>
            <a:ln w="12700">
              <a:solidFill>
                <a:srgbClr val="D8D8D8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000000"/>
                  </a:solidFill>
                </a:rPr>
                <a:t>Fiscal and</a:t>
              </a:r>
              <a:endParaRPr lang="en-US" sz="900"/>
            </a:p>
            <a:p>
              <a:r>
                <a:rPr lang="en-US" sz="900" b="1">
                  <a:solidFill>
                    <a:srgbClr val="000000"/>
                  </a:solidFill>
                </a:rPr>
                <a:t>budget policy</a:t>
              </a:r>
            </a:p>
            <a:p>
              <a:r>
                <a:rPr lang="en-US" sz="900">
                  <a:solidFill>
                    <a:srgbClr val="000000"/>
                  </a:solidFill>
                </a:rPr>
                <a:t>Discipline, sustainability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and resource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allocation</a:t>
              </a:r>
              <a:endParaRPr lang="en-US" sz="900"/>
            </a:p>
          </p:txBody>
        </p:sp>
        <p:sp>
          <p:nvSpPr>
            <p:cNvPr id="59" name="Shape 57">
              <a:extLst>
                <a:ext uri="{FF2B5EF4-FFF2-40B4-BE49-F238E27FC236}">
                  <a16:creationId xmlns:a16="http://schemas.microsoft.com/office/drawing/2014/main" id="{2ACF6AC5-BAD5-4D02-2B30-23520F77920C}"/>
                </a:ext>
              </a:extLst>
            </p:cNvPr>
            <p:cNvSpPr/>
            <p:nvPr/>
          </p:nvSpPr>
          <p:spPr>
            <a:xfrm>
              <a:off x="3611902" y="3282093"/>
              <a:ext cx="1588172" cy="775503"/>
            </a:xfrm>
            <a:prstGeom prst="roundRect">
              <a:avLst>
                <a:gd name="adj" fmla="val 3704"/>
              </a:avLst>
            </a:prstGeom>
            <a:solidFill>
              <a:srgbClr val="F7F7F7"/>
            </a:solidFill>
            <a:ln w="12700">
              <a:solidFill>
                <a:srgbClr val="D8D8D8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000000"/>
                  </a:solidFill>
                </a:rPr>
                <a:t>Investment and</a:t>
              </a:r>
              <a:endParaRPr lang="en-US" sz="900"/>
            </a:p>
            <a:p>
              <a:r>
                <a:rPr lang="en-US" sz="900" b="1">
                  <a:solidFill>
                    <a:srgbClr val="000000"/>
                  </a:solidFill>
                </a:rPr>
                <a:t>capital policy</a:t>
              </a:r>
            </a:p>
            <a:p>
              <a:r>
                <a:rPr lang="en-US" sz="900">
                  <a:solidFill>
                    <a:srgbClr val="000000"/>
                  </a:solidFill>
                </a:rPr>
                <a:t>Capital directed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toward strategic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economic priorities</a:t>
              </a:r>
              <a:endParaRPr lang="en-US" sz="900"/>
            </a:p>
          </p:txBody>
        </p:sp>
        <p:sp>
          <p:nvSpPr>
            <p:cNvPr id="64" name="Shape 62">
              <a:extLst>
                <a:ext uri="{FF2B5EF4-FFF2-40B4-BE49-F238E27FC236}">
                  <a16:creationId xmlns:a16="http://schemas.microsoft.com/office/drawing/2014/main" id="{A83F1D39-8D3D-FC39-B570-31C5774B55D6}"/>
                </a:ext>
              </a:extLst>
            </p:cNvPr>
            <p:cNvSpPr/>
            <p:nvPr/>
          </p:nvSpPr>
          <p:spPr>
            <a:xfrm>
              <a:off x="5260823" y="3282093"/>
              <a:ext cx="1588172" cy="775503"/>
            </a:xfrm>
            <a:prstGeom prst="roundRect">
              <a:avLst>
                <a:gd name="adj" fmla="val 3704"/>
              </a:avLst>
            </a:prstGeom>
            <a:solidFill>
              <a:srgbClr val="F7F7F7"/>
            </a:solidFill>
            <a:ln w="12700">
              <a:solidFill>
                <a:srgbClr val="D8D8D8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000000"/>
                  </a:solidFill>
                </a:rPr>
                <a:t>Labor, visa and</a:t>
              </a:r>
              <a:endParaRPr lang="en-US" sz="900"/>
            </a:p>
            <a:p>
              <a:r>
                <a:rPr lang="en-US" sz="900" b="1">
                  <a:solidFill>
                    <a:srgbClr val="000000"/>
                  </a:solidFill>
                </a:rPr>
                <a:t>population policy</a:t>
              </a:r>
              <a:br>
                <a:rPr lang="en-US" sz="900" b="1">
                  <a:solidFill>
                    <a:srgbClr val="000000"/>
                  </a:solidFill>
                </a:rPr>
              </a:br>
              <a:r>
                <a:rPr lang="en-US" sz="900">
                  <a:solidFill>
                    <a:srgbClr val="000000"/>
                  </a:solidFill>
                </a:rPr>
                <a:t>Workforce and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population alignment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with the economic model</a:t>
              </a:r>
              <a:endParaRPr lang="en-US" sz="900"/>
            </a:p>
          </p:txBody>
        </p:sp>
        <p:sp>
          <p:nvSpPr>
            <p:cNvPr id="69" name="Shape 67">
              <a:extLst>
                <a:ext uri="{FF2B5EF4-FFF2-40B4-BE49-F238E27FC236}">
                  <a16:creationId xmlns:a16="http://schemas.microsoft.com/office/drawing/2014/main" id="{EE917ABF-81A0-8E66-2C20-7B04F40ED11C}"/>
                </a:ext>
              </a:extLst>
            </p:cNvPr>
            <p:cNvSpPr/>
            <p:nvPr/>
          </p:nvSpPr>
          <p:spPr>
            <a:xfrm>
              <a:off x="6909745" y="3282093"/>
              <a:ext cx="1588172" cy="775503"/>
            </a:xfrm>
            <a:prstGeom prst="roundRect">
              <a:avLst>
                <a:gd name="adj" fmla="val 3704"/>
              </a:avLst>
            </a:prstGeom>
            <a:solidFill>
              <a:srgbClr val="F7F7F7"/>
            </a:solidFill>
            <a:ln w="12700">
              <a:solidFill>
                <a:srgbClr val="D8D8D8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000000"/>
                  </a:solidFill>
                </a:rPr>
                <a:t>Education and</a:t>
              </a:r>
              <a:endParaRPr lang="en-US" sz="900"/>
            </a:p>
            <a:p>
              <a:r>
                <a:rPr lang="en-US" sz="900" b="1">
                  <a:solidFill>
                    <a:srgbClr val="000000"/>
                  </a:solidFill>
                </a:rPr>
                <a:t>skills policy</a:t>
              </a:r>
              <a:br>
                <a:rPr lang="en-US" sz="900" b="1">
                  <a:solidFill>
                    <a:srgbClr val="000000"/>
                  </a:solidFill>
                </a:rPr>
              </a:br>
              <a:r>
                <a:rPr lang="en-US" sz="900">
                  <a:solidFill>
                    <a:srgbClr val="000000"/>
                  </a:solidFill>
                </a:rPr>
                <a:t>Social mobility and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labor market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readiness</a:t>
              </a:r>
              <a:endParaRPr lang="en-US" sz="900"/>
            </a:p>
          </p:txBody>
        </p:sp>
        <p:sp>
          <p:nvSpPr>
            <p:cNvPr id="74" name="Shape 72">
              <a:extLst>
                <a:ext uri="{FF2B5EF4-FFF2-40B4-BE49-F238E27FC236}">
                  <a16:creationId xmlns:a16="http://schemas.microsoft.com/office/drawing/2014/main" id="{BB4FED9F-6C94-1A9B-1E8F-67A7B13912EA}"/>
                </a:ext>
              </a:extLst>
            </p:cNvPr>
            <p:cNvSpPr/>
            <p:nvPr/>
          </p:nvSpPr>
          <p:spPr>
            <a:xfrm>
              <a:off x="8558666" y="3282093"/>
              <a:ext cx="1588172" cy="775503"/>
            </a:xfrm>
            <a:prstGeom prst="roundRect">
              <a:avLst>
                <a:gd name="adj" fmla="val 3704"/>
              </a:avLst>
            </a:prstGeom>
            <a:solidFill>
              <a:srgbClr val="F7F7F7"/>
            </a:solidFill>
            <a:ln w="12700">
              <a:solidFill>
                <a:srgbClr val="D8D8D8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000000"/>
                  </a:solidFill>
                </a:rPr>
                <a:t>Business</a:t>
              </a:r>
              <a:endParaRPr lang="en-US" sz="900"/>
            </a:p>
            <a:p>
              <a:r>
                <a:rPr lang="en-US" sz="900" b="1">
                  <a:solidFill>
                    <a:srgbClr val="000000"/>
                  </a:solidFill>
                </a:rPr>
                <a:t>environment policy</a:t>
              </a:r>
              <a:br>
                <a:rPr lang="en-US" sz="900" b="1">
                  <a:solidFill>
                    <a:srgbClr val="000000"/>
                  </a:solidFill>
                </a:rPr>
              </a:br>
              <a:r>
                <a:rPr lang="en-US" sz="900">
                  <a:solidFill>
                    <a:srgbClr val="000000"/>
                  </a:solidFill>
                </a:rPr>
                <a:t>Entry, ownership,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investment and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scale</a:t>
              </a:r>
              <a:endParaRPr lang="en-US" sz="900"/>
            </a:p>
            <a:p>
              <a:endParaRPr lang="en-GB" sz="900"/>
            </a:p>
          </p:txBody>
        </p:sp>
        <p:sp>
          <p:nvSpPr>
            <p:cNvPr id="79" name="Shape 77">
              <a:extLst>
                <a:ext uri="{FF2B5EF4-FFF2-40B4-BE49-F238E27FC236}">
                  <a16:creationId xmlns:a16="http://schemas.microsoft.com/office/drawing/2014/main" id="{F32E139F-6E9A-A6BE-297B-B9D73845C310}"/>
                </a:ext>
              </a:extLst>
            </p:cNvPr>
            <p:cNvSpPr/>
            <p:nvPr/>
          </p:nvSpPr>
          <p:spPr>
            <a:xfrm>
              <a:off x="10207588" y="3282093"/>
              <a:ext cx="1588172" cy="775503"/>
            </a:xfrm>
            <a:prstGeom prst="roundRect">
              <a:avLst>
                <a:gd name="adj" fmla="val 3704"/>
              </a:avLst>
            </a:prstGeom>
            <a:solidFill>
              <a:srgbClr val="F7F7F7"/>
            </a:solidFill>
            <a:ln w="12700">
              <a:solidFill>
                <a:srgbClr val="D8D8D8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000000"/>
                  </a:solidFill>
                </a:rPr>
                <a:t>Capital market</a:t>
              </a:r>
              <a:endParaRPr lang="en-US" sz="900"/>
            </a:p>
            <a:p>
              <a:r>
                <a:rPr lang="en-US" sz="900" b="1">
                  <a:solidFill>
                    <a:srgbClr val="000000"/>
                  </a:solidFill>
                </a:rPr>
                <a:t>Policy</a:t>
              </a:r>
              <a:br>
                <a:rPr lang="en-US" sz="900" b="1">
                  <a:solidFill>
                    <a:srgbClr val="000000"/>
                  </a:solidFill>
                </a:rPr>
              </a:br>
              <a:r>
                <a:rPr lang="en-US" sz="900">
                  <a:solidFill>
                    <a:srgbClr val="000000"/>
                  </a:solidFill>
                </a:rPr>
                <a:t>Deeper markets and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broader financing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channels</a:t>
              </a:r>
              <a:endParaRPr lang="en-US" sz="900"/>
            </a:p>
            <a:p>
              <a:endParaRPr lang="en-GB" sz="90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28DCBE9-3A23-5E68-C228-CD3B15DDD0DC}"/>
              </a:ext>
            </a:extLst>
          </p:cNvPr>
          <p:cNvSpPr txBox="1"/>
          <p:nvPr/>
        </p:nvSpPr>
        <p:spPr>
          <a:xfrm>
            <a:off x="1361858" y="4303284"/>
            <a:ext cx="391866" cy="27132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04</a:t>
            </a:r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515D766D-E33F-EEA2-BCEA-0D5C9AA7C192}"/>
              </a:ext>
            </a:extLst>
          </p:cNvPr>
          <p:cNvSpPr/>
          <p:nvPr/>
        </p:nvSpPr>
        <p:spPr>
          <a:xfrm>
            <a:off x="301752" y="4618482"/>
            <a:ext cx="1461482" cy="775503"/>
          </a:xfrm>
          <a:prstGeom prst="roundRect">
            <a:avLst>
              <a:gd name="adj" fmla="val 3509"/>
            </a:avLst>
          </a:prstGeom>
          <a:solidFill>
            <a:srgbClr val="0F4260"/>
          </a:solidFill>
          <a:ln w="12700">
            <a:solidFill>
              <a:srgbClr val="FFFFFF"/>
            </a:solidFill>
            <a:prstDash val="solid"/>
          </a:ln>
        </p:spPr>
        <p:txBody>
          <a:bodyPr tIns="45720"/>
          <a:lstStyle/>
          <a:p>
            <a:pPr>
              <a:lnSpc>
                <a:spcPts val="1300"/>
              </a:lnSpc>
            </a:pPr>
            <a:r>
              <a:rPr lang="en-US" sz="1200">
                <a:solidFill>
                  <a:srgbClr val="FFFFFF"/>
                </a:solidFill>
              </a:rPr>
              <a:t>Examples of multi-year National</a:t>
            </a:r>
            <a:r>
              <a:rPr lang="en-US" sz="1200"/>
              <a:t> </a:t>
            </a:r>
            <a:r>
              <a:rPr lang="en-US" sz="1200">
                <a:solidFill>
                  <a:srgbClr val="FFFFFF"/>
                </a:solidFill>
              </a:rPr>
              <a:t>Programs</a:t>
            </a:r>
            <a:endParaRPr lang="en-GB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6117DC-25E8-91F9-1D83-51115FC4C1C1}"/>
              </a:ext>
            </a:extLst>
          </p:cNvPr>
          <p:cNvSpPr txBox="1"/>
          <p:nvPr/>
        </p:nvSpPr>
        <p:spPr>
          <a:xfrm>
            <a:off x="1361858" y="5124747"/>
            <a:ext cx="391866" cy="2570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05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F9FA1CE-5B41-679B-0404-CD884B561075}"/>
              </a:ext>
            </a:extLst>
          </p:cNvPr>
          <p:cNvGrpSpPr/>
          <p:nvPr/>
        </p:nvGrpSpPr>
        <p:grpSpPr>
          <a:xfrm>
            <a:off x="1962980" y="5417379"/>
            <a:ext cx="9889542" cy="775504"/>
            <a:chOff x="1962980" y="4902640"/>
            <a:chExt cx="9268675" cy="650306"/>
          </a:xfrm>
        </p:grpSpPr>
        <p:sp>
          <p:nvSpPr>
            <p:cNvPr id="124" name="Shape 122">
              <a:extLst>
                <a:ext uri="{FF2B5EF4-FFF2-40B4-BE49-F238E27FC236}">
                  <a16:creationId xmlns:a16="http://schemas.microsoft.com/office/drawing/2014/main" id="{35CA58A0-EAB7-DC10-6AE1-E6C1EAD01D60}"/>
                </a:ext>
              </a:extLst>
            </p:cNvPr>
            <p:cNvSpPr/>
            <p:nvPr/>
          </p:nvSpPr>
          <p:spPr>
            <a:xfrm>
              <a:off x="1962980" y="4902640"/>
              <a:ext cx="1805135" cy="650306"/>
            </a:xfrm>
            <a:prstGeom prst="roundRect">
              <a:avLst>
                <a:gd name="adj" fmla="val 4545"/>
              </a:avLst>
            </a:prstGeom>
            <a:solidFill>
              <a:srgbClr val="EFF7FF"/>
            </a:solidFill>
            <a:ln w="12700">
              <a:solidFill>
                <a:srgbClr val="CDE4FF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002E68"/>
                  </a:solidFill>
                </a:rPr>
                <a:t>Program owners</a:t>
              </a:r>
              <a:br>
                <a:rPr lang="en-US" sz="900" b="1">
                  <a:solidFill>
                    <a:srgbClr val="002E68"/>
                  </a:solidFill>
                </a:rPr>
              </a:br>
              <a:r>
                <a:rPr lang="en-US" sz="900">
                  <a:solidFill>
                    <a:srgbClr val="000000"/>
                  </a:solidFill>
                </a:rPr>
                <a:t>Clear accountability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for each national</a:t>
              </a:r>
              <a:r>
                <a:rPr lang="en-US" sz="900"/>
                <a:t> </a:t>
              </a:r>
              <a:r>
                <a:rPr lang="en-US" sz="900">
                  <a:solidFill>
                    <a:srgbClr val="000000"/>
                  </a:solidFill>
                </a:rPr>
                <a:t>program</a:t>
              </a:r>
              <a:endParaRPr lang="en-US" sz="900"/>
            </a:p>
          </p:txBody>
        </p:sp>
        <p:sp>
          <p:nvSpPr>
            <p:cNvPr id="129" name="Shape 127">
              <a:extLst>
                <a:ext uri="{FF2B5EF4-FFF2-40B4-BE49-F238E27FC236}">
                  <a16:creationId xmlns:a16="http://schemas.microsoft.com/office/drawing/2014/main" id="{654481BC-2A98-B6A9-E743-BFFF948D6DB0}"/>
                </a:ext>
              </a:extLst>
            </p:cNvPr>
            <p:cNvSpPr/>
            <p:nvPr/>
          </p:nvSpPr>
          <p:spPr>
            <a:xfrm>
              <a:off x="3828865" y="4902640"/>
              <a:ext cx="1805135" cy="650306"/>
            </a:xfrm>
            <a:prstGeom prst="roundRect">
              <a:avLst>
                <a:gd name="adj" fmla="val 4545"/>
              </a:avLst>
            </a:prstGeom>
            <a:solidFill>
              <a:srgbClr val="EFF7FF"/>
            </a:solidFill>
            <a:ln w="12700">
              <a:solidFill>
                <a:srgbClr val="CDE4FF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002E68"/>
                  </a:solidFill>
                </a:rPr>
                <a:t>Funding</a:t>
              </a:r>
            </a:p>
            <a:p>
              <a:r>
                <a:rPr lang="en-US" sz="900">
                  <a:solidFill>
                    <a:srgbClr val="000000"/>
                  </a:solidFill>
                </a:rPr>
                <a:t>Budgeting and resource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allocation rules</a:t>
              </a:r>
              <a:endParaRPr lang="en-US" sz="900"/>
            </a:p>
            <a:p>
              <a:endParaRPr lang="en-GB" sz="900"/>
            </a:p>
          </p:txBody>
        </p:sp>
        <p:sp>
          <p:nvSpPr>
            <p:cNvPr id="134" name="Shape 132">
              <a:extLst>
                <a:ext uri="{FF2B5EF4-FFF2-40B4-BE49-F238E27FC236}">
                  <a16:creationId xmlns:a16="http://schemas.microsoft.com/office/drawing/2014/main" id="{892DE451-E9BC-CABC-11A7-C1485BC8DECC}"/>
                </a:ext>
              </a:extLst>
            </p:cNvPr>
            <p:cNvSpPr/>
            <p:nvPr/>
          </p:nvSpPr>
          <p:spPr>
            <a:xfrm>
              <a:off x="5694750" y="4902640"/>
              <a:ext cx="1805135" cy="650306"/>
            </a:xfrm>
            <a:prstGeom prst="roundRect">
              <a:avLst>
                <a:gd name="adj" fmla="val 4545"/>
              </a:avLst>
            </a:prstGeom>
            <a:solidFill>
              <a:srgbClr val="EFF7FF"/>
            </a:solidFill>
            <a:ln w="12700">
              <a:solidFill>
                <a:srgbClr val="CDE4FF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002E68"/>
                  </a:solidFill>
                </a:rPr>
                <a:t>Delivery governance</a:t>
              </a:r>
              <a:br>
                <a:rPr lang="en-US" sz="900" b="1">
                  <a:solidFill>
                    <a:srgbClr val="002E68"/>
                  </a:solidFill>
                </a:rPr>
              </a:br>
              <a:r>
                <a:rPr lang="en-US" sz="900">
                  <a:solidFill>
                    <a:srgbClr val="000000"/>
                  </a:solidFill>
                </a:rPr>
                <a:t>World-class governance to manage</a:t>
              </a:r>
            </a:p>
            <a:p>
              <a:r>
                <a:rPr lang="en-US" sz="900">
                  <a:solidFill>
                    <a:srgbClr val="000000"/>
                  </a:solidFill>
                </a:rPr>
                <a:t>implementation</a:t>
              </a:r>
            </a:p>
            <a:p>
              <a:endParaRPr lang="en-GB" sz="900"/>
            </a:p>
          </p:txBody>
        </p:sp>
        <p:sp>
          <p:nvSpPr>
            <p:cNvPr id="139" name="Shape 137">
              <a:extLst>
                <a:ext uri="{FF2B5EF4-FFF2-40B4-BE49-F238E27FC236}">
                  <a16:creationId xmlns:a16="http://schemas.microsoft.com/office/drawing/2014/main" id="{D3D10DB6-4C35-3145-C290-6668AA4AC343}"/>
                </a:ext>
              </a:extLst>
            </p:cNvPr>
            <p:cNvSpPr/>
            <p:nvPr/>
          </p:nvSpPr>
          <p:spPr>
            <a:xfrm>
              <a:off x="7560635" y="4902640"/>
              <a:ext cx="1805135" cy="650306"/>
            </a:xfrm>
            <a:prstGeom prst="roundRect">
              <a:avLst>
                <a:gd name="adj" fmla="val 4545"/>
              </a:avLst>
            </a:prstGeom>
            <a:solidFill>
              <a:srgbClr val="EFF7FF"/>
            </a:solidFill>
            <a:ln w="12700">
              <a:solidFill>
                <a:srgbClr val="CDE4FF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002E68"/>
                  </a:solidFill>
                </a:rPr>
                <a:t>Escalation mechanism</a:t>
              </a:r>
              <a:br>
                <a:rPr lang="en-US" sz="900" b="1">
                  <a:solidFill>
                    <a:srgbClr val="002E68"/>
                  </a:solidFill>
                </a:rPr>
              </a:br>
              <a:r>
                <a:rPr lang="en-US" sz="900">
                  <a:solidFill>
                    <a:srgbClr val="000000"/>
                  </a:solidFill>
                </a:rPr>
                <a:t>Resolution path for bottlenecks and decisions</a:t>
              </a:r>
              <a:endParaRPr lang="en-US" sz="900"/>
            </a:p>
            <a:p>
              <a:endParaRPr lang="en-GB" sz="900"/>
            </a:p>
          </p:txBody>
        </p:sp>
        <p:sp>
          <p:nvSpPr>
            <p:cNvPr id="144" name="Shape 142">
              <a:extLst>
                <a:ext uri="{FF2B5EF4-FFF2-40B4-BE49-F238E27FC236}">
                  <a16:creationId xmlns:a16="http://schemas.microsoft.com/office/drawing/2014/main" id="{2376377A-1C95-29A2-0F9E-735FF8433688}"/>
                </a:ext>
              </a:extLst>
            </p:cNvPr>
            <p:cNvSpPr/>
            <p:nvPr/>
          </p:nvSpPr>
          <p:spPr>
            <a:xfrm>
              <a:off x="9426520" y="4902640"/>
              <a:ext cx="1805135" cy="650306"/>
            </a:xfrm>
            <a:prstGeom prst="roundRect">
              <a:avLst>
                <a:gd name="adj" fmla="val 4545"/>
              </a:avLst>
            </a:prstGeom>
            <a:solidFill>
              <a:srgbClr val="EFF7FF"/>
            </a:solidFill>
            <a:ln w="12700">
              <a:solidFill>
                <a:srgbClr val="CDE4FF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002E68"/>
                  </a:solidFill>
                </a:rPr>
                <a:t>Review cadence</a:t>
              </a:r>
              <a:br>
                <a:rPr lang="en-US" sz="900" b="1" dirty="0">
                  <a:solidFill>
                    <a:srgbClr val="002E68"/>
                  </a:solidFill>
                </a:rPr>
              </a:br>
              <a:r>
                <a:rPr lang="en-US" sz="900" dirty="0">
                  <a:solidFill>
                    <a:srgbClr val="000000"/>
                  </a:solidFill>
                </a:rPr>
                <a:t>Regular progress,</a:t>
              </a:r>
              <a:endParaRPr lang="en-US" sz="900" dirty="0"/>
            </a:p>
            <a:p>
              <a:r>
                <a:rPr lang="en-US" sz="900" dirty="0">
                  <a:solidFill>
                    <a:srgbClr val="000000"/>
                  </a:solidFill>
                </a:rPr>
                <a:t>risk and next step</a:t>
              </a:r>
              <a:r>
                <a:rPr lang="en-US" sz="900" dirty="0"/>
                <a:t> </a:t>
              </a:r>
              <a:r>
                <a:rPr lang="en-US" sz="900" dirty="0">
                  <a:solidFill>
                    <a:srgbClr val="000000"/>
                  </a:solidFill>
                </a:rPr>
                <a:t>reviews</a:t>
              </a:r>
              <a:endParaRPr lang="en-US" sz="900" dirty="0"/>
            </a:p>
          </p:txBody>
        </p:sp>
      </p:grpSp>
      <p:sp>
        <p:nvSpPr>
          <p:cNvPr id="13" name="Shape 18">
            <a:extLst>
              <a:ext uri="{FF2B5EF4-FFF2-40B4-BE49-F238E27FC236}">
                <a16:creationId xmlns:a16="http://schemas.microsoft.com/office/drawing/2014/main" id="{79869E50-4012-FBF6-DAB7-00B19147CA6D}"/>
              </a:ext>
            </a:extLst>
          </p:cNvPr>
          <p:cNvSpPr/>
          <p:nvPr/>
        </p:nvSpPr>
        <p:spPr>
          <a:xfrm>
            <a:off x="301752" y="5417379"/>
            <a:ext cx="1461482" cy="775503"/>
          </a:xfrm>
          <a:prstGeom prst="roundRect">
            <a:avLst>
              <a:gd name="adj" fmla="val 4545"/>
            </a:avLst>
          </a:prstGeom>
          <a:solidFill>
            <a:srgbClr val="0F4260"/>
          </a:solidFill>
          <a:ln w="12700">
            <a:solidFill>
              <a:srgbClr val="FFFFFF"/>
            </a:solidFill>
            <a:prstDash val="solid"/>
          </a:ln>
        </p:spPr>
        <p:txBody>
          <a:bodyPr tIns="45720"/>
          <a:lstStyle/>
          <a:p>
            <a:pPr>
              <a:lnSpc>
                <a:spcPts val="1300"/>
              </a:lnSpc>
            </a:pPr>
            <a:r>
              <a:rPr lang="en-US" sz="1200">
                <a:solidFill>
                  <a:srgbClr val="FFFFFF"/>
                </a:solidFill>
              </a:rPr>
              <a:t>Implementation</a:t>
            </a:r>
            <a:endParaRPr lang="en-US" sz="1200"/>
          </a:p>
          <a:p>
            <a:pPr>
              <a:lnSpc>
                <a:spcPts val="1300"/>
              </a:lnSpc>
            </a:pPr>
            <a:r>
              <a:rPr lang="en-US" sz="1200">
                <a:solidFill>
                  <a:srgbClr val="FFFFFF"/>
                </a:solidFill>
              </a:rPr>
              <a:t>Governance</a:t>
            </a:r>
            <a:r>
              <a:rPr lang="en-US" sz="1200"/>
              <a:t> </a:t>
            </a:r>
            <a:r>
              <a:rPr lang="en-US" sz="1200">
                <a:solidFill>
                  <a:srgbClr val="FFFFFF"/>
                </a:solidFill>
              </a:rPr>
              <a:t>and Budget</a:t>
            </a:r>
            <a:endParaRPr lang="en-US" sz="12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FE6468-C6AD-D84A-B566-D56A0B0D6369}"/>
              </a:ext>
            </a:extLst>
          </p:cNvPr>
          <p:cNvSpPr txBox="1"/>
          <p:nvPr/>
        </p:nvSpPr>
        <p:spPr>
          <a:xfrm>
            <a:off x="1361858" y="5859896"/>
            <a:ext cx="391866" cy="33298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06</a:t>
            </a:r>
          </a:p>
        </p:txBody>
      </p:sp>
      <p:pic>
        <p:nvPicPr>
          <p:cNvPr id="186" name="Picture 185">
            <a:extLst>
              <a:ext uri="{FF2B5EF4-FFF2-40B4-BE49-F238E27FC236}">
                <a16:creationId xmlns:a16="http://schemas.microsoft.com/office/drawing/2014/main" id="{B2328E92-7494-9C83-D33B-823B85D9A43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184078" y="1647662"/>
            <a:ext cx="491180" cy="491180"/>
          </a:xfrm>
          <a:prstGeom prst="rect">
            <a:avLst/>
          </a:prstGeom>
        </p:spPr>
      </p:pic>
      <p:sp>
        <p:nvSpPr>
          <p:cNvPr id="187" name="TextBox 186">
            <a:extLst>
              <a:ext uri="{FF2B5EF4-FFF2-40B4-BE49-F238E27FC236}">
                <a16:creationId xmlns:a16="http://schemas.microsoft.com/office/drawing/2014/main" id="{D13D9E68-8C63-A1B5-164D-310509FB83F9}"/>
              </a:ext>
            </a:extLst>
          </p:cNvPr>
          <p:cNvSpPr txBox="1"/>
          <p:nvPr/>
        </p:nvSpPr>
        <p:spPr>
          <a:xfrm>
            <a:off x="3527829" y="3564083"/>
            <a:ext cx="391866" cy="2526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3.1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00DAEBA6-6005-159F-8416-062F7D3BCCF4}"/>
              </a:ext>
            </a:extLst>
          </p:cNvPr>
          <p:cNvSpPr txBox="1"/>
          <p:nvPr/>
        </p:nvSpPr>
        <p:spPr>
          <a:xfrm>
            <a:off x="5511847" y="3564083"/>
            <a:ext cx="391866" cy="2526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3.2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2E9BD5D-4BDD-229F-FE17-DE7E6707E5B3}"/>
              </a:ext>
            </a:extLst>
          </p:cNvPr>
          <p:cNvSpPr txBox="1"/>
          <p:nvPr/>
        </p:nvSpPr>
        <p:spPr>
          <a:xfrm>
            <a:off x="7507898" y="3564083"/>
            <a:ext cx="391866" cy="2526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3.3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C7FBD296-8AD5-7A02-B051-2FD03F136063}"/>
              </a:ext>
            </a:extLst>
          </p:cNvPr>
          <p:cNvSpPr txBox="1"/>
          <p:nvPr/>
        </p:nvSpPr>
        <p:spPr>
          <a:xfrm>
            <a:off x="9473266" y="3564083"/>
            <a:ext cx="391866" cy="2526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3.4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69B9E0FF-BC2E-263B-261B-7B150C323CFB}"/>
              </a:ext>
            </a:extLst>
          </p:cNvPr>
          <p:cNvSpPr txBox="1"/>
          <p:nvPr/>
        </p:nvSpPr>
        <p:spPr>
          <a:xfrm>
            <a:off x="11423364" y="3564083"/>
            <a:ext cx="391866" cy="2526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3.5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EA7DDAE-DD6A-94EA-9BB9-87703AD1C512}"/>
              </a:ext>
            </a:extLst>
          </p:cNvPr>
          <p:cNvSpPr txBox="1"/>
          <p:nvPr/>
        </p:nvSpPr>
        <p:spPr>
          <a:xfrm>
            <a:off x="3245269" y="4355199"/>
            <a:ext cx="391866" cy="2526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4.1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54571F2-D627-54BD-5B10-AEB336846A03}"/>
              </a:ext>
            </a:extLst>
          </p:cNvPr>
          <p:cNvSpPr txBox="1"/>
          <p:nvPr/>
        </p:nvSpPr>
        <p:spPr>
          <a:xfrm>
            <a:off x="4876719" y="4355199"/>
            <a:ext cx="391866" cy="2526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4.2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030843A-1931-C77C-A230-B7BC8D3E2B70}"/>
              </a:ext>
            </a:extLst>
          </p:cNvPr>
          <p:cNvSpPr txBox="1"/>
          <p:nvPr/>
        </p:nvSpPr>
        <p:spPr>
          <a:xfrm>
            <a:off x="6517878" y="4355199"/>
            <a:ext cx="391866" cy="2526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4.3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18954EA3-BAA8-9C6A-679E-3D81615972A0}"/>
              </a:ext>
            </a:extLst>
          </p:cNvPr>
          <p:cNvSpPr txBox="1"/>
          <p:nvPr/>
        </p:nvSpPr>
        <p:spPr>
          <a:xfrm>
            <a:off x="9768741" y="4355199"/>
            <a:ext cx="391866" cy="2526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4.5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77B61B8C-DDCE-3987-7A65-62122584C7ED}"/>
              </a:ext>
            </a:extLst>
          </p:cNvPr>
          <p:cNvSpPr txBox="1"/>
          <p:nvPr/>
        </p:nvSpPr>
        <p:spPr>
          <a:xfrm>
            <a:off x="11450875" y="4355199"/>
            <a:ext cx="391866" cy="2526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lang="en-GB" sz="1000" b="1">
                <a:solidFill>
                  <a:schemeClr val="tx2"/>
                </a:solidFill>
                <a:cs typeface="Arial"/>
                <a:sym typeface="Arial"/>
              </a:rPr>
              <a:t>4.6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n-ea"/>
              <a:cs typeface="Arial"/>
              <a:sym typeface="Arial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4853C828-C48C-2D6F-796F-1A775CC3F533}"/>
              </a:ext>
            </a:extLst>
          </p:cNvPr>
          <p:cNvSpPr txBox="1"/>
          <p:nvPr/>
        </p:nvSpPr>
        <p:spPr>
          <a:xfrm>
            <a:off x="8136425" y="4355199"/>
            <a:ext cx="391866" cy="2526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4.4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69AD322-6033-8107-015F-4D7202DD74CE}"/>
              </a:ext>
            </a:extLst>
          </p:cNvPr>
          <p:cNvGrpSpPr/>
          <p:nvPr/>
        </p:nvGrpSpPr>
        <p:grpSpPr>
          <a:xfrm>
            <a:off x="1962979" y="4624056"/>
            <a:ext cx="9927269" cy="802209"/>
            <a:chOff x="3201325" y="4075416"/>
            <a:chExt cx="8660048" cy="802209"/>
          </a:xfrm>
        </p:grpSpPr>
        <p:sp>
          <p:nvSpPr>
            <p:cNvPr id="89" name="Shape 87">
              <a:extLst>
                <a:ext uri="{FF2B5EF4-FFF2-40B4-BE49-F238E27FC236}">
                  <a16:creationId xmlns:a16="http://schemas.microsoft.com/office/drawing/2014/main" id="{604D5AE3-53E9-FB81-3DC4-23A12585A1DF}"/>
                </a:ext>
              </a:extLst>
            </p:cNvPr>
            <p:cNvSpPr/>
            <p:nvPr/>
          </p:nvSpPr>
          <p:spPr>
            <a:xfrm>
              <a:off x="3201325" y="4075416"/>
              <a:ext cx="1197067" cy="764354"/>
            </a:xfrm>
            <a:prstGeom prst="roundRect">
              <a:avLst>
                <a:gd name="adj" fmla="val 3509"/>
              </a:avLst>
            </a:prstGeom>
            <a:solidFill>
              <a:srgbClr val="EFF7FF"/>
            </a:solidFill>
            <a:ln w="12700">
              <a:solidFill>
                <a:srgbClr val="CDE4FF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002E68"/>
                  </a:solidFill>
                </a:rPr>
                <a:t>Fiscal</a:t>
              </a:r>
              <a:r>
                <a:rPr lang="en-US" sz="900"/>
                <a:t> </a:t>
              </a:r>
              <a:r>
                <a:rPr lang="en-US" sz="900" b="1">
                  <a:solidFill>
                    <a:srgbClr val="002E68"/>
                  </a:solidFill>
                </a:rPr>
                <a:t>robustness</a:t>
              </a:r>
            </a:p>
            <a:p>
              <a:r>
                <a:rPr lang="en-US" sz="900">
                  <a:solidFill>
                    <a:srgbClr val="000000"/>
                  </a:solidFill>
                </a:rPr>
                <a:t>Fiscal rules,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debt ceiling and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budget discipline</a:t>
              </a:r>
              <a:endParaRPr lang="en-US" sz="900"/>
            </a:p>
          </p:txBody>
        </p:sp>
        <p:sp>
          <p:nvSpPr>
            <p:cNvPr id="94" name="Shape 92">
              <a:extLst>
                <a:ext uri="{FF2B5EF4-FFF2-40B4-BE49-F238E27FC236}">
                  <a16:creationId xmlns:a16="http://schemas.microsoft.com/office/drawing/2014/main" id="{D4A2127C-6165-94CB-A249-77AE2AE553D0}"/>
                </a:ext>
              </a:extLst>
            </p:cNvPr>
            <p:cNvSpPr/>
            <p:nvPr/>
          </p:nvSpPr>
          <p:spPr>
            <a:xfrm>
              <a:off x="4439670" y="4075416"/>
              <a:ext cx="1197067" cy="764354"/>
            </a:xfrm>
            <a:prstGeom prst="roundRect">
              <a:avLst>
                <a:gd name="adj" fmla="val 3509"/>
              </a:avLst>
            </a:prstGeom>
            <a:solidFill>
              <a:srgbClr val="EFF7FF"/>
            </a:solidFill>
            <a:ln w="12700">
              <a:solidFill>
                <a:srgbClr val="CDE4FF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002E68"/>
                  </a:solidFill>
                </a:rPr>
                <a:t>Domestic investment program</a:t>
              </a:r>
            </a:p>
            <a:p>
              <a:r>
                <a:rPr lang="en-US" sz="900">
                  <a:solidFill>
                    <a:srgbClr val="000000"/>
                  </a:solidFill>
                </a:rPr>
                <a:t>SWF governance</a:t>
              </a:r>
              <a:r>
                <a:rPr lang="en-US" sz="900"/>
                <a:t> </a:t>
              </a:r>
              <a:r>
                <a:rPr lang="en-US" sz="900">
                  <a:solidFill>
                    <a:srgbClr val="000000"/>
                  </a:solidFill>
                </a:rPr>
                <a:t>and strategic</a:t>
              </a:r>
              <a:r>
                <a:rPr lang="en-US" sz="900"/>
                <a:t> </a:t>
              </a:r>
              <a:r>
                <a:rPr lang="en-US" sz="900">
                  <a:solidFill>
                    <a:srgbClr val="000000"/>
                  </a:solidFill>
                </a:rPr>
                <a:t>domestic</a:t>
              </a:r>
              <a:r>
                <a:rPr lang="en-US" sz="900"/>
                <a:t> </a:t>
              </a:r>
              <a:r>
                <a:rPr lang="en-US" sz="900">
                  <a:solidFill>
                    <a:srgbClr val="000000"/>
                  </a:solidFill>
                </a:rPr>
                <a:t>investment</a:t>
              </a:r>
              <a:endParaRPr lang="en-US" sz="900"/>
            </a:p>
          </p:txBody>
        </p:sp>
        <p:sp>
          <p:nvSpPr>
            <p:cNvPr id="99" name="Shape 97">
              <a:extLst>
                <a:ext uri="{FF2B5EF4-FFF2-40B4-BE49-F238E27FC236}">
                  <a16:creationId xmlns:a16="http://schemas.microsoft.com/office/drawing/2014/main" id="{B6D48C04-94C0-2BCB-5C5B-4500CEF9E337}"/>
                </a:ext>
              </a:extLst>
            </p:cNvPr>
            <p:cNvSpPr/>
            <p:nvPr/>
          </p:nvSpPr>
          <p:spPr>
            <a:xfrm>
              <a:off x="5678016" y="4075416"/>
              <a:ext cx="1197067" cy="764354"/>
            </a:xfrm>
            <a:prstGeom prst="roundRect">
              <a:avLst>
                <a:gd name="adj" fmla="val 3509"/>
              </a:avLst>
            </a:prstGeom>
            <a:solidFill>
              <a:srgbClr val="EFF7FF"/>
            </a:solidFill>
            <a:ln w="12700">
              <a:solidFill>
                <a:srgbClr val="CDE4FF"/>
              </a:solidFill>
              <a:prstDash val="solid"/>
            </a:ln>
          </p:spPr>
          <p:txBody>
            <a:bodyPr lIns="91440"/>
            <a:lstStyle/>
            <a:p>
              <a:pPr>
                <a:lnSpc>
                  <a:spcPts val="1000"/>
                </a:lnSpc>
              </a:pPr>
              <a:r>
                <a:rPr lang="en-US" sz="900" b="1">
                  <a:solidFill>
                    <a:srgbClr val="002E68"/>
                  </a:solidFill>
                </a:rPr>
                <a:t>Business entry and investment climate</a:t>
              </a:r>
            </a:p>
            <a:p>
              <a:pPr>
                <a:lnSpc>
                  <a:spcPts val="900"/>
                </a:lnSpc>
              </a:pPr>
              <a:r>
                <a:rPr lang="en-US" sz="900">
                  <a:solidFill>
                    <a:srgbClr val="000000"/>
                  </a:solidFill>
                </a:rPr>
                <a:t>Ease of doing</a:t>
              </a:r>
              <a:r>
                <a:rPr lang="en-US" sz="900"/>
                <a:t> </a:t>
              </a:r>
              <a:r>
                <a:rPr lang="en-US" sz="900">
                  <a:solidFill>
                    <a:srgbClr val="000000"/>
                  </a:solidFill>
                </a:rPr>
                <a:t>business, company</a:t>
              </a:r>
              <a:r>
                <a:rPr lang="en-US" sz="900"/>
                <a:t> </a:t>
              </a:r>
              <a:r>
                <a:rPr lang="en-US" sz="900">
                  <a:solidFill>
                    <a:srgbClr val="000000"/>
                  </a:solidFill>
                </a:rPr>
                <a:t>formation and</a:t>
              </a:r>
              <a:endParaRPr lang="en-US" sz="900"/>
            </a:p>
            <a:p>
              <a:pPr>
                <a:lnSpc>
                  <a:spcPts val="900"/>
                </a:lnSpc>
              </a:pPr>
              <a:r>
                <a:rPr lang="en-US" sz="900">
                  <a:solidFill>
                    <a:srgbClr val="000000"/>
                  </a:solidFill>
                </a:rPr>
                <a:t>foreign ownership</a:t>
              </a:r>
              <a:endParaRPr lang="en-US" sz="900"/>
            </a:p>
          </p:txBody>
        </p:sp>
        <p:sp>
          <p:nvSpPr>
            <p:cNvPr id="104" name="Shape 102">
              <a:extLst>
                <a:ext uri="{FF2B5EF4-FFF2-40B4-BE49-F238E27FC236}">
                  <a16:creationId xmlns:a16="http://schemas.microsoft.com/office/drawing/2014/main" id="{6CA21981-F0A3-82CA-CFEE-3039D4D22314}"/>
                </a:ext>
              </a:extLst>
            </p:cNvPr>
            <p:cNvSpPr/>
            <p:nvPr/>
          </p:nvSpPr>
          <p:spPr>
            <a:xfrm>
              <a:off x="6916361" y="4075416"/>
              <a:ext cx="1197067" cy="764354"/>
            </a:xfrm>
            <a:prstGeom prst="roundRect">
              <a:avLst>
                <a:gd name="adj" fmla="val 3509"/>
              </a:avLst>
            </a:prstGeom>
            <a:solidFill>
              <a:srgbClr val="EFF7FF"/>
            </a:solidFill>
            <a:ln w="12700">
              <a:solidFill>
                <a:srgbClr val="CDE4FF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002E68"/>
                  </a:solidFill>
                </a:rPr>
                <a:t>Talent and</a:t>
              </a:r>
              <a:endParaRPr lang="en-US" sz="900"/>
            </a:p>
            <a:p>
              <a:r>
                <a:rPr lang="en-US" sz="900" b="1">
                  <a:solidFill>
                    <a:srgbClr val="002E68"/>
                  </a:solidFill>
                </a:rPr>
                <a:t>mobility</a:t>
              </a:r>
              <a:r>
                <a:rPr lang="en-US" sz="900"/>
                <a:t> </a:t>
              </a:r>
              <a:r>
                <a:rPr lang="en-US" sz="900" b="1">
                  <a:solidFill>
                    <a:srgbClr val="002E68"/>
                  </a:solidFill>
                </a:rPr>
                <a:t>reform </a:t>
              </a:r>
              <a:br>
                <a:rPr lang="en-US" sz="900" b="1">
                  <a:solidFill>
                    <a:srgbClr val="002E68"/>
                  </a:solidFill>
                </a:rPr>
              </a:br>
              <a:r>
                <a:rPr lang="en-US" sz="900">
                  <a:solidFill>
                    <a:srgbClr val="000000"/>
                  </a:solidFill>
                </a:rPr>
                <a:t>Labor law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modernization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and visa reform</a:t>
              </a:r>
              <a:endParaRPr lang="en-US" sz="900"/>
            </a:p>
            <a:p>
              <a:endParaRPr lang="en-US" sz="900"/>
            </a:p>
          </p:txBody>
        </p:sp>
        <p:sp>
          <p:nvSpPr>
            <p:cNvPr id="109" name="Shape 107">
              <a:extLst>
                <a:ext uri="{FF2B5EF4-FFF2-40B4-BE49-F238E27FC236}">
                  <a16:creationId xmlns:a16="http://schemas.microsoft.com/office/drawing/2014/main" id="{7A1EA5BE-0BA5-56B8-D677-35BA63C2203B}"/>
                </a:ext>
              </a:extLst>
            </p:cNvPr>
            <p:cNvSpPr/>
            <p:nvPr/>
          </p:nvSpPr>
          <p:spPr>
            <a:xfrm>
              <a:off x="8154706" y="4075416"/>
              <a:ext cx="1197067" cy="764354"/>
            </a:xfrm>
            <a:prstGeom prst="roundRect">
              <a:avLst>
                <a:gd name="adj" fmla="val 3509"/>
              </a:avLst>
            </a:prstGeom>
            <a:solidFill>
              <a:srgbClr val="EFF7FF"/>
            </a:solidFill>
            <a:ln w="12700">
              <a:solidFill>
                <a:srgbClr val="CDE4FF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002E68"/>
                  </a:solidFill>
                </a:rPr>
                <a:t>Capital market</a:t>
              </a:r>
              <a:endParaRPr lang="en-US" sz="900"/>
            </a:p>
            <a:p>
              <a:r>
                <a:rPr lang="en-US" sz="900" b="1">
                  <a:solidFill>
                    <a:srgbClr val="002E68"/>
                  </a:solidFill>
                </a:rPr>
                <a:t>activation </a:t>
              </a:r>
              <a:br>
                <a:rPr lang="en-US" sz="900" b="1">
                  <a:solidFill>
                    <a:srgbClr val="002E68"/>
                  </a:solidFill>
                </a:rPr>
              </a:br>
              <a:r>
                <a:rPr lang="en-US" sz="900">
                  <a:solidFill>
                    <a:srgbClr val="000000"/>
                  </a:solidFill>
                </a:rPr>
                <a:t>Listing rules,</a:t>
              </a:r>
              <a:r>
                <a:rPr lang="en-US" sz="900"/>
                <a:t> </a:t>
              </a:r>
              <a:r>
                <a:rPr lang="en-US" sz="900">
                  <a:solidFill>
                    <a:srgbClr val="000000"/>
                  </a:solidFill>
                </a:rPr>
                <a:t>debt market and</a:t>
              </a:r>
              <a:r>
                <a:rPr lang="en-US" sz="900"/>
                <a:t> </a:t>
              </a:r>
              <a:r>
                <a:rPr lang="en-US" sz="900">
                  <a:solidFill>
                    <a:srgbClr val="000000"/>
                  </a:solidFill>
                </a:rPr>
                <a:t>market maker</a:t>
              </a:r>
              <a:r>
                <a:rPr lang="en-US" sz="900"/>
                <a:t> </a:t>
              </a:r>
              <a:r>
                <a:rPr lang="en-US" sz="900">
                  <a:solidFill>
                    <a:srgbClr val="000000"/>
                  </a:solidFill>
                </a:rPr>
                <a:t>framework</a:t>
              </a:r>
              <a:endParaRPr lang="en-US" sz="900"/>
            </a:p>
            <a:p>
              <a:endParaRPr lang="en-US" sz="900"/>
            </a:p>
          </p:txBody>
        </p:sp>
        <p:sp>
          <p:nvSpPr>
            <p:cNvPr id="114" name="Shape 112">
              <a:extLst>
                <a:ext uri="{FF2B5EF4-FFF2-40B4-BE49-F238E27FC236}">
                  <a16:creationId xmlns:a16="http://schemas.microsoft.com/office/drawing/2014/main" id="{885D0067-ED92-A828-9B6E-F0B41F994C66}"/>
                </a:ext>
              </a:extLst>
            </p:cNvPr>
            <p:cNvSpPr/>
            <p:nvPr/>
          </p:nvSpPr>
          <p:spPr>
            <a:xfrm>
              <a:off x="9393051" y="4075416"/>
              <a:ext cx="1197067" cy="764354"/>
            </a:xfrm>
            <a:prstGeom prst="roundRect">
              <a:avLst>
                <a:gd name="adj" fmla="val 3509"/>
              </a:avLst>
            </a:prstGeom>
            <a:solidFill>
              <a:srgbClr val="EFF7FF"/>
            </a:solidFill>
            <a:ln w="12700">
              <a:solidFill>
                <a:srgbClr val="CDE4FF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002E68"/>
                  </a:solidFill>
                </a:rPr>
                <a:t>Education and</a:t>
              </a:r>
              <a:endParaRPr lang="en-US" sz="900"/>
            </a:p>
            <a:p>
              <a:r>
                <a:rPr lang="en-US" sz="900" b="1">
                  <a:solidFill>
                    <a:srgbClr val="002E68"/>
                  </a:solidFill>
                </a:rPr>
                <a:t>social mobility</a:t>
              </a:r>
            </a:p>
            <a:p>
              <a:r>
                <a:rPr lang="en-US" sz="900">
                  <a:solidFill>
                    <a:srgbClr val="000000"/>
                  </a:solidFill>
                </a:rPr>
                <a:t>Education reform,</a:t>
              </a:r>
              <a:r>
                <a:rPr lang="en-US" sz="900"/>
                <a:t> </a:t>
              </a:r>
              <a:r>
                <a:rPr lang="en-US" sz="900">
                  <a:solidFill>
                    <a:srgbClr val="000000"/>
                  </a:solidFill>
                </a:rPr>
                <a:t>and job market</a:t>
              </a:r>
              <a:r>
                <a:rPr lang="en-US" sz="900"/>
                <a:t> </a:t>
              </a:r>
              <a:r>
                <a:rPr lang="en-US" sz="900">
                  <a:solidFill>
                    <a:srgbClr val="000000"/>
                  </a:solidFill>
                </a:rPr>
                <a:t>performance</a:t>
              </a:r>
              <a:endParaRPr lang="en-US" sz="900"/>
            </a:p>
            <a:p>
              <a:endParaRPr lang="en-GB" sz="900"/>
            </a:p>
          </p:txBody>
        </p:sp>
        <p:sp>
          <p:nvSpPr>
            <p:cNvPr id="119" name="Shape 117">
              <a:extLst>
                <a:ext uri="{FF2B5EF4-FFF2-40B4-BE49-F238E27FC236}">
                  <a16:creationId xmlns:a16="http://schemas.microsoft.com/office/drawing/2014/main" id="{068832FC-B921-F070-9215-F7DE143AEE8B}"/>
                </a:ext>
              </a:extLst>
            </p:cNvPr>
            <p:cNvSpPr/>
            <p:nvPr/>
          </p:nvSpPr>
          <p:spPr>
            <a:xfrm>
              <a:off x="10631396" y="4075416"/>
              <a:ext cx="1197067" cy="764354"/>
            </a:xfrm>
            <a:prstGeom prst="roundRect">
              <a:avLst>
                <a:gd name="adj" fmla="val 3509"/>
              </a:avLst>
            </a:prstGeom>
            <a:solidFill>
              <a:srgbClr val="EFF7FF"/>
            </a:solidFill>
            <a:ln w="12700">
              <a:solidFill>
                <a:srgbClr val="CDE4FF"/>
              </a:solidFill>
              <a:prstDash val="solid"/>
            </a:ln>
          </p:spPr>
          <p:txBody>
            <a:bodyPr lIns="91440"/>
            <a:lstStyle/>
            <a:p>
              <a:r>
                <a:rPr lang="en-US" sz="900" b="1">
                  <a:solidFill>
                    <a:srgbClr val="002E68"/>
                  </a:solidFill>
                </a:rPr>
                <a:t>FDI and national champions</a:t>
              </a:r>
            </a:p>
            <a:p>
              <a:r>
                <a:rPr lang="en-US" sz="900">
                  <a:solidFill>
                    <a:srgbClr val="000000"/>
                  </a:solidFill>
                </a:rPr>
                <a:t>FDI, national champions,</a:t>
              </a:r>
              <a:endParaRPr lang="en-US" sz="900"/>
            </a:p>
            <a:p>
              <a:r>
                <a:rPr lang="en-US" sz="900">
                  <a:solidFill>
                    <a:srgbClr val="000000"/>
                  </a:solidFill>
                </a:rPr>
                <a:t>and R&amp;D synergies</a:t>
              </a:r>
              <a:endParaRPr lang="en-US" sz="900"/>
            </a:p>
            <a:p>
              <a:endParaRPr lang="en-US" sz="900"/>
            </a:p>
            <a:p>
              <a:endParaRPr lang="en-GB" sz="900"/>
            </a:p>
          </p:txBody>
        </p:sp>
        <p:sp>
          <p:nvSpPr>
            <p:cNvPr id="107" name="Text 105">
              <a:extLst>
                <a:ext uri="{FF2B5EF4-FFF2-40B4-BE49-F238E27FC236}">
                  <a16:creationId xmlns:a16="http://schemas.microsoft.com/office/drawing/2014/main" id="{5E672B83-357D-3BAA-3FEA-55B195B34409}"/>
                </a:ext>
              </a:extLst>
            </p:cNvPr>
            <p:cNvSpPr/>
            <p:nvPr/>
          </p:nvSpPr>
          <p:spPr>
            <a:xfrm>
              <a:off x="6926700" y="4246405"/>
              <a:ext cx="983309" cy="435799"/>
            </a:xfrm>
            <a:prstGeom prst="rect">
              <a:avLst/>
            </a:prstGeom>
            <a:noFill/>
            <a:ln/>
          </p:spPr>
          <p:txBody>
            <a:bodyPr wrap="square" lIns="91440" rIns="45720" rtlCol="0" anchor="ctr">
              <a:noAutofit/>
            </a:bodyPr>
            <a:lstStyle/>
            <a:p>
              <a:pPr marL="0" indent="0">
                <a:buNone/>
              </a:pPr>
              <a:endParaRPr lang="en-US" sz="900"/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65A79A15-5AC1-6391-A838-E9840B19EDB7}"/>
                </a:ext>
              </a:extLst>
            </p:cNvPr>
            <p:cNvSpPr txBox="1"/>
            <p:nvPr/>
          </p:nvSpPr>
          <p:spPr>
            <a:xfrm>
              <a:off x="4085251" y="4625015"/>
              <a:ext cx="391866" cy="25261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GB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ea typeface="+mn-ea"/>
                  <a:cs typeface="Arial"/>
                  <a:sym typeface="Arial"/>
                </a:rPr>
                <a:t>5.1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DE8D4327-D1E8-CB8D-EF7F-8A3F22BD2048}"/>
                </a:ext>
              </a:extLst>
            </p:cNvPr>
            <p:cNvSpPr txBox="1"/>
            <p:nvPr/>
          </p:nvSpPr>
          <p:spPr>
            <a:xfrm>
              <a:off x="5315766" y="4625015"/>
              <a:ext cx="391866" cy="25261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GB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ea typeface="+mn-ea"/>
                  <a:cs typeface="Arial"/>
                  <a:sym typeface="Arial"/>
                </a:rPr>
                <a:t>5.2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A7F282A0-DC1E-5908-E040-87E80623ACA9}"/>
                </a:ext>
              </a:extLst>
            </p:cNvPr>
            <p:cNvSpPr txBox="1"/>
            <p:nvPr/>
          </p:nvSpPr>
          <p:spPr>
            <a:xfrm>
              <a:off x="10278428" y="4625015"/>
              <a:ext cx="391866" cy="25261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GB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ea typeface="+mn-ea"/>
                  <a:cs typeface="Arial"/>
                  <a:sym typeface="Arial"/>
                </a:rPr>
                <a:t>5.6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95784193-84AF-66B7-6C83-2C1AB0C3A77B}"/>
                </a:ext>
              </a:extLst>
            </p:cNvPr>
            <p:cNvSpPr txBox="1"/>
            <p:nvPr/>
          </p:nvSpPr>
          <p:spPr>
            <a:xfrm>
              <a:off x="11469507" y="4625015"/>
              <a:ext cx="391866" cy="25261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en-GB" sz="1000" b="1">
                  <a:solidFill>
                    <a:schemeClr val="accent2"/>
                  </a:solidFill>
                  <a:cs typeface="Arial"/>
                  <a:sym typeface="Arial"/>
                </a:rPr>
                <a:t>5.7 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Arial"/>
                <a:sym typeface="Arial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E7451800-9422-4EA3-EB8B-AAE94087BC4C}"/>
                </a:ext>
              </a:extLst>
            </p:cNvPr>
            <p:cNvSpPr txBox="1"/>
            <p:nvPr/>
          </p:nvSpPr>
          <p:spPr>
            <a:xfrm>
              <a:off x="6551572" y="4625015"/>
              <a:ext cx="391866" cy="25261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GB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ea typeface="+mn-ea"/>
                  <a:cs typeface="Arial"/>
                  <a:sym typeface="Arial"/>
                </a:rPr>
                <a:t>5.3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A2EDF611-42E3-50B3-0778-05B2D0BA5A1D}"/>
                </a:ext>
              </a:extLst>
            </p:cNvPr>
            <p:cNvSpPr txBox="1"/>
            <p:nvPr/>
          </p:nvSpPr>
          <p:spPr>
            <a:xfrm>
              <a:off x="7784467" y="4625015"/>
              <a:ext cx="391866" cy="25261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GB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ea typeface="+mn-ea"/>
                  <a:cs typeface="Arial"/>
                  <a:sym typeface="Arial"/>
                </a:rPr>
                <a:t>5.4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BA24383B-DABA-D417-A1F3-94A87BDD7EA0}"/>
                </a:ext>
              </a:extLst>
            </p:cNvPr>
            <p:cNvSpPr txBox="1"/>
            <p:nvPr/>
          </p:nvSpPr>
          <p:spPr>
            <a:xfrm>
              <a:off x="9030313" y="4625015"/>
              <a:ext cx="391866" cy="25261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en-GB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ea typeface="+mn-ea"/>
                  <a:cs typeface="Arial"/>
                  <a:sym typeface="Arial"/>
                </a:rPr>
                <a:t>5.5</a:t>
              </a:r>
            </a:p>
          </p:txBody>
        </p:sp>
      </p:grpSp>
      <p:sp>
        <p:nvSpPr>
          <p:cNvPr id="211" name="TextBox 210">
            <a:extLst>
              <a:ext uri="{FF2B5EF4-FFF2-40B4-BE49-F238E27FC236}">
                <a16:creationId xmlns:a16="http://schemas.microsoft.com/office/drawing/2014/main" id="{884390BD-62E7-2D2D-E8F7-51C2F5596D8E}"/>
              </a:ext>
            </a:extLst>
          </p:cNvPr>
          <p:cNvSpPr txBox="1"/>
          <p:nvPr/>
        </p:nvSpPr>
        <p:spPr>
          <a:xfrm>
            <a:off x="3527829" y="5951205"/>
            <a:ext cx="391866" cy="2526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6.1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0E0A7ABC-4EF8-0454-F55E-D154464CAAD0}"/>
              </a:ext>
            </a:extLst>
          </p:cNvPr>
          <p:cNvSpPr txBox="1"/>
          <p:nvPr/>
        </p:nvSpPr>
        <p:spPr>
          <a:xfrm>
            <a:off x="5476922" y="5951205"/>
            <a:ext cx="391866" cy="2526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6.2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42D10EBA-4DA0-E85D-39A6-BB24BD586AA8}"/>
              </a:ext>
            </a:extLst>
          </p:cNvPr>
          <p:cNvSpPr txBox="1"/>
          <p:nvPr/>
        </p:nvSpPr>
        <p:spPr>
          <a:xfrm>
            <a:off x="7498086" y="5951205"/>
            <a:ext cx="391866" cy="2526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6.3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E29C0084-833D-9951-4BB3-DE478D17ECA7}"/>
              </a:ext>
            </a:extLst>
          </p:cNvPr>
          <p:cNvSpPr txBox="1"/>
          <p:nvPr/>
        </p:nvSpPr>
        <p:spPr>
          <a:xfrm>
            <a:off x="9438385" y="5951205"/>
            <a:ext cx="391866" cy="2526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6.4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4D68000-AFDC-D01D-557F-10C0C3BAE836}"/>
              </a:ext>
            </a:extLst>
          </p:cNvPr>
          <p:cNvSpPr txBox="1"/>
          <p:nvPr/>
        </p:nvSpPr>
        <p:spPr>
          <a:xfrm>
            <a:off x="11426815" y="5951205"/>
            <a:ext cx="391866" cy="2526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6.5</a:t>
            </a:r>
          </a:p>
        </p:txBody>
      </p:sp>
      <p:sp>
        <p:nvSpPr>
          <p:cNvPr id="2" name="Stamp_Shape">
            <a:extLst>
              <a:ext uri="{FF2B5EF4-FFF2-40B4-BE49-F238E27FC236}">
                <a16:creationId xmlns:a16="http://schemas.microsoft.com/office/drawing/2014/main" id="{2F08B580-1CD7-6A11-F584-BDEFFC67F27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091194" y="49203"/>
            <a:ext cx="943455" cy="22828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36000" tIns="21600" rIns="36000" bIns="21600" anchor="ctr">
            <a:spAutoFit/>
          </a:bodyPr>
          <a:lstStyle/>
          <a:p>
            <a:pPr marL="0" marR="0" lvl="0" indent="0" algn="ctr" defTabSz="35473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ILLUSTRATIVE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A6FCB75-E266-FAF7-BBDC-5E4EAAF0290F}"/>
              </a:ext>
            </a:extLst>
          </p:cNvPr>
          <p:cNvSpPr/>
          <p:nvPr/>
        </p:nvSpPr>
        <p:spPr>
          <a:xfrm>
            <a:off x="301752" y="2253634"/>
            <a:ext cx="1461482" cy="753202"/>
          </a:xfrm>
          <a:prstGeom prst="roundRect">
            <a:avLst>
              <a:gd name="adj" fmla="val 5128"/>
            </a:avLst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  <p:txBody>
          <a:bodyPr tIns="45720"/>
          <a:lstStyle/>
          <a:p>
            <a:pPr>
              <a:lnSpc>
                <a:spcPts val="1300"/>
              </a:lnSpc>
            </a:pPr>
            <a:r>
              <a:rPr lang="en-US" sz="1200">
                <a:solidFill>
                  <a:srgbClr val="FFFFFF"/>
                </a:solidFill>
              </a:rPr>
              <a:t>Economic</a:t>
            </a:r>
            <a:endParaRPr lang="en-US" sz="1200"/>
          </a:p>
          <a:p>
            <a:pPr>
              <a:lnSpc>
                <a:spcPts val="1300"/>
              </a:lnSpc>
            </a:pPr>
            <a:r>
              <a:rPr lang="en-US" sz="1200">
                <a:solidFill>
                  <a:srgbClr val="FFFFFF"/>
                </a:solidFill>
              </a:rPr>
              <a:t>mission</a:t>
            </a:r>
            <a:endParaRPr lang="en-US" sz="1200"/>
          </a:p>
          <a:p>
            <a:endParaRPr lang="en-GB" sz="1200"/>
          </a:p>
        </p:txBody>
      </p:sp>
      <p:sp>
        <p:nvSpPr>
          <p:cNvPr id="14" name="Shape 22">
            <a:extLst>
              <a:ext uri="{FF2B5EF4-FFF2-40B4-BE49-F238E27FC236}">
                <a16:creationId xmlns:a16="http://schemas.microsoft.com/office/drawing/2014/main" id="{85237E2B-0B02-277A-BDDC-5849FBD363B7}"/>
              </a:ext>
            </a:extLst>
          </p:cNvPr>
          <p:cNvSpPr/>
          <p:nvPr/>
        </p:nvSpPr>
        <p:spPr>
          <a:xfrm>
            <a:off x="1962980" y="2263794"/>
            <a:ext cx="9865483" cy="753202"/>
          </a:xfrm>
          <a:prstGeom prst="roundRect">
            <a:avLst>
              <a:gd name="adj" fmla="val 5128"/>
            </a:avLst>
          </a:prstGeom>
          <a:solidFill>
            <a:srgbClr val="FFF8FA"/>
          </a:solidFill>
          <a:ln w="12700">
            <a:solidFill>
              <a:srgbClr val="F6A2BC"/>
            </a:solidFill>
            <a:prstDash val="solid"/>
          </a:ln>
        </p:spPr>
        <p:txBody>
          <a:bodyPr/>
          <a:lstStyle/>
          <a:p>
            <a:endParaRPr lang="en-GB" sz="900"/>
          </a:p>
        </p:txBody>
      </p:sp>
      <p:sp>
        <p:nvSpPr>
          <p:cNvPr id="15" name="Text 25">
            <a:extLst>
              <a:ext uri="{FF2B5EF4-FFF2-40B4-BE49-F238E27FC236}">
                <a16:creationId xmlns:a16="http://schemas.microsoft.com/office/drawing/2014/main" id="{0FD9293A-DDAF-CAFC-D4B4-24CA6EEA8F0B}"/>
              </a:ext>
            </a:extLst>
          </p:cNvPr>
          <p:cNvSpPr/>
          <p:nvPr/>
        </p:nvSpPr>
        <p:spPr>
          <a:xfrm>
            <a:off x="2797403" y="2346094"/>
            <a:ext cx="8643676" cy="588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>
                <a:solidFill>
                  <a:srgbClr val="8B0030"/>
                </a:solidFill>
              </a:rPr>
              <a:t>Demand-driven and long-term economic planning, leveraging legacy, and committed to international partnerships</a:t>
            </a:r>
            <a:br>
              <a:rPr lang="en-US" sz="1400" b="1">
                <a:solidFill>
                  <a:srgbClr val="8B0030"/>
                </a:solidFill>
              </a:rPr>
            </a:br>
            <a:r>
              <a:rPr lang="en-US" sz="1400" i="1">
                <a:solidFill>
                  <a:srgbClr val="000000"/>
                </a:solidFill>
              </a:rPr>
              <a:t>Driving consistent economic planning time horizons</a:t>
            </a:r>
            <a:endParaRPr lang="en-US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BD3837-364D-2994-8F25-4BBE8805A3C5}"/>
              </a:ext>
            </a:extLst>
          </p:cNvPr>
          <p:cNvSpPr txBox="1"/>
          <p:nvPr/>
        </p:nvSpPr>
        <p:spPr>
          <a:xfrm>
            <a:off x="1361858" y="2664263"/>
            <a:ext cx="391866" cy="36487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Arial"/>
                <a:sym typeface="Arial"/>
              </a:rPr>
              <a:t>02</a:t>
            </a:r>
          </a:p>
        </p:txBody>
      </p:sp>
      <p:pic>
        <p:nvPicPr>
          <p:cNvPr id="28" name="Graphic 27" descr="Scroll outline">
            <a:extLst>
              <a:ext uri="{FF2B5EF4-FFF2-40B4-BE49-F238E27FC236}">
                <a16:creationId xmlns:a16="http://schemas.microsoft.com/office/drawing/2014/main" id="{ADE12CBC-F515-26C6-102B-EE0CC4294694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36200" y="2391320"/>
            <a:ext cx="543375" cy="5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4624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123F8-6BBE-321D-B0A1-2F6CB6063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3AB39D46-8856-4A39-DC43-32DAF05AF98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85638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606" imgH="608" progId="TCLayout.ActiveDocument.1">
                  <p:embed/>
                </p:oleObj>
              </mc:Choice>
              <mc:Fallback>
                <p:oleObj name="think-cell Slide" r:id="rId6" imgW="606" imgH="608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AB39D46-8856-4A39-DC43-32DAF05AF9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701C467-5790-4F1B-C497-4E3ACDF49A8F}"/>
              </a:ext>
            </a:extLst>
          </p:cNvPr>
          <p:cNvSpPr/>
          <p:nvPr/>
        </p:nvSpPr>
        <p:spPr>
          <a:xfrm>
            <a:off x="261936" y="5411108"/>
            <a:ext cx="11566524" cy="843598"/>
          </a:xfrm>
          <a:prstGeom prst="rect">
            <a:avLst/>
          </a:prstGeom>
          <a:solidFill>
            <a:srgbClr val="ECF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BF09D2-4870-4A84-C8A4-8F12F53B1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>
                <a:solidFill>
                  <a:srgbClr val="8B0030"/>
                </a:solidFill>
              </a:rPr>
              <a:t>Horizon 1 will establish strong economic foundations by </a:t>
            </a:r>
            <a:r>
              <a:rPr lang="en-US"/>
              <a:t>fixing the plumbing and earning the right to scale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2A6CA-BF44-A958-1456-1489C28A6A0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Horizon 1: First five-year priorities and sequencing logic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98DA16-AE39-0D30-CDA5-BE65A9B422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/>
              <a:t>Source: Team Analysis</a:t>
            </a:r>
          </a:p>
        </p:txBody>
      </p:sp>
      <p:sp>
        <p:nvSpPr>
          <p:cNvPr id="11" name="Stamp_Shape">
            <a:extLst>
              <a:ext uri="{FF2B5EF4-FFF2-40B4-BE49-F238E27FC236}">
                <a16:creationId xmlns:a16="http://schemas.microsoft.com/office/drawing/2014/main" id="{E7002419-5A16-CBEC-6EF5-9AB94746B05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091194" y="49203"/>
            <a:ext cx="943455" cy="22828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36000" tIns="21600" rIns="36000" bIns="21600" anchor="ctr">
            <a:spAutoFit/>
          </a:bodyPr>
          <a:lstStyle/>
          <a:p>
            <a:pPr marL="0" marR="0" lvl="0" indent="0" algn="ctr" defTabSz="35473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ILLUSTRATIVE</a:t>
            </a: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69C1FDC5-F175-3092-DBEF-BA678238727A}"/>
              </a:ext>
            </a:extLst>
          </p:cNvPr>
          <p:cNvSpPr/>
          <p:nvPr/>
        </p:nvSpPr>
        <p:spPr>
          <a:xfrm>
            <a:off x="261936" y="1621101"/>
            <a:ext cx="11566526" cy="319432"/>
          </a:xfrm>
          <a:prstGeom prst="roundRect">
            <a:avLst>
              <a:gd name="adj" fmla="val 6897"/>
            </a:avLst>
          </a:prstGeom>
          <a:solidFill>
            <a:schemeClr val="accent1"/>
          </a:solidFill>
          <a:ln w="12700">
            <a:solidFill>
              <a:srgbClr val="8B003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HORIZON 1: FOUNDATIONS AND MAJOR UNLOCKS</a:t>
            </a:r>
            <a:endParaRPr lang="en-US" sz="1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54FED3-3C92-FC38-E636-8888A114F2FC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39811" y="1982659"/>
            <a:ext cx="470055" cy="4700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2B4DFC-3489-8F4F-3E51-82A63169072A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04187" y="1982659"/>
            <a:ext cx="470055" cy="4700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48CC7F-15C0-A25C-CCD2-E74E5B44F814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68563" y="1982659"/>
            <a:ext cx="470055" cy="4700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DF8884-CFA8-6184-71CF-DDCF0618DEB9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32939" y="1982659"/>
            <a:ext cx="470055" cy="4700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66D6B7-C1B8-0849-86AF-BBCFFCF9A631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297314" y="1982659"/>
            <a:ext cx="470055" cy="47005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8981A55-A897-7F6A-38C8-FCC293530CB9}"/>
              </a:ext>
            </a:extLst>
          </p:cNvPr>
          <p:cNvSpPr txBox="1"/>
          <p:nvPr/>
        </p:nvSpPr>
        <p:spPr>
          <a:xfrm>
            <a:off x="580103" y="2453633"/>
            <a:ext cx="1789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>
                <a:solidFill>
                  <a:schemeClr val="accent1"/>
                </a:solidFill>
              </a:rPr>
              <a:t>Economic and fiscal discipline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0D321E-969A-E863-44A7-4C3E305F0B54}"/>
              </a:ext>
            </a:extLst>
          </p:cNvPr>
          <p:cNvSpPr txBox="1"/>
          <p:nvPr/>
        </p:nvSpPr>
        <p:spPr>
          <a:xfrm>
            <a:off x="2844479" y="2453633"/>
            <a:ext cx="1789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>
                <a:solidFill>
                  <a:schemeClr val="accent1"/>
                </a:solidFill>
              </a:rPr>
              <a:t>Capital governance and markets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D56BCD-6BB6-6121-435E-071085DA2AD0}"/>
              </a:ext>
            </a:extLst>
          </p:cNvPr>
          <p:cNvSpPr txBox="1"/>
          <p:nvPr/>
        </p:nvSpPr>
        <p:spPr>
          <a:xfrm>
            <a:off x="5108855" y="2453633"/>
            <a:ext cx="1789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>
                <a:solidFill>
                  <a:schemeClr val="accent1"/>
                </a:solidFill>
              </a:rPr>
              <a:t>Business environment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2BF285-C087-8715-1FF4-C96DE9F5D99D}"/>
              </a:ext>
            </a:extLst>
          </p:cNvPr>
          <p:cNvSpPr txBox="1"/>
          <p:nvPr/>
        </p:nvSpPr>
        <p:spPr>
          <a:xfrm>
            <a:off x="7373231" y="2453633"/>
            <a:ext cx="1789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>
                <a:solidFill>
                  <a:schemeClr val="accent1"/>
                </a:solidFill>
              </a:rPr>
              <a:t>Talent and </a:t>
            </a:r>
            <a:br>
              <a:rPr lang="en-GB" sz="1400" b="1">
                <a:solidFill>
                  <a:schemeClr val="accent1"/>
                </a:solidFill>
              </a:rPr>
            </a:br>
            <a:r>
              <a:rPr lang="en-GB" sz="1400" b="1">
                <a:solidFill>
                  <a:schemeClr val="accent1"/>
                </a:solidFill>
              </a:rPr>
              <a:t>mobility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B7A16A-DC58-FCA3-CA52-8B92C73169D0}"/>
              </a:ext>
            </a:extLst>
          </p:cNvPr>
          <p:cNvSpPr txBox="1"/>
          <p:nvPr/>
        </p:nvSpPr>
        <p:spPr>
          <a:xfrm>
            <a:off x="9637606" y="2453633"/>
            <a:ext cx="1789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>
                <a:solidFill>
                  <a:schemeClr val="accent1"/>
                </a:solidFill>
              </a:rPr>
              <a:t>Cross cutting enablers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0E6DECC-0303-E27E-01EB-29F2947E5745}"/>
              </a:ext>
            </a:extLst>
          </p:cNvPr>
          <p:cNvCxnSpPr>
            <a:cxnSpLocks/>
          </p:cNvCxnSpPr>
          <p:nvPr/>
        </p:nvCxnSpPr>
        <p:spPr>
          <a:xfrm>
            <a:off x="755296" y="2947356"/>
            <a:ext cx="14390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C5E9618-2BB4-23DA-CB58-0138DC5BF2B3}"/>
              </a:ext>
            </a:extLst>
          </p:cNvPr>
          <p:cNvCxnSpPr>
            <a:cxnSpLocks/>
          </p:cNvCxnSpPr>
          <p:nvPr/>
        </p:nvCxnSpPr>
        <p:spPr>
          <a:xfrm>
            <a:off x="3019672" y="2947356"/>
            <a:ext cx="14390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95075C3-CB89-FC62-67D0-6AA684D2932A}"/>
              </a:ext>
            </a:extLst>
          </p:cNvPr>
          <p:cNvCxnSpPr>
            <a:cxnSpLocks/>
          </p:cNvCxnSpPr>
          <p:nvPr/>
        </p:nvCxnSpPr>
        <p:spPr>
          <a:xfrm>
            <a:off x="5284048" y="2947356"/>
            <a:ext cx="14390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0AD197C-C2B6-BB7B-D57B-461B3F5546CE}"/>
              </a:ext>
            </a:extLst>
          </p:cNvPr>
          <p:cNvCxnSpPr>
            <a:cxnSpLocks/>
          </p:cNvCxnSpPr>
          <p:nvPr/>
        </p:nvCxnSpPr>
        <p:spPr>
          <a:xfrm>
            <a:off x="7548424" y="2947356"/>
            <a:ext cx="14390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8058DBB-C720-2965-D1F3-CC16FC2FCC23}"/>
              </a:ext>
            </a:extLst>
          </p:cNvPr>
          <p:cNvCxnSpPr>
            <a:cxnSpLocks/>
          </p:cNvCxnSpPr>
          <p:nvPr/>
        </p:nvCxnSpPr>
        <p:spPr>
          <a:xfrm>
            <a:off x="9812799" y="2947356"/>
            <a:ext cx="14390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E481009-7A81-C492-30FD-117B5966851C}"/>
              </a:ext>
            </a:extLst>
          </p:cNvPr>
          <p:cNvSpPr txBox="1"/>
          <p:nvPr/>
        </p:nvSpPr>
        <p:spPr>
          <a:xfrm>
            <a:off x="261938" y="2976852"/>
            <a:ext cx="23042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Conduct economic diagnosis and data-driven assessment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Achieve macro stability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Modernize fiscal rules and debt ceiling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Reduce leakages such as pensions</a:t>
            </a:r>
            <a:endParaRPr lang="en-GB" sz="12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1EFFAE-2356-69B2-BBAA-93EF4AB60363}"/>
              </a:ext>
            </a:extLst>
          </p:cNvPr>
          <p:cNvSpPr txBox="1"/>
          <p:nvPr/>
        </p:nvSpPr>
        <p:spPr>
          <a:xfrm>
            <a:off x="2587073" y="2976852"/>
            <a:ext cx="23042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Enable transparent sovereign wealth fund (SWF) governance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Deepen capital markets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Strengthen stock market: listing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Develop debt market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Create a framework for market makers</a:t>
            </a:r>
            <a:endParaRPr lang="en-GB" sz="12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64D727-6D4A-D510-AC77-0AB1D000B9C6}"/>
              </a:ext>
            </a:extLst>
          </p:cNvPr>
          <p:cNvSpPr txBox="1"/>
          <p:nvPr/>
        </p:nvSpPr>
        <p:spPr>
          <a:xfrm>
            <a:off x="4851449" y="2976852"/>
            <a:ext cx="2304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Achieve ease of doing business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Simplify company formation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Enable foreign ownership</a:t>
            </a:r>
            <a:endParaRPr lang="en-GB" sz="12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1FB3D0-08BD-6960-D17C-CF356BFF98F6}"/>
              </a:ext>
            </a:extLst>
          </p:cNvPr>
          <p:cNvSpPr txBox="1"/>
          <p:nvPr/>
        </p:nvSpPr>
        <p:spPr>
          <a:xfrm>
            <a:off x="7115825" y="2976852"/>
            <a:ext cx="2304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Modernize labor law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Reform visa process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Reform education system geared toward social mobility and job market performance, public &amp; private sector</a:t>
            </a:r>
            <a:endParaRPr lang="en-GB" sz="12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69A5A8-8C0C-A692-73D1-7FD499942A86}"/>
              </a:ext>
            </a:extLst>
          </p:cNvPr>
          <p:cNvSpPr txBox="1"/>
          <p:nvPr/>
        </p:nvSpPr>
        <p:spPr>
          <a:xfrm>
            <a:off x="9380201" y="2976852"/>
            <a:ext cx="2304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Build and attract talent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Ensure access to capital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Strengthen institutions and governance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Leverage data and digital infrastructure</a:t>
            </a:r>
            <a:endParaRPr lang="en-GB" sz="1200"/>
          </a:p>
        </p:txBody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D48B96D8-7BD0-742B-0BE6-A5ACFFC176A5}"/>
              </a:ext>
            </a:extLst>
          </p:cNvPr>
          <p:cNvSpPr/>
          <p:nvPr/>
        </p:nvSpPr>
        <p:spPr>
          <a:xfrm>
            <a:off x="261937" y="4496422"/>
            <a:ext cx="11566526" cy="478067"/>
          </a:xfrm>
          <a:prstGeom prst="roundRect">
            <a:avLst>
              <a:gd name="adj" fmla="val 5128"/>
            </a:avLst>
          </a:prstGeom>
          <a:solidFill>
            <a:srgbClr val="FFF8FA"/>
          </a:solidFill>
          <a:ln w="12700">
            <a:solidFill>
              <a:srgbClr val="F6A2BC"/>
            </a:solidFill>
            <a:prstDash val="solid"/>
          </a:ln>
        </p:spPr>
        <p:txBody>
          <a:bodyPr lIns="914400" anchor="ctr"/>
          <a:lstStyle/>
          <a:p>
            <a:r>
              <a:rPr lang="en-US" sz="1400" b="1">
                <a:solidFill>
                  <a:schemeClr val="accent1"/>
                </a:solidFill>
              </a:rPr>
              <a:t>HORIZON 1: FIRST FIVE YEARS</a:t>
            </a:r>
            <a:endParaRPr lang="en-GB" sz="14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2D5355-5632-F645-FD8F-F24D5DD791BE}"/>
              </a:ext>
            </a:extLst>
          </p:cNvPr>
          <p:cNvSpPr txBox="1"/>
          <p:nvPr/>
        </p:nvSpPr>
        <p:spPr>
          <a:xfrm>
            <a:off x="4412182" y="4523317"/>
            <a:ext cx="7089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accent1"/>
                </a:solidFill>
              </a:rPr>
              <a:t>Horizon 1 earns the right to scale</a:t>
            </a:r>
            <a:r>
              <a:rPr lang="en-US" sz="1200">
                <a:solidFill>
                  <a:schemeClr val="accent1"/>
                </a:solidFill>
              </a:rPr>
              <a:t> </a:t>
            </a:r>
            <a:r>
              <a:rPr lang="en-US" sz="1200"/>
              <a:t>by resolving structural challenges before Qatar accelerates FDI, champions, and global competitiveness</a:t>
            </a:r>
            <a:endParaRPr lang="en-GB" sz="120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50BCE828-05CB-2FBC-FD8D-7CE0E7688CE3}"/>
              </a:ext>
            </a:extLst>
          </p:cNvPr>
          <p:cNvSpPr/>
          <p:nvPr/>
        </p:nvSpPr>
        <p:spPr>
          <a:xfrm>
            <a:off x="3822135" y="4606708"/>
            <a:ext cx="152400" cy="276225"/>
          </a:xfrm>
          <a:custGeom>
            <a:avLst/>
            <a:gdLst>
              <a:gd name="connsiteX0" fmla="*/ 0 w 152400"/>
              <a:gd name="connsiteY0" fmla="*/ 277082 h 276225"/>
              <a:gd name="connsiteX1" fmla="*/ 156305 w 152400"/>
              <a:gd name="connsiteY1" fmla="*/ 138494 h 276225"/>
              <a:gd name="connsiteX2" fmla="*/ 0 w 152400"/>
              <a:gd name="connsiteY2" fmla="*/ 0 h 276225"/>
              <a:gd name="connsiteX3" fmla="*/ 59341 w 152400"/>
              <a:gd name="connsiteY3" fmla="*/ 138494 h 276225"/>
              <a:gd name="connsiteX4" fmla="*/ 0 w 152400"/>
              <a:gd name="connsiteY4" fmla="*/ 277082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" h="276225">
                <a:moveTo>
                  <a:pt x="0" y="277082"/>
                </a:moveTo>
                <a:lnTo>
                  <a:pt x="156305" y="138494"/>
                </a:lnTo>
                <a:lnTo>
                  <a:pt x="0" y="0"/>
                </a:lnTo>
                <a:lnTo>
                  <a:pt x="59341" y="138494"/>
                </a:lnTo>
                <a:lnTo>
                  <a:pt x="0" y="277082"/>
                </a:lnTo>
              </a:path>
            </a:pathLst>
          </a:custGeom>
          <a:solidFill>
            <a:schemeClr val="accent1"/>
          </a:solidFill>
          <a:ln w="635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30F3149-FB2E-4E70-FE84-C05A82C8957A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8212" y="4565235"/>
            <a:ext cx="353159" cy="353159"/>
          </a:xfrm>
          <a:prstGeom prst="rect">
            <a:avLst/>
          </a:prstGeom>
        </p:spPr>
      </p:pic>
      <p:sp>
        <p:nvSpPr>
          <p:cNvPr id="51" name="Shape 3">
            <a:extLst>
              <a:ext uri="{FF2B5EF4-FFF2-40B4-BE49-F238E27FC236}">
                <a16:creationId xmlns:a16="http://schemas.microsoft.com/office/drawing/2014/main" id="{5D3D9B43-3C3A-703E-9B45-4B1E59D4DDC9}"/>
              </a:ext>
            </a:extLst>
          </p:cNvPr>
          <p:cNvSpPr/>
          <p:nvPr/>
        </p:nvSpPr>
        <p:spPr>
          <a:xfrm>
            <a:off x="261936" y="5091676"/>
            <a:ext cx="11566526" cy="319432"/>
          </a:xfrm>
          <a:prstGeom prst="roundRect">
            <a:avLst>
              <a:gd name="adj" fmla="val 6897"/>
            </a:avLst>
          </a:prstGeom>
          <a:solidFill>
            <a:schemeClr val="accent2"/>
          </a:solidFill>
          <a:ln w="12700">
            <a:solidFill>
              <a:srgbClr val="8B003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SEQUENCING BEFORE SCALING</a:t>
            </a:r>
            <a:endParaRPr lang="en-US" sz="16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0DF121-6D42-3655-AF21-27FBC4DB09C1}"/>
              </a:ext>
            </a:extLst>
          </p:cNvPr>
          <p:cNvSpPr txBox="1"/>
          <p:nvPr/>
        </p:nvSpPr>
        <p:spPr>
          <a:xfrm>
            <a:off x="726900" y="5609658"/>
            <a:ext cx="21088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/>
              <a:t>A business-friendly environment and regulatory clarity are prerequisites to attract quality foreign investment</a:t>
            </a:r>
            <a:endParaRPr lang="en-GB" sz="1000" i="1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67CF19-CA84-66A0-78AB-5A6A5A2E5DFA}"/>
              </a:ext>
            </a:extLst>
          </p:cNvPr>
          <p:cNvSpPr txBox="1"/>
          <p:nvPr/>
        </p:nvSpPr>
        <p:spPr>
          <a:xfrm>
            <a:off x="4671217" y="5609658"/>
            <a:ext cx="21088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/>
              <a:t>Access to capital and a strong talent base enable the creation of national champions</a:t>
            </a:r>
            <a:endParaRPr lang="en-GB" sz="1000" i="1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E497E1-DD06-9A06-5927-4F87C5F1199A}"/>
              </a:ext>
            </a:extLst>
          </p:cNvPr>
          <p:cNvSpPr txBox="1"/>
          <p:nvPr/>
        </p:nvSpPr>
        <p:spPr>
          <a:xfrm>
            <a:off x="8615534" y="5609658"/>
            <a:ext cx="19291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/>
              <a:t>Competitive champions and R&amp;D investments are prerequisites for global competitiveness</a:t>
            </a:r>
            <a:endParaRPr lang="en-GB" sz="1000" i="1"/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258EDB7D-38FB-05C7-80E9-44C332F4E04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41596" y="5701334"/>
            <a:ext cx="311533" cy="344325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BEC85CE8-9EF2-B18D-F573-18E8CE7C036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41267" y="5665808"/>
            <a:ext cx="311533" cy="41537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6DC503A-43BE-C1FF-259D-DD01C70ACE76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55892" y="5717730"/>
            <a:ext cx="311533" cy="31153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70FD8A5-6B20-40BF-8D4A-C15B8F7BD73E}"/>
              </a:ext>
            </a:extLst>
          </p:cNvPr>
          <p:cNvSpPr txBox="1"/>
          <p:nvPr/>
        </p:nvSpPr>
        <p:spPr>
          <a:xfrm>
            <a:off x="202715" y="5386895"/>
            <a:ext cx="3499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Ease of doing business + regulatory quality</a:t>
            </a:r>
            <a:endParaRPr lang="en-GB" sz="1200" b="1"/>
          </a:p>
        </p:txBody>
      </p:sp>
      <p:sp>
        <p:nvSpPr>
          <p:cNvPr id="1024" name="Text 47">
            <a:extLst>
              <a:ext uri="{FF2B5EF4-FFF2-40B4-BE49-F238E27FC236}">
                <a16:creationId xmlns:a16="http://schemas.microsoft.com/office/drawing/2014/main" id="{426B008F-B850-9953-4511-721F7E168C3D}"/>
              </a:ext>
            </a:extLst>
          </p:cNvPr>
          <p:cNvSpPr/>
          <p:nvPr/>
        </p:nvSpPr>
        <p:spPr>
          <a:xfrm>
            <a:off x="3255501" y="5922362"/>
            <a:ext cx="903926" cy="264401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>
                <a:solidFill>
                  <a:schemeClr val="accent2"/>
                </a:solidFill>
              </a:rPr>
              <a:t>FDI Attraction</a:t>
            </a:r>
            <a:endParaRPr lang="en-US" sz="1100">
              <a:solidFill>
                <a:schemeClr val="accent2"/>
              </a:solidFill>
            </a:endParaRPr>
          </a:p>
        </p:txBody>
      </p:sp>
      <p:pic>
        <p:nvPicPr>
          <p:cNvPr id="1025" name="Picture 1024">
            <a:extLst>
              <a:ext uri="{FF2B5EF4-FFF2-40B4-BE49-F238E27FC236}">
                <a16:creationId xmlns:a16="http://schemas.microsoft.com/office/drawing/2014/main" id="{579F342E-B8A2-DF26-2927-624DBF511915}"/>
              </a:ext>
            </a:extLst>
          </p:cNvPr>
          <p:cNvPicPr>
            <a:picLocks noChangeAspect="1"/>
          </p:cNvPicPr>
          <p:nvPr/>
        </p:nvPicPr>
        <p:blipFill>
          <a:blip r:embed="rId1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70554" y="5474211"/>
            <a:ext cx="372263" cy="372263"/>
          </a:xfrm>
          <a:prstGeom prst="rect">
            <a:avLst/>
          </a:prstGeom>
        </p:spPr>
      </p:pic>
      <p:sp>
        <p:nvSpPr>
          <p:cNvPr id="1027" name="Freeform: Shape 1026">
            <a:extLst>
              <a:ext uri="{FF2B5EF4-FFF2-40B4-BE49-F238E27FC236}">
                <a16:creationId xmlns:a16="http://schemas.microsoft.com/office/drawing/2014/main" id="{FBAD2922-4CA2-8EC9-7E08-7ECE497FA891}"/>
              </a:ext>
            </a:extLst>
          </p:cNvPr>
          <p:cNvSpPr/>
          <p:nvPr/>
        </p:nvSpPr>
        <p:spPr>
          <a:xfrm>
            <a:off x="3103330" y="5704591"/>
            <a:ext cx="152400" cy="276225"/>
          </a:xfrm>
          <a:custGeom>
            <a:avLst/>
            <a:gdLst>
              <a:gd name="connsiteX0" fmla="*/ 0 w 152400"/>
              <a:gd name="connsiteY0" fmla="*/ 277082 h 276225"/>
              <a:gd name="connsiteX1" fmla="*/ 156305 w 152400"/>
              <a:gd name="connsiteY1" fmla="*/ 138494 h 276225"/>
              <a:gd name="connsiteX2" fmla="*/ 0 w 152400"/>
              <a:gd name="connsiteY2" fmla="*/ 0 h 276225"/>
              <a:gd name="connsiteX3" fmla="*/ 59341 w 152400"/>
              <a:gd name="connsiteY3" fmla="*/ 138494 h 276225"/>
              <a:gd name="connsiteX4" fmla="*/ 0 w 152400"/>
              <a:gd name="connsiteY4" fmla="*/ 277082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" h="276225">
                <a:moveTo>
                  <a:pt x="0" y="277082"/>
                </a:moveTo>
                <a:lnTo>
                  <a:pt x="156305" y="138494"/>
                </a:lnTo>
                <a:lnTo>
                  <a:pt x="0" y="0"/>
                </a:lnTo>
                <a:lnTo>
                  <a:pt x="59341" y="138494"/>
                </a:lnTo>
                <a:lnTo>
                  <a:pt x="0" y="277082"/>
                </a:lnTo>
              </a:path>
            </a:pathLst>
          </a:custGeom>
          <a:solidFill>
            <a:schemeClr val="accent2"/>
          </a:solidFill>
          <a:ln w="635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F265FCE3-5889-E9E7-4A1D-9684D5052103}"/>
              </a:ext>
            </a:extLst>
          </p:cNvPr>
          <p:cNvSpPr txBox="1"/>
          <p:nvPr/>
        </p:nvSpPr>
        <p:spPr>
          <a:xfrm>
            <a:off x="4127585" y="5386895"/>
            <a:ext cx="3499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Capital market depth + talent reforms</a:t>
            </a:r>
            <a:endParaRPr lang="en-GB" sz="1200" b="1"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0346BC87-2595-344C-611E-AA7342AA968B}"/>
              </a:ext>
            </a:extLst>
          </p:cNvPr>
          <p:cNvSpPr txBox="1"/>
          <p:nvPr/>
        </p:nvSpPr>
        <p:spPr>
          <a:xfrm>
            <a:off x="8405059" y="5386895"/>
            <a:ext cx="3499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National champions + R&amp;D</a:t>
            </a:r>
            <a:endParaRPr lang="en-GB" sz="1200" b="1"/>
          </a:p>
        </p:txBody>
      </p:sp>
      <p:sp>
        <p:nvSpPr>
          <p:cNvPr id="1030" name="Text 47">
            <a:extLst>
              <a:ext uri="{FF2B5EF4-FFF2-40B4-BE49-F238E27FC236}">
                <a16:creationId xmlns:a16="http://schemas.microsoft.com/office/drawing/2014/main" id="{1B37325D-55E9-1311-A8DA-EDDA8F8088C5}"/>
              </a:ext>
            </a:extLst>
          </p:cNvPr>
          <p:cNvSpPr/>
          <p:nvPr/>
        </p:nvSpPr>
        <p:spPr>
          <a:xfrm>
            <a:off x="7321857" y="5922362"/>
            <a:ext cx="903926" cy="264401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>
                <a:solidFill>
                  <a:schemeClr val="accent2"/>
                </a:solidFill>
              </a:rPr>
              <a:t>National Champions</a:t>
            </a:r>
            <a:endParaRPr lang="en-US" sz="1100">
              <a:solidFill>
                <a:schemeClr val="accent2"/>
              </a:solidFill>
            </a:endParaRPr>
          </a:p>
        </p:txBody>
      </p:sp>
      <p:pic>
        <p:nvPicPr>
          <p:cNvPr id="1031" name="Picture 1030">
            <a:extLst>
              <a:ext uri="{FF2B5EF4-FFF2-40B4-BE49-F238E27FC236}">
                <a16:creationId xmlns:a16="http://schemas.microsoft.com/office/drawing/2014/main" id="{FCFB7CD1-DC44-AD8C-B962-73230378EDD3}"/>
              </a:ext>
            </a:extLst>
          </p:cNvPr>
          <p:cNvPicPr>
            <a:picLocks noChangeAspect="1"/>
          </p:cNvPicPr>
          <p:nvPr/>
        </p:nvPicPr>
        <p:blipFill>
          <a:blip r:embed="rId1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35856" y="5515228"/>
            <a:ext cx="290228" cy="290228"/>
          </a:xfrm>
          <a:prstGeom prst="rect">
            <a:avLst/>
          </a:prstGeom>
        </p:spPr>
      </p:pic>
      <p:sp>
        <p:nvSpPr>
          <p:cNvPr id="1032" name="Freeform: Shape 1031">
            <a:extLst>
              <a:ext uri="{FF2B5EF4-FFF2-40B4-BE49-F238E27FC236}">
                <a16:creationId xmlns:a16="http://schemas.microsoft.com/office/drawing/2014/main" id="{74C65E86-1AB0-7DC2-1516-CC84B2D38482}"/>
              </a:ext>
            </a:extLst>
          </p:cNvPr>
          <p:cNvSpPr/>
          <p:nvPr/>
        </p:nvSpPr>
        <p:spPr>
          <a:xfrm>
            <a:off x="7074059" y="5704591"/>
            <a:ext cx="152400" cy="276225"/>
          </a:xfrm>
          <a:custGeom>
            <a:avLst/>
            <a:gdLst>
              <a:gd name="connsiteX0" fmla="*/ 0 w 152400"/>
              <a:gd name="connsiteY0" fmla="*/ 277082 h 276225"/>
              <a:gd name="connsiteX1" fmla="*/ 156305 w 152400"/>
              <a:gd name="connsiteY1" fmla="*/ 138494 h 276225"/>
              <a:gd name="connsiteX2" fmla="*/ 0 w 152400"/>
              <a:gd name="connsiteY2" fmla="*/ 0 h 276225"/>
              <a:gd name="connsiteX3" fmla="*/ 59341 w 152400"/>
              <a:gd name="connsiteY3" fmla="*/ 138494 h 276225"/>
              <a:gd name="connsiteX4" fmla="*/ 0 w 152400"/>
              <a:gd name="connsiteY4" fmla="*/ 277082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" h="276225">
                <a:moveTo>
                  <a:pt x="0" y="277082"/>
                </a:moveTo>
                <a:lnTo>
                  <a:pt x="156305" y="138494"/>
                </a:lnTo>
                <a:lnTo>
                  <a:pt x="0" y="0"/>
                </a:lnTo>
                <a:lnTo>
                  <a:pt x="59341" y="138494"/>
                </a:lnTo>
                <a:lnTo>
                  <a:pt x="0" y="277082"/>
                </a:lnTo>
              </a:path>
            </a:pathLst>
          </a:custGeom>
          <a:solidFill>
            <a:schemeClr val="accent2"/>
          </a:solidFill>
          <a:ln w="635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B8770E94-EDC4-D922-E4BE-8EDBA4F2EFAF}"/>
              </a:ext>
            </a:extLst>
          </p:cNvPr>
          <p:cNvSpPr/>
          <p:nvPr/>
        </p:nvSpPr>
        <p:spPr>
          <a:xfrm>
            <a:off x="10570427" y="5704591"/>
            <a:ext cx="152400" cy="276225"/>
          </a:xfrm>
          <a:custGeom>
            <a:avLst/>
            <a:gdLst>
              <a:gd name="connsiteX0" fmla="*/ 0 w 152400"/>
              <a:gd name="connsiteY0" fmla="*/ 277082 h 276225"/>
              <a:gd name="connsiteX1" fmla="*/ 156305 w 152400"/>
              <a:gd name="connsiteY1" fmla="*/ 138494 h 276225"/>
              <a:gd name="connsiteX2" fmla="*/ 0 w 152400"/>
              <a:gd name="connsiteY2" fmla="*/ 0 h 276225"/>
              <a:gd name="connsiteX3" fmla="*/ 59341 w 152400"/>
              <a:gd name="connsiteY3" fmla="*/ 138494 h 276225"/>
              <a:gd name="connsiteX4" fmla="*/ 0 w 152400"/>
              <a:gd name="connsiteY4" fmla="*/ 277082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" h="276225">
                <a:moveTo>
                  <a:pt x="0" y="277082"/>
                </a:moveTo>
                <a:lnTo>
                  <a:pt x="156305" y="138494"/>
                </a:lnTo>
                <a:lnTo>
                  <a:pt x="0" y="0"/>
                </a:lnTo>
                <a:lnTo>
                  <a:pt x="59341" y="138494"/>
                </a:lnTo>
                <a:lnTo>
                  <a:pt x="0" y="277082"/>
                </a:lnTo>
              </a:path>
            </a:pathLst>
          </a:custGeom>
          <a:solidFill>
            <a:schemeClr val="accent2"/>
          </a:solidFill>
          <a:ln w="635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1034" name="Picture 1033">
            <a:extLst>
              <a:ext uri="{FF2B5EF4-FFF2-40B4-BE49-F238E27FC236}">
                <a16:creationId xmlns:a16="http://schemas.microsoft.com/office/drawing/2014/main" id="{ECBC06A2-903B-30E9-22C0-8330E513F161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139461" y="5520820"/>
            <a:ext cx="279045" cy="279045"/>
          </a:xfrm>
          <a:prstGeom prst="rect">
            <a:avLst/>
          </a:prstGeom>
        </p:spPr>
      </p:pic>
      <p:sp>
        <p:nvSpPr>
          <p:cNvPr id="1035" name="Text 47">
            <a:extLst>
              <a:ext uri="{FF2B5EF4-FFF2-40B4-BE49-F238E27FC236}">
                <a16:creationId xmlns:a16="http://schemas.microsoft.com/office/drawing/2014/main" id="{0F49D5D4-298C-1DFE-E566-E72553C0C4BA}"/>
              </a:ext>
            </a:extLst>
          </p:cNvPr>
          <p:cNvSpPr/>
          <p:nvPr/>
        </p:nvSpPr>
        <p:spPr>
          <a:xfrm>
            <a:off x="10635163" y="5922362"/>
            <a:ext cx="1285155" cy="264401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>
                <a:solidFill>
                  <a:schemeClr val="accent2"/>
                </a:solidFill>
              </a:rPr>
              <a:t>Global Competitiveness</a:t>
            </a:r>
            <a:endParaRPr lang="en-US" sz="1100">
              <a:solidFill>
                <a:schemeClr val="accent2"/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4BF73DD-C87A-9470-AE18-1B24562750B0}"/>
              </a:ext>
            </a:extLst>
          </p:cNvPr>
          <p:cNvGrpSpPr/>
          <p:nvPr/>
        </p:nvGrpSpPr>
        <p:grpSpPr>
          <a:xfrm>
            <a:off x="2566219" y="1940533"/>
            <a:ext cx="6813982" cy="2495694"/>
            <a:chOff x="2566219" y="2103037"/>
            <a:chExt cx="6813982" cy="212529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BDDFC40-F398-4364-B1F2-2188CC044055}"/>
                </a:ext>
              </a:extLst>
            </p:cNvPr>
            <p:cNvCxnSpPr>
              <a:cxnSpLocks/>
            </p:cNvCxnSpPr>
            <p:nvPr/>
          </p:nvCxnSpPr>
          <p:spPr>
            <a:xfrm>
              <a:off x="2566219" y="2103037"/>
              <a:ext cx="0" cy="212529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100DBEA-906D-E5A2-2674-31C4FB6A7284}"/>
                </a:ext>
              </a:extLst>
            </p:cNvPr>
            <p:cNvCxnSpPr>
              <a:cxnSpLocks/>
            </p:cNvCxnSpPr>
            <p:nvPr/>
          </p:nvCxnSpPr>
          <p:spPr>
            <a:xfrm>
              <a:off x="4837546" y="2103037"/>
              <a:ext cx="0" cy="212529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747375E-0A17-6D39-DA62-AF9B94407A43}"/>
                </a:ext>
              </a:extLst>
            </p:cNvPr>
            <p:cNvCxnSpPr>
              <a:cxnSpLocks/>
            </p:cNvCxnSpPr>
            <p:nvPr/>
          </p:nvCxnSpPr>
          <p:spPr>
            <a:xfrm>
              <a:off x="7108873" y="2103037"/>
              <a:ext cx="0" cy="212529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9831345-5C35-5CC3-1E8F-A89BF7B765A2}"/>
                </a:ext>
              </a:extLst>
            </p:cNvPr>
            <p:cNvCxnSpPr>
              <a:cxnSpLocks/>
            </p:cNvCxnSpPr>
            <p:nvPr/>
          </p:nvCxnSpPr>
          <p:spPr>
            <a:xfrm>
              <a:off x="9380201" y="2103037"/>
              <a:ext cx="0" cy="212529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B1EBD47-0E61-2D1B-87CD-7798A1A2FCA4}"/>
              </a:ext>
            </a:extLst>
          </p:cNvPr>
          <p:cNvCxnSpPr>
            <a:cxnSpLocks/>
          </p:cNvCxnSpPr>
          <p:nvPr/>
        </p:nvCxnSpPr>
        <p:spPr>
          <a:xfrm>
            <a:off x="4127585" y="5426608"/>
            <a:ext cx="0" cy="8435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38CFDF9-CE28-0014-B47E-287D2CE2B6D7}"/>
              </a:ext>
            </a:extLst>
          </p:cNvPr>
          <p:cNvCxnSpPr>
            <a:cxnSpLocks/>
          </p:cNvCxnSpPr>
          <p:nvPr/>
        </p:nvCxnSpPr>
        <p:spPr>
          <a:xfrm>
            <a:off x="8260315" y="5426608"/>
            <a:ext cx="0" cy="8280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44927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688B4B4-6BFA-51A5-1F60-8C10FAF685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72932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688B4B4-6BFA-51A5-1F60-8C10FAF685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4A37183-0B47-12BF-932A-CB222CFF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The New Economy Framework must answer strategic questions on Qatar’s future economic model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48014-7FCF-5FCE-5463-ECD3096FDE6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GB"/>
              <a:t>Key questions</a:t>
            </a:r>
          </a:p>
        </p:txBody>
      </p:sp>
      <p:sp>
        <p:nvSpPr>
          <p:cNvPr id="90" name="Text Placeholder 3">
            <a:extLst>
              <a:ext uri="{FF2B5EF4-FFF2-40B4-BE49-F238E27FC236}">
                <a16:creationId xmlns:a16="http://schemas.microsoft.com/office/drawing/2014/main" id="{8CADA9B8-A312-06F7-DBC1-99F3234338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6699" y="6355077"/>
            <a:ext cx="10058400" cy="274322"/>
          </a:xfrm>
        </p:spPr>
        <p:txBody>
          <a:bodyPr/>
          <a:lstStyle/>
          <a:p>
            <a:r>
              <a:rPr lang="en-US"/>
              <a:t>Source: Team analysis</a:t>
            </a: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543DE69-EDA7-2632-F261-56BF58AA5D82}"/>
              </a:ext>
            </a:extLst>
          </p:cNvPr>
          <p:cNvGrpSpPr/>
          <p:nvPr/>
        </p:nvGrpSpPr>
        <p:grpSpPr>
          <a:xfrm>
            <a:off x="482484" y="1992472"/>
            <a:ext cx="951856" cy="612252"/>
            <a:chOff x="482484" y="1783882"/>
            <a:chExt cx="951856" cy="612252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41164E0-1049-DEDD-1621-037C711B9F4F}"/>
                </a:ext>
              </a:extLst>
            </p:cNvPr>
            <p:cNvSpPr/>
            <p:nvPr/>
          </p:nvSpPr>
          <p:spPr>
            <a:xfrm>
              <a:off x="535613" y="1837011"/>
              <a:ext cx="505993" cy="50599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1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8689765-59BD-6BD4-8357-A5C2E1B230CE}"/>
                </a:ext>
              </a:extLst>
            </p:cNvPr>
            <p:cNvSpPr/>
            <p:nvPr/>
          </p:nvSpPr>
          <p:spPr>
            <a:xfrm>
              <a:off x="510314" y="1811712"/>
              <a:ext cx="556593" cy="556593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A8A8839-7F73-BE8A-EEF8-EC3B81BFC96A}"/>
                </a:ext>
              </a:extLst>
            </p:cNvPr>
            <p:cNvSpPr/>
            <p:nvPr/>
          </p:nvSpPr>
          <p:spPr>
            <a:xfrm>
              <a:off x="482484" y="1783882"/>
              <a:ext cx="612252" cy="612252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2A290E61-8BA9-86A2-40DB-0C13304021FF}"/>
                </a:ext>
              </a:extLst>
            </p:cNvPr>
            <p:cNvCxnSpPr>
              <a:cxnSpLocks/>
            </p:cNvCxnSpPr>
            <p:nvPr/>
          </p:nvCxnSpPr>
          <p:spPr>
            <a:xfrm>
              <a:off x="1093080" y="2091658"/>
              <a:ext cx="341260" cy="0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4ABBE90-54B9-EF1F-6233-D43B6608E211}"/>
              </a:ext>
            </a:extLst>
          </p:cNvPr>
          <p:cNvGrpSpPr/>
          <p:nvPr/>
        </p:nvGrpSpPr>
        <p:grpSpPr>
          <a:xfrm>
            <a:off x="482483" y="2812009"/>
            <a:ext cx="951857" cy="612252"/>
            <a:chOff x="482483" y="2829872"/>
            <a:chExt cx="951857" cy="61225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7D3E87B-EF48-1B95-D9F0-3B340456D25D}"/>
                </a:ext>
              </a:extLst>
            </p:cNvPr>
            <p:cNvSpPr/>
            <p:nvPr/>
          </p:nvSpPr>
          <p:spPr>
            <a:xfrm>
              <a:off x="535611" y="2883000"/>
              <a:ext cx="505993" cy="50599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2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A52088B-0DEA-523D-3A8A-5140D94A5071}"/>
                </a:ext>
              </a:extLst>
            </p:cNvPr>
            <p:cNvSpPr/>
            <p:nvPr/>
          </p:nvSpPr>
          <p:spPr>
            <a:xfrm>
              <a:off x="510313" y="2857702"/>
              <a:ext cx="556593" cy="556593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03E30B0-6909-0696-C3C0-92F9BB482086}"/>
                </a:ext>
              </a:extLst>
            </p:cNvPr>
            <p:cNvSpPr/>
            <p:nvPr/>
          </p:nvSpPr>
          <p:spPr>
            <a:xfrm>
              <a:off x="482483" y="2829872"/>
              <a:ext cx="612252" cy="612252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CB8B23D-D6AA-7BFB-386A-31CAFF53DD77}"/>
                </a:ext>
              </a:extLst>
            </p:cNvPr>
            <p:cNvCxnSpPr>
              <a:cxnSpLocks/>
            </p:cNvCxnSpPr>
            <p:nvPr/>
          </p:nvCxnSpPr>
          <p:spPr>
            <a:xfrm>
              <a:off x="1093080" y="3135997"/>
              <a:ext cx="341260" cy="0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F8F33DA-35B4-2989-957E-521BFAB12DB2}"/>
                </a:ext>
              </a:extLst>
            </p:cNvPr>
            <p:cNvCxnSpPr>
              <a:cxnSpLocks/>
            </p:cNvCxnSpPr>
            <p:nvPr/>
          </p:nvCxnSpPr>
          <p:spPr>
            <a:xfrm>
              <a:off x="1093080" y="3135997"/>
              <a:ext cx="341260" cy="0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E8CAF20-B571-7D46-90B8-F00AB13807CD}"/>
              </a:ext>
            </a:extLst>
          </p:cNvPr>
          <p:cNvGrpSpPr/>
          <p:nvPr/>
        </p:nvGrpSpPr>
        <p:grpSpPr>
          <a:xfrm>
            <a:off x="482481" y="3669092"/>
            <a:ext cx="951859" cy="612252"/>
            <a:chOff x="482481" y="3874209"/>
            <a:chExt cx="951859" cy="612252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82F67D9-90EB-6F07-ACE0-7241066FEFBF}"/>
                </a:ext>
              </a:extLst>
            </p:cNvPr>
            <p:cNvSpPr/>
            <p:nvPr/>
          </p:nvSpPr>
          <p:spPr>
            <a:xfrm>
              <a:off x="535610" y="3927338"/>
              <a:ext cx="505993" cy="50599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3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3A3E989-78CA-91D2-3E10-88F8A44ED2C6}"/>
                </a:ext>
              </a:extLst>
            </p:cNvPr>
            <p:cNvSpPr/>
            <p:nvPr/>
          </p:nvSpPr>
          <p:spPr>
            <a:xfrm>
              <a:off x="510311" y="3902039"/>
              <a:ext cx="556593" cy="556593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3B7A82C-D2FA-4D61-1777-B3B570B2E805}"/>
                </a:ext>
              </a:extLst>
            </p:cNvPr>
            <p:cNvSpPr/>
            <p:nvPr/>
          </p:nvSpPr>
          <p:spPr>
            <a:xfrm>
              <a:off x="482481" y="3874209"/>
              <a:ext cx="612252" cy="612252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8A0E5BCB-6353-274F-2ABE-27756FCD0526}"/>
                </a:ext>
              </a:extLst>
            </p:cNvPr>
            <p:cNvCxnSpPr>
              <a:cxnSpLocks/>
            </p:cNvCxnSpPr>
            <p:nvPr/>
          </p:nvCxnSpPr>
          <p:spPr>
            <a:xfrm>
              <a:off x="1093080" y="4180336"/>
              <a:ext cx="341260" cy="0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B1B8CEC9-94ED-0943-883B-3B3B5104EEC1}"/>
              </a:ext>
            </a:extLst>
          </p:cNvPr>
          <p:cNvGrpSpPr/>
          <p:nvPr/>
        </p:nvGrpSpPr>
        <p:grpSpPr>
          <a:xfrm>
            <a:off x="482480" y="4516673"/>
            <a:ext cx="951860" cy="612252"/>
            <a:chOff x="482480" y="4918548"/>
            <a:chExt cx="951860" cy="612252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2247FEB-C665-5A33-D496-6DCA25AD934E}"/>
                </a:ext>
              </a:extLst>
            </p:cNvPr>
            <p:cNvSpPr/>
            <p:nvPr/>
          </p:nvSpPr>
          <p:spPr>
            <a:xfrm>
              <a:off x="535609" y="4971677"/>
              <a:ext cx="505993" cy="50599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4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F2020D8-4C1C-6BC5-9578-DDED6DA30C65}"/>
                </a:ext>
              </a:extLst>
            </p:cNvPr>
            <p:cNvSpPr/>
            <p:nvPr/>
          </p:nvSpPr>
          <p:spPr>
            <a:xfrm>
              <a:off x="510310" y="4946378"/>
              <a:ext cx="556593" cy="556593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A1390B7-A5E5-DF31-F152-DA8F118D1BD6}"/>
                </a:ext>
              </a:extLst>
            </p:cNvPr>
            <p:cNvSpPr/>
            <p:nvPr/>
          </p:nvSpPr>
          <p:spPr>
            <a:xfrm>
              <a:off x="482480" y="4918548"/>
              <a:ext cx="612252" cy="612252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2790F307-9947-1ED5-7D59-1A4582BDEFEA}"/>
                </a:ext>
              </a:extLst>
            </p:cNvPr>
            <p:cNvCxnSpPr>
              <a:cxnSpLocks/>
            </p:cNvCxnSpPr>
            <p:nvPr/>
          </p:nvCxnSpPr>
          <p:spPr>
            <a:xfrm>
              <a:off x="1093080" y="5224675"/>
              <a:ext cx="341260" cy="0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F2E3139-D5DB-E07C-4769-7B06783771A8}"/>
              </a:ext>
            </a:extLst>
          </p:cNvPr>
          <p:cNvGrpSpPr/>
          <p:nvPr/>
        </p:nvGrpSpPr>
        <p:grpSpPr>
          <a:xfrm>
            <a:off x="482479" y="5376583"/>
            <a:ext cx="951861" cy="612252"/>
            <a:chOff x="482479" y="5962886"/>
            <a:chExt cx="951861" cy="612252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7A665D3-0FCD-C4EC-DCAD-926AA8F5564C}"/>
                </a:ext>
              </a:extLst>
            </p:cNvPr>
            <p:cNvSpPr/>
            <p:nvPr/>
          </p:nvSpPr>
          <p:spPr>
            <a:xfrm>
              <a:off x="535608" y="6016015"/>
              <a:ext cx="505993" cy="50599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</a:rPr>
                <a:t>5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FF4A8EC-C974-B05F-8A12-3D40315CFD28}"/>
                </a:ext>
              </a:extLst>
            </p:cNvPr>
            <p:cNvSpPr/>
            <p:nvPr/>
          </p:nvSpPr>
          <p:spPr>
            <a:xfrm>
              <a:off x="510309" y="5990716"/>
              <a:ext cx="556593" cy="556593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091F615-3246-3726-0F11-7CC484863103}"/>
                </a:ext>
              </a:extLst>
            </p:cNvPr>
            <p:cNvSpPr/>
            <p:nvPr/>
          </p:nvSpPr>
          <p:spPr>
            <a:xfrm>
              <a:off x="482479" y="5962886"/>
              <a:ext cx="612252" cy="612252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3547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D986144-1A91-1AE1-B546-6737E546532E}"/>
                </a:ext>
              </a:extLst>
            </p:cNvPr>
            <p:cNvCxnSpPr>
              <a:cxnSpLocks/>
            </p:cNvCxnSpPr>
            <p:nvPr/>
          </p:nvCxnSpPr>
          <p:spPr>
            <a:xfrm>
              <a:off x="1093080" y="6269014"/>
              <a:ext cx="341260" cy="0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82FD032-0A79-027E-0403-A4EF92B7E4DB}"/>
              </a:ext>
            </a:extLst>
          </p:cNvPr>
          <p:cNvGrpSpPr/>
          <p:nvPr/>
        </p:nvGrpSpPr>
        <p:grpSpPr>
          <a:xfrm>
            <a:off x="266699" y="2687429"/>
            <a:ext cx="11544295" cy="2563191"/>
            <a:chOff x="266699" y="2687429"/>
            <a:chExt cx="11544295" cy="2563191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F90ECB3-10F9-AAA1-5114-59B71F18703F}"/>
                </a:ext>
              </a:extLst>
            </p:cNvPr>
            <p:cNvCxnSpPr>
              <a:cxnSpLocks/>
            </p:cNvCxnSpPr>
            <p:nvPr/>
          </p:nvCxnSpPr>
          <p:spPr>
            <a:xfrm>
              <a:off x="266699" y="2687429"/>
              <a:ext cx="11544295" cy="0"/>
            </a:xfrm>
            <a:prstGeom prst="line">
              <a:avLst/>
            </a:prstGeom>
            <a:ln w="3175">
              <a:solidFill>
                <a:schemeClr val="accent5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27145D4-A2A9-5A3B-94C7-3B38E0DFA631}"/>
                </a:ext>
              </a:extLst>
            </p:cNvPr>
            <p:cNvCxnSpPr>
              <a:cxnSpLocks/>
            </p:cNvCxnSpPr>
            <p:nvPr/>
          </p:nvCxnSpPr>
          <p:spPr>
            <a:xfrm>
              <a:off x="266699" y="3545034"/>
              <a:ext cx="11544295" cy="0"/>
            </a:xfrm>
            <a:prstGeom prst="line">
              <a:avLst/>
            </a:prstGeom>
            <a:ln w="3175">
              <a:solidFill>
                <a:schemeClr val="accent5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8436FEF-8784-9F49-C9C8-2693296C29FE}"/>
                </a:ext>
              </a:extLst>
            </p:cNvPr>
            <p:cNvCxnSpPr>
              <a:cxnSpLocks/>
            </p:cNvCxnSpPr>
            <p:nvPr/>
          </p:nvCxnSpPr>
          <p:spPr>
            <a:xfrm>
              <a:off x="266699" y="4393014"/>
              <a:ext cx="11544295" cy="0"/>
            </a:xfrm>
            <a:prstGeom prst="line">
              <a:avLst/>
            </a:prstGeom>
            <a:ln w="3175">
              <a:solidFill>
                <a:schemeClr val="accent5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A0EE1F7-8182-478A-2B62-F73BAB569C6C}"/>
                </a:ext>
              </a:extLst>
            </p:cNvPr>
            <p:cNvCxnSpPr>
              <a:cxnSpLocks/>
            </p:cNvCxnSpPr>
            <p:nvPr/>
          </p:nvCxnSpPr>
          <p:spPr>
            <a:xfrm>
              <a:off x="266699" y="5250620"/>
              <a:ext cx="11544295" cy="0"/>
            </a:xfrm>
            <a:prstGeom prst="line">
              <a:avLst/>
            </a:prstGeom>
            <a:ln w="3175">
              <a:solidFill>
                <a:schemeClr val="accent5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F2C9ADF-5636-E44D-DFE5-3E23E13EDD9E}"/>
              </a:ext>
            </a:extLst>
          </p:cNvPr>
          <p:cNvSpPr txBox="1">
            <a:spLocks/>
          </p:cNvSpPr>
          <p:nvPr/>
        </p:nvSpPr>
        <p:spPr>
          <a:xfrm>
            <a:off x="1752596" y="1929266"/>
            <a:ext cx="4651130" cy="738664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l" defTabSz="354734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 economic future does Qatar want over the next 20 years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 and what outcomes will prove it is more competitive and resilient?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5E9772-C419-A231-C565-900013AD6490}"/>
              </a:ext>
            </a:extLst>
          </p:cNvPr>
          <p:cNvSpPr txBox="1">
            <a:spLocks/>
          </p:cNvSpPr>
          <p:nvPr/>
        </p:nvSpPr>
        <p:spPr>
          <a:xfrm>
            <a:off x="6907818" y="2036988"/>
            <a:ext cx="4903176" cy="52322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l" defTabSz="354734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Economic purpose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 how should the framework balance growth, national wealth, economic resilience and quality of life?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7FA7491-7C83-90F7-FE06-87312EC0B6C5}"/>
              </a:ext>
            </a:extLst>
          </p:cNvPr>
          <p:cNvSpPr/>
          <p:nvPr/>
        </p:nvSpPr>
        <p:spPr>
          <a:xfrm>
            <a:off x="6565986" y="2167945"/>
            <a:ext cx="145836" cy="261307"/>
          </a:xfrm>
          <a:custGeom>
            <a:avLst/>
            <a:gdLst>
              <a:gd name="connsiteX0" fmla="*/ 0 w 152400"/>
              <a:gd name="connsiteY0" fmla="*/ 277082 h 276225"/>
              <a:gd name="connsiteX1" fmla="*/ 156305 w 152400"/>
              <a:gd name="connsiteY1" fmla="*/ 138494 h 276225"/>
              <a:gd name="connsiteX2" fmla="*/ 0 w 152400"/>
              <a:gd name="connsiteY2" fmla="*/ 0 h 276225"/>
              <a:gd name="connsiteX3" fmla="*/ 59341 w 152400"/>
              <a:gd name="connsiteY3" fmla="*/ 138494 h 276225"/>
              <a:gd name="connsiteX4" fmla="*/ 0 w 152400"/>
              <a:gd name="connsiteY4" fmla="*/ 277082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" h="276225">
                <a:moveTo>
                  <a:pt x="0" y="277082"/>
                </a:moveTo>
                <a:lnTo>
                  <a:pt x="156305" y="138494"/>
                </a:lnTo>
                <a:lnTo>
                  <a:pt x="0" y="0"/>
                </a:lnTo>
                <a:lnTo>
                  <a:pt x="59341" y="138494"/>
                </a:lnTo>
                <a:lnTo>
                  <a:pt x="0" y="277082"/>
                </a:lnTo>
              </a:path>
            </a:pathLst>
          </a:custGeom>
          <a:solidFill>
            <a:schemeClr val="accent1"/>
          </a:solidFill>
          <a:ln w="635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F80435-A50C-69C8-6663-F5F2D1F4B3FB}"/>
              </a:ext>
            </a:extLst>
          </p:cNvPr>
          <p:cNvSpPr txBox="1">
            <a:spLocks/>
          </p:cNvSpPr>
          <p:nvPr/>
        </p:nvSpPr>
        <p:spPr>
          <a:xfrm>
            <a:off x="1752597" y="2856525"/>
            <a:ext cx="4651130" cy="52322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l" defTabSz="354734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 policy choices must align 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behind a competitive and resilient national economic model?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782D64-F170-1B70-6F34-FC77336A7A15}"/>
              </a:ext>
            </a:extLst>
          </p:cNvPr>
          <p:cNvSpPr txBox="1">
            <a:spLocks/>
          </p:cNvSpPr>
          <p:nvPr/>
        </p:nvSpPr>
        <p:spPr>
          <a:xfrm>
            <a:off x="6907819" y="2856525"/>
            <a:ext cx="4903176" cy="52322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l" defTabSz="354734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Policy coherence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 where do current fiscal, investment, labor and industrial policies reinforce or dilute the intended model?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+mn-ea"/>
              <a:cs typeface="Calibri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8DF18EF-2903-E9C7-5EBE-382C847CC4A2}"/>
              </a:ext>
            </a:extLst>
          </p:cNvPr>
          <p:cNvSpPr/>
          <p:nvPr/>
        </p:nvSpPr>
        <p:spPr>
          <a:xfrm>
            <a:off x="6565986" y="2987482"/>
            <a:ext cx="145836" cy="261307"/>
          </a:xfrm>
          <a:custGeom>
            <a:avLst/>
            <a:gdLst>
              <a:gd name="connsiteX0" fmla="*/ 0 w 152400"/>
              <a:gd name="connsiteY0" fmla="*/ 277082 h 276225"/>
              <a:gd name="connsiteX1" fmla="*/ 156305 w 152400"/>
              <a:gd name="connsiteY1" fmla="*/ 138494 h 276225"/>
              <a:gd name="connsiteX2" fmla="*/ 0 w 152400"/>
              <a:gd name="connsiteY2" fmla="*/ 0 h 276225"/>
              <a:gd name="connsiteX3" fmla="*/ 59341 w 152400"/>
              <a:gd name="connsiteY3" fmla="*/ 138494 h 276225"/>
              <a:gd name="connsiteX4" fmla="*/ 0 w 152400"/>
              <a:gd name="connsiteY4" fmla="*/ 277082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" h="276225">
                <a:moveTo>
                  <a:pt x="0" y="277082"/>
                </a:moveTo>
                <a:lnTo>
                  <a:pt x="156305" y="138494"/>
                </a:lnTo>
                <a:lnTo>
                  <a:pt x="0" y="0"/>
                </a:lnTo>
                <a:lnTo>
                  <a:pt x="59341" y="138494"/>
                </a:lnTo>
                <a:lnTo>
                  <a:pt x="0" y="277082"/>
                </a:lnTo>
              </a:path>
            </a:pathLst>
          </a:custGeom>
          <a:solidFill>
            <a:schemeClr val="accent1"/>
          </a:solidFill>
          <a:ln w="635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BA6152-52C5-37A4-5D73-0D5E9ADD9C0D}"/>
              </a:ext>
            </a:extLst>
          </p:cNvPr>
          <p:cNvSpPr txBox="1">
            <a:spLocks/>
          </p:cNvSpPr>
          <p:nvPr/>
        </p:nvSpPr>
        <p:spPr>
          <a:xfrm>
            <a:off x="1752597" y="3602341"/>
            <a:ext cx="4651130" cy="738664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l" defTabSz="354734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Where should Qatar place its economic priorities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 and what will make selected sectors and champions compete, adapt and scale?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+mn-ea"/>
              <a:cs typeface="Calibri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B65368-5843-60D4-1E24-6933DE56B06F}"/>
              </a:ext>
            </a:extLst>
          </p:cNvPr>
          <p:cNvSpPr txBox="1">
            <a:spLocks/>
          </p:cNvSpPr>
          <p:nvPr/>
        </p:nvSpPr>
        <p:spPr>
          <a:xfrm>
            <a:off x="6907819" y="3605886"/>
            <a:ext cx="4903176" cy="738664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l" defTabSz="354734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Growth focus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 which sectors, champions and ecosystem plays deserve priority given scale, exportability, competitiveness and resilience potential?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+mn-ea"/>
              <a:cs typeface="Calibri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C7708678-3709-0BC0-BB73-4AE5D1A6C47A}"/>
              </a:ext>
            </a:extLst>
          </p:cNvPr>
          <p:cNvSpPr/>
          <p:nvPr/>
        </p:nvSpPr>
        <p:spPr>
          <a:xfrm>
            <a:off x="6565986" y="3844565"/>
            <a:ext cx="145836" cy="261307"/>
          </a:xfrm>
          <a:custGeom>
            <a:avLst/>
            <a:gdLst>
              <a:gd name="connsiteX0" fmla="*/ 0 w 152400"/>
              <a:gd name="connsiteY0" fmla="*/ 277082 h 276225"/>
              <a:gd name="connsiteX1" fmla="*/ 156305 w 152400"/>
              <a:gd name="connsiteY1" fmla="*/ 138494 h 276225"/>
              <a:gd name="connsiteX2" fmla="*/ 0 w 152400"/>
              <a:gd name="connsiteY2" fmla="*/ 0 h 276225"/>
              <a:gd name="connsiteX3" fmla="*/ 59341 w 152400"/>
              <a:gd name="connsiteY3" fmla="*/ 138494 h 276225"/>
              <a:gd name="connsiteX4" fmla="*/ 0 w 152400"/>
              <a:gd name="connsiteY4" fmla="*/ 277082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" h="276225">
                <a:moveTo>
                  <a:pt x="0" y="277082"/>
                </a:moveTo>
                <a:lnTo>
                  <a:pt x="156305" y="138494"/>
                </a:lnTo>
                <a:lnTo>
                  <a:pt x="0" y="0"/>
                </a:lnTo>
                <a:lnTo>
                  <a:pt x="59341" y="138494"/>
                </a:lnTo>
                <a:lnTo>
                  <a:pt x="0" y="277082"/>
                </a:lnTo>
              </a:path>
            </a:pathLst>
          </a:custGeom>
          <a:solidFill>
            <a:schemeClr val="accent1"/>
          </a:solidFill>
          <a:ln w="635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55F8195-869E-FFC0-B3ED-8F64AE37FDA6}"/>
              </a:ext>
            </a:extLst>
          </p:cNvPr>
          <p:cNvSpPr txBox="1">
            <a:spLocks/>
          </p:cNvSpPr>
          <p:nvPr/>
        </p:nvSpPr>
        <p:spPr>
          <a:xfrm>
            <a:off x="1752597" y="4561189"/>
            <a:ext cx="4651130" cy="52322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l" defTabSz="354734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 must improve across the system 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enable firms, capital, talent and innovation to scale faster in Qatar?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+mn-ea"/>
              <a:cs typeface="Calibri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EEEEE1-0710-0C63-8F9A-B524CBF1FEFA}"/>
              </a:ext>
            </a:extLst>
          </p:cNvPr>
          <p:cNvSpPr txBox="1">
            <a:spLocks/>
          </p:cNvSpPr>
          <p:nvPr/>
        </p:nvSpPr>
        <p:spPr>
          <a:xfrm>
            <a:off x="6907818" y="4453467"/>
            <a:ext cx="4903176" cy="738664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l" defTabSz="354734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Binding constraints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 which constraints most limit productivity, talent attraction, private sector scale and export competitiveness?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+mn-ea"/>
              <a:cs typeface="Calibri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6D8AED7E-0CA1-C83F-D3FF-CA940AD6275D}"/>
              </a:ext>
            </a:extLst>
          </p:cNvPr>
          <p:cNvSpPr/>
          <p:nvPr/>
        </p:nvSpPr>
        <p:spPr>
          <a:xfrm>
            <a:off x="6565986" y="4692146"/>
            <a:ext cx="145836" cy="261307"/>
          </a:xfrm>
          <a:custGeom>
            <a:avLst/>
            <a:gdLst>
              <a:gd name="connsiteX0" fmla="*/ 0 w 152400"/>
              <a:gd name="connsiteY0" fmla="*/ 277082 h 276225"/>
              <a:gd name="connsiteX1" fmla="*/ 156305 w 152400"/>
              <a:gd name="connsiteY1" fmla="*/ 138494 h 276225"/>
              <a:gd name="connsiteX2" fmla="*/ 0 w 152400"/>
              <a:gd name="connsiteY2" fmla="*/ 0 h 276225"/>
              <a:gd name="connsiteX3" fmla="*/ 59341 w 152400"/>
              <a:gd name="connsiteY3" fmla="*/ 138494 h 276225"/>
              <a:gd name="connsiteX4" fmla="*/ 0 w 152400"/>
              <a:gd name="connsiteY4" fmla="*/ 277082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" h="276225">
                <a:moveTo>
                  <a:pt x="0" y="277082"/>
                </a:moveTo>
                <a:lnTo>
                  <a:pt x="156305" y="138494"/>
                </a:lnTo>
                <a:lnTo>
                  <a:pt x="0" y="0"/>
                </a:lnTo>
                <a:lnTo>
                  <a:pt x="59341" y="138494"/>
                </a:lnTo>
                <a:lnTo>
                  <a:pt x="0" y="277082"/>
                </a:lnTo>
              </a:path>
            </a:pathLst>
          </a:custGeom>
          <a:solidFill>
            <a:schemeClr val="accent1"/>
          </a:solidFill>
          <a:ln w="635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F44C1-C251-3922-2897-2FB5EB63559D}"/>
              </a:ext>
            </a:extLst>
          </p:cNvPr>
          <p:cNvSpPr txBox="1">
            <a:spLocks/>
          </p:cNvSpPr>
          <p:nvPr/>
        </p:nvSpPr>
        <p:spPr>
          <a:xfrm>
            <a:off x="1752596" y="5421099"/>
            <a:ext cx="4651130" cy="52322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l" defTabSz="354734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 will Qatar turn ambition into funded priorities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 accountable owners and governed delivery?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+mn-ea"/>
              <a:cs typeface="Calibri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160A0D-57D2-E94C-A80A-2C4079C80C25}"/>
              </a:ext>
            </a:extLst>
          </p:cNvPr>
          <p:cNvSpPr txBox="1">
            <a:spLocks/>
          </p:cNvSpPr>
          <p:nvPr/>
        </p:nvSpPr>
        <p:spPr>
          <a:xfrm>
            <a:off x="6907818" y="5421099"/>
            <a:ext cx="4903176" cy="52322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l" defTabSz="354734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Delivery integration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 how should existing efforts fit within one funded, governed and accountable economic agenda?</a:t>
            </a:r>
            <a:endParaRPr kumimoji="0" lang="en-US" sz="14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/>
              <a:ea typeface="+mn-ea"/>
              <a:cs typeface="Calibri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7B3B14C7-356F-FD69-C86C-E12C9E19EB10}"/>
              </a:ext>
            </a:extLst>
          </p:cNvPr>
          <p:cNvSpPr/>
          <p:nvPr/>
        </p:nvSpPr>
        <p:spPr>
          <a:xfrm>
            <a:off x="6565986" y="5552056"/>
            <a:ext cx="145836" cy="261307"/>
          </a:xfrm>
          <a:custGeom>
            <a:avLst/>
            <a:gdLst>
              <a:gd name="connsiteX0" fmla="*/ 0 w 152400"/>
              <a:gd name="connsiteY0" fmla="*/ 277082 h 276225"/>
              <a:gd name="connsiteX1" fmla="*/ 156305 w 152400"/>
              <a:gd name="connsiteY1" fmla="*/ 138494 h 276225"/>
              <a:gd name="connsiteX2" fmla="*/ 0 w 152400"/>
              <a:gd name="connsiteY2" fmla="*/ 0 h 276225"/>
              <a:gd name="connsiteX3" fmla="*/ 59341 w 152400"/>
              <a:gd name="connsiteY3" fmla="*/ 138494 h 276225"/>
              <a:gd name="connsiteX4" fmla="*/ 0 w 152400"/>
              <a:gd name="connsiteY4" fmla="*/ 277082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" h="276225">
                <a:moveTo>
                  <a:pt x="0" y="277082"/>
                </a:moveTo>
                <a:lnTo>
                  <a:pt x="156305" y="138494"/>
                </a:lnTo>
                <a:lnTo>
                  <a:pt x="0" y="0"/>
                </a:lnTo>
                <a:lnTo>
                  <a:pt x="59341" y="138494"/>
                </a:lnTo>
                <a:lnTo>
                  <a:pt x="0" y="277082"/>
                </a:lnTo>
              </a:path>
            </a:pathLst>
          </a:custGeom>
          <a:solidFill>
            <a:schemeClr val="accent1"/>
          </a:solidFill>
          <a:ln w="635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9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B70A056-93CE-BC3C-445C-38393B58E67A}"/>
              </a:ext>
            </a:extLst>
          </p:cNvPr>
          <p:cNvSpPr txBox="1">
            <a:spLocks/>
          </p:cNvSpPr>
          <p:nvPr/>
        </p:nvSpPr>
        <p:spPr>
          <a:xfrm>
            <a:off x="1752594" y="1575199"/>
            <a:ext cx="461897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89143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Strategic questions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89143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FB6357-6012-D571-3BF8-5A44DFAE6AD4}"/>
              </a:ext>
            </a:extLst>
          </p:cNvPr>
          <p:cNvSpPr txBox="1">
            <a:spLocks/>
          </p:cNvSpPr>
          <p:nvPr/>
        </p:nvSpPr>
        <p:spPr>
          <a:xfrm>
            <a:off x="6907818" y="1572472"/>
            <a:ext cx="461897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3547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89143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Issues, choices, and trade-offs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89143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49E46BE-46EC-6556-D63F-58C7F094B2E3}"/>
              </a:ext>
            </a:extLst>
          </p:cNvPr>
          <p:cNvCxnSpPr>
            <a:cxnSpLocks/>
          </p:cNvCxnSpPr>
          <p:nvPr/>
        </p:nvCxnSpPr>
        <p:spPr>
          <a:xfrm>
            <a:off x="6999118" y="1893270"/>
            <a:ext cx="4811876" cy="0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748D204-2C2B-B171-6C4D-2A985BDF335A}"/>
              </a:ext>
            </a:extLst>
          </p:cNvPr>
          <p:cNvCxnSpPr>
            <a:cxnSpLocks/>
          </p:cNvCxnSpPr>
          <p:nvPr/>
        </p:nvCxnSpPr>
        <p:spPr>
          <a:xfrm>
            <a:off x="1843896" y="1893270"/>
            <a:ext cx="4394344" cy="0"/>
          </a:xfrm>
          <a:prstGeom prst="line">
            <a:avLst/>
          </a:prstGeom>
          <a:ln w="12700">
            <a:solidFill>
              <a:schemeClr val="accent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92334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6F16BAF-1819-B2F3-6349-B52495CE3E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92189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6F16BAF-1819-B2F3-6349-B52495CE3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78107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STSLIDEVIEWED" val="1600,31,1. Build – 1.1 Current State Assessment (2/2)"/>
  <p:tag name="THINKCELLPRESENTATIONDONOTDELETE" val="&lt;?xml version=&quot;1.0&quot; encoding=&quot;UTF-16&quot; standalone=&quot;yes&quot;?&gt;&lt;root reqver=&quot;28224&quot;&gt;&lt;version val=&quot;3588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&quot;&gt;&lt;elem m_fUsage=&quot;2.19510000000000005116E+00&quot;&gt;&lt;m_msothmcolidx val=&quot;0&quot;/&gt;&lt;m_rgb r=&quot;F6&quot; g=&quot;C1&quot; b=&quot;D3&quot;/&gt;&lt;/elem&gt;&lt;elem m_fUsage=&quot;1.89999999999999991118E+00&quot;&gt;&lt;m_msothmcolidx val=&quot;0&quot;/&gt;&lt;m_rgb r=&quot;EC&quot; g=&quot;E9&quot; b=&quot;DF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urlaEBRT9KiOBhpKpDtH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UQN3gw6QbTWrorgh3_If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3knSs58OMKtsixkLvj6c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MyluUeWhuro_Ueg5jHyk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i3ruWLatFxRivQZk_at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VkmnYdSUv18UtrKP393i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07naXkHNBcRb4rqH7tE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aEhFKjl9rzDJjtV3gNb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oP1ryKVWWXocIF5FpxJO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pFcVLN7z50wEcmjTFwun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oeNYmMlr18PH4IkBurAz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ilES.PHmfqoXBwUm0qq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5FVUcTkSL9tjvPrYltg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QFukdS3uFspzbc_.QKo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1NGv1X_h1VH_9axW92vf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Q4MjMdPqAQV.1F3hxmY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JLXOz9tG23P_rITYuKs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Ddir3SURua_aLNSQnQL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.OnojN80mQAfYHyafGpy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6nfkvodIJeiQLYI_x0oe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wHbPvTIyBZSYVNgNSxNQ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iKuo6h1ch4WnA8DgdhGM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U.ItKyj2FCa.Z4BP6uwq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xR7vDlLYeg.i.nCrwuSm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JS3oImIwycmSEFAzF8s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95kzIHrMKl6JImWsi_U0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CYQCBR8qCrEW6auMSKUo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8sWxhY9fIieie15ECv1o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AAizL71c0zucWnWhLf6G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hkOYFOC0imQYjQ8zMtd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UW9CJKQaUiSt10JW48EH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7l5dbr5FK01aoqc5cje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kBPT84ZNYZE0Q0QqRQ4X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yIXxMCPpSpCecD94zu_T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kPduM2Z0zPkA6ODUZ0q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0HELKnVbTGqSfNd2XEP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Pf.NxJOuE_dFNU3I6Ovn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Lxau9IP6.blHk5otpYU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GFwAIZyx8P1hcgUCdF.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hT_j8EVh30YKe8ZnnvU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cHmAsui4WEPgik8dbeL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kXZVIs9ZWcgLiMy0X3D6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8.7WQ11GnLPeoQm9sGT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PvfLEJ6pODbqnO7bH4_Y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EW.DWqx4qAT8Hbz.9Cvj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T08tbxYCihqT8xIE4aer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nzHQZ_936m7tnpvIc.I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CYyzGyW05cknSwWdUoBt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3Pu3jYMcR9LkluPfOgm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88q39wPUV5PKb5axGHPq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loHKjMsEpr1CJSWFE65k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6h6GFHv2YsW_rzFpHjH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hnRnjy0qyFLq06aPm7zg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aErNdbRcG9U0ok4BwGH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3RrQJ5nXrOzQDmGnE.kf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FVIo.2xUAMC_ZKbABcJ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lYQqxTf8hVBRFxaM46F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tIJDccO7htWxGEFOGUx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AUjRb3USLaqXSVM10F2F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54xxhAUZGYym1.eko9CN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lOdV_JkFlgNLhGjCM2l3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sSSYPsE9KeNyc.TIeHS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NAsX1HJOVQUOP4ytwaV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ZUbonBQDMCWCnTYtStlW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U89WLG8wcZIss8EOvEnT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QYI7s_dJNaOjOJhVZJGt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nuHhJhNw8YXL4Pue2ic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k5g4XOVvDfsYfPwwESHA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knWc4l6cisTvdbMw7tYR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ukPN1BLAnuUpHhPXIizm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b3nosAwEjIsqtCewEqFw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V9m8ddCIsEAyTgC8BNM6A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Itjtd138KBTBg37TFtHp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Yc63IKTqZ6CVxZBH.tj2A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561XE2RviJT8H8cTqyay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2eMp_D8QxqrZST0HsVzp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6CCaAza_ANAideGhIsh4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5gIA7K6uzNEB4F1eWnm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CON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pUTNUFn.aRuXmQ0lBZN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ggqVPBuAUaHruTHy5rv2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7blZbiuWsbnlScGvQBI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DIYS7ld3FoPw3pQh7WaQ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2nzu5zImVQstnDifW28g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waKAmRtl8.oLFmoIzQTp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9_5RXZhOE.mSjZOcD4SH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_B652V0DjYTqrZ.gx7Pg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_wrS.35dnGplHpfZLJEKA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Kl80k0J3n7Q2cfP32SG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r6x_tEbqCI6mcX9CJo6Q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WQ4rhTEUz2VVzVSGfsBA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O7PaBYL6N58hVw.wztQWg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Z5HtRrCKxJNBO4nQ2jQ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BCQNgufHJAmOIQGi9Cr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9QeOjma9ixA0oI1Qwpw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KJSt7p.SOZPh5o0F.7j3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V94j9cp7tgN4_RueTx9w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tVcyR7pBEqhWzfmmvyJnA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OscVc.nJkKUKRDcSsGgOQ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OscVc.nJkKUKRDcSsGgO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MAG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_TYPE" val="IMAG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theme/theme1.xml><?xml version="1.0" encoding="utf-8"?>
<a:theme xmlns:a="http://schemas.openxmlformats.org/drawingml/2006/main" name="1_Project Q">
  <a:themeElements>
    <a:clrScheme name="Qatar Gov Colour Palette">
      <a:dk1>
        <a:srgbClr val="000000"/>
      </a:dk1>
      <a:lt1>
        <a:srgbClr val="FFFFFF"/>
      </a:lt1>
      <a:dk2>
        <a:srgbClr val="000000"/>
      </a:dk2>
      <a:lt2>
        <a:srgbClr val="ECE8DF"/>
      </a:lt2>
      <a:accent1>
        <a:srgbClr val="89143C"/>
      </a:accent1>
      <a:accent2>
        <a:srgbClr val="0F4260"/>
      </a:accent2>
      <a:accent3>
        <a:srgbClr val="129B82"/>
      </a:accent3>
      <a:accent4>
        <a:srgbClr val="4194B3"/>
      </a:accent4>
      <a:accent5>
        <a:srgbClr val="A29160"/>
      </a:accent5>
      <a:accent6>
        <a:srgbClr val="FDF49C"/>
      </a:accent6>
      <a:hlink>
        <a:srgbClr val="0022A4"/>
      </a:hlink>
      <a:folHlink>
        <a:srgbClr val="00599B"/>
      </a:folHlink>
    </a:clrScheme>
    <a:fontScheme name="Custom 7">
      <a:majorFont>
        <a:latin typeface="Calibri Light"/>
        <a:ea typeface=""/>
        <a:cs typeface=""/>
      </a:majorFont>
      <a:minorFont>
        <a:latin typeface="Calibri"/>
        <a:ea typeface="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ulatory Authority for Charitable Activities_PPT_Master-template EN" id="{A7FDE750-BFC2-4B44-AC3A-E00E0655089A}" vid="{7A0EE1AB-C1A0-7E4F-858C-6773F5B8EF85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Montserrat Semi Bold"/>
        <a:ea typeface="Montserrat Semi Bold"/>
        <a:cs typeface="Montserrat Semi Bold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9193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BD5511-0197-44F3-9266-CAC57EDCDF65}">
  <we:reference id="a761e866-31f6-4676-9a6c-095a3a900831" version="1.0.0.8" store="EXCatalog" storeType="EXCatalog"/>
  <we:alternateReferences>
    <we:reference id="WA200001625" version="1.0.0.8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723F0A019F4541BC289261A8974E1E" ma:contentTypeVersion="16" ma:contentTypeDescription="Create a new document." ma:contentTypeScope="" ma:versionID="20285c197104ff388b3db6559e5aafe1">
  <xsd:schema xmlns:xsd="http://www.w3.org/2001/XMLSchema" xmlns:xs="http://www.w3.org/2001/XMLSchema" xmlns:p="http://schemas.microsoft.com/office/2006/metadata/properties" xmlns:ns3="3954e5df-446a-4bc1-8a9b-cf833bc89675" xmlns:ns4="06c60482-b92c-4eed-b5fe-900dca55c824" targetNamespace="http://schemas.microsoft.com/office/2006/metadata/properties" ma:root="true" ma:fieldsID="e6724ea35cc7faa603cd3602e29970a4" ns3:_="" ns4:_="">
    <xsd:import namespace="3954e5df-446a-4bc1-8a9b-cf833bc89675"/>
    <xsd:import namespace="06c60482-b92c-4eed-b5fe-900dca55c82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4:_dlc_DocId" minOccurs="0"/>
                <xsd:element ref="ns4:_dlc_DocIdUrl" minOccurs="0"/>
                <xsd:element ref="ns4:_dlc_DocIdPersistId" minOccurs="0"/>
                <xsd:element ref="ns3:MediaServiceLocation" minOccurs="0"/>
                <xsd:element ref="ns3:MediaServiceBillingMetadata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54e5df-446a-4bc1-8a9b-cf833bc8967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60482-b92c-4eed-b5fe-900dca55c82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  <xsd:element name="_dlc_DocId" ma:index="21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2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3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954e5df-446a-4bc1-8a9b-cf833bc89675" xsi:nil="true"/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75F0459A-92E1-4247-BB7D-4C73D1E640B1}">
  <ds:schemaRefs>
    <ds:schemaRef ds:uri="06c60482-b92c-4eed-b5fe-900dca55c824"/>
    <ds:schemaRef ds:uri="3954e5df-446a-4bc1-8a9b-cf833bc896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2135680-F1EC-47F9-99B6-E74943D97D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83948D-5408-4D83-A97C-799FCBA71BA0}">
  <ds:schemaRefs>
    <ds:schemaRef ds:uri="http://purl.org/dc/elements/1.1/"/>
    <ds:schemaRef ds:uri="http://purl.org/dc/terms/"/>
    <ds:schemaRef ds:uri="06c60482-b92c-4eed-b5fe-900dca55c824"/>
    <ds:schemaRef ds:uri="3954e5df-446a-4bc1-8a9b-cf833bc89675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ED206B9C-79C1-49E5-9829-85ED99A5E9E2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1759</Words>
  <Application>Microsoft Office PowerPoint</Application>
  <PresentationFormat>Widescreen</PresentationFormat>
  <Paragraphs>443</Paragraphs>
  <Slides>11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Georgia</vt:lpstr>
      <vt:lpstr>Helvetica</vt:lpstr>
      <vt:lpstr>Lucida Grande</vt:lpstr>
      <vt:lpstr>Wingdings</vt:lpstr>
      <vt:lpstr>1_Project Q</vt:lpstr>
      <vt:lpstr>think-cell Slide</vt:lpstr>
      <vt:lpstr>PowerPoint Presentation</vt:lpstr>
      <vt:lpstr>PowerPoint Presentation</vt:lpstr>
      <vt:lpstr>Qatar faces an urgent economic challenge that requires comprehensive stabilization and recovery plans</vt:lpstr>
      <vt:lpstr>Qatar can use the 2026 landing point as a reset moment to address structural challenges and launch the New Economy </vt:lpstr>
      <vt:lpstr>Qatar’s long-term growth path requires addressing structural challenges to diversification and competitiveness</vt:lpstr>
      <vt:lpstr>Multiple initiatives already target parts of the challenges, but they remain fragmented without an overarching economic framework</vt:lpstr>
      <vt:lpstr>The 20-year New Economy Framework can organize Qatar’s economic priorities into one long-term direction under the National Vision</vt:lpstr>
      <vt:lpstr>The New Economy Framework translates the economic vision and mission into outcomes, policy directives, national programs and implementation governance</vt:lpstr>
      <vt:lpstr>Horizon 1 will establish strong economic foundations by fixing the plumbing and earning the right to scale</vt:lpstr>
      <vt:lpstr>The New Economy Framework must answer strategic questions on Qatar’s future economic model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Economy Framework</dc:title>
  <dc:creator/>
  <cp:lastModifiedBy>Santiago Matallana (MiddleEast)</cp:lastModifiedBy>
  <cp:revision>1</cp:revision>
  <dcterms:created xsi:type="dcterms:W3CDTF">2025-12-09T06:52:36Z</dcterms:created>
  <dcterms:modified xsi:type="dcterms:W3CDTF">2026-06-04T11:22:02Z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0x010100C0723F0A019F4541BC289261A8974E1E</vt:lpwstr>
  </property>
</Properties>
</file>