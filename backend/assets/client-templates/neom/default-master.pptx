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3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5" r:id="rId4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F7E8CE"/>
    <a:srgbClr val="F7E6B1"/>
    <a:srgbClr val="F4DE9B"/>
    <a:srgbClr val="EBC03F"/>
    <a:srgbClr val="006B44"/>
    <a:srgbClr val="C00000"/>
    <a:srgbClr val="898786"/>
    <a:srgbClr val="2B2825"/>
    <a:srgbClr val="F18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24"/>
  </p:normalViewPr>
  <p:slideViewPr>
    <p:cSldViewPr snapToGrid="0">
      <p:cViewPr varScale="1">
        <p:scale>
          <a:sx n="67" d="100"/>
          <a:sy n="67" d="100"/>
        </p:scale>
        <p:origin x="4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226" Type="http://schemas.openxmlformats.org/officeDocument/2006/relationships/tableStyles" Target="tableStyles.xml"/><Relationship Id="rId22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23" Type="http://schemas.openxmlformats.org/officeDocument/2006/relationships/presProps" Target="presProps.xml"/><Relationship Id="rId224" Type="http://schemas.openxmlformats.org/officeDocument/2006/relationships/viewProps" Target="viewProps.xml"/></Relationships>
</file>

<file path=ppt/slideLayouts/_rels/slideLayout35.xml.rels><?xml version="1.0" encoding="UTF-8" standalone="yes"?><Relationships xmlns="http://schemas.openxmlformats.org/package/2006/relationships"><Relationship Id="rId2" Type="http://schemas.openxmlformats.org/officeDocument/2006/relationships/slideMaster" Target="../slideMasters/slideMaster1.xml"/><Relationship Id="rId5" Type="http://schemas.openxmlformats.org/officeDocument/2006/relationships/image" Target="../media/image17.svg"/></Relationships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 Col,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NEOM Logo">
            <a:extLst>
              <a:ext uri="{FF2B5EF4-FFF2-40B4-BE49-F238E27FC236}">
                <a16:creationId xmlns:a16="http://schemas.microsoft.com/office/drawing/2014/main" id="{FC209C80-8E77-074F-9EDC-DBEEA88912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913" y="6587407"/>
            <a:ext cx="483210" cy="97727"/>
          </a:xfrm>
          <a:prstGeom prst="rect">
            <a:avLst/>
          </a:prstGeom>
        </p:spPr>
      </p:pic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F77BE5D9-C401-1A45-A2C4-423A2033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This information is confidential and privileged.</a:t>
            </a:r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0C92A653-1C07-C243-9629-F6BFDC43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374D9C-7882-8748-A4C6-4F292AECA4C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Headline Placeholder">
            <a:extLst>
              <a:ext uri="{FF2B5EF4-FFF2-40B4-BE49-F238E27FC236}">
                <a16:creationId xmlns:a16="http://schemas.microsoft.com/office/drawing/2014/main" id="{945DAA81-F90F-69BA-B1CE-AFBD5CD66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42913" y="571556"/>
            <a:ext cx="11306176" cy="488747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GB" sz="2000" cap="none" spc="300"/>
            </a:lvl1pPr>
          </a:lstStyle>
          <a:p>
            <a:pPr lvl="0"/>
            <a:r>
              <a:rPr lang="en-GB"/>
              <a:t>PLACE HEADLINE HERE, MAXIMUM TWO LINES</a:t>
            </a:r>
          </a:p>
        </p:txBody>
      </p:sp>
      <p:sp>
        <p:nvSpPr>
          <p:cNvPr id="14" name="Subtitle Placeholder ">
            <a:extLst>
              <a:ext uri="{FF2B5EF4-FFF2-40B4-BE49-F238E27FC236}">
                <a16:creationId xmlns:a16="http://schemas.microsoft.com/office/drawing/2014/main" id="{D0C3106D-5970-77D9-0535-C926D2B91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42912" y="1243069"/>
            <a:ext cx="11306176" cy="276999"/>
          </a:xfrm>
          <a:noFill/>
        </p:spPr>
        <p:txBody>
          <a:bodyPr wrap="square" lIns="0" tIns="0" rIns="0" bIns="0" rtlCol="0" anchor="ctr" anchorCtr="0">
            <a:spAutoFit/>
          </a:bodyPr>
          <a:lstStyle>
            <a:lvl1pPr>
              <a:defRPr lang="en-GB" sz="1800" dirty="0">
                <a:solidFill>
                  <a:schemeClr val="accent6"/>
                </a:solidFill>
                <a:latin typeface="+mj-lt"/>
                <a:cs typeface="29LT Azer Light" panose="00000400000000000000" pitchFamily="50" charset="-78"/>
              </a:defRPr>
            </a:lvl1pPr>
          </a:lstStyle>
          <a:p>
            <a:pPr lvl="0"/>
            <a:r>
              <a:rPr lang="en-GB"/>
              <a:t>Place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120828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62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<Relationships xmlns="http://schemas.openxmlformats.org/package/2006/relationships"><Relationship Id="rId40" Type="http://schemas.openxmlformats.org/officeDocument/2006/relationships/theme" Target="../theme/theme1.xml"/><Relationship Id="rId45" Type="http://schemas.openxmlformats.org/officeDocument/2006/relationships/image" Target="../media/image3.jpeg"/><Relationship Id="rId44" Type="http://schemas.openxmlformats.org/officeDocument/2006/relationships/image" Target="../media/image2.png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66F6F9-075B-5E63-C76B-A84F0D1C3F7B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30" y="6559881"/>
            <a:ext cx="569303" cy="153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838D7E-A54B-4811-4513-DEE09E547777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981" y="6458977"/>
            <a:ext cx="345458" cy="33445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1DBC4-7CD6-154E-A904-700AE840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92" y="366653"/>
            <a:ext cx="11457432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/>
            <a:r>
              <a:rPr lang="en-US"/>
              <a:t>Place Headline Here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0E8DB-BE59-7248-BD01-028E7A438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591" y="949324"/>
            <a:ext cx="11457432" cy="44354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0AD5F-A980-46FB-4B74-F4727D78FDE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22963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8F6BD0-EF56-73EF-C649-C21CBB56A7AE}"/>
              </a:ext>
            </a:extLst>
          </p:cNvPr>
          <p:cNvCxnSpPr>
            <a:cxnSpLocks/>
          </p:cNvCxnSpPr>
          <p:nvPr userDrawn="1"/>
        </p:nvCxnSpPr>
        <p:spPr>
          <a:xfrm>
            <a:off x="1036063" y="6634428"/>
            <a:ext cx="10808384" cy="419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E14CF0E-66B2-482A-555E-FEBBBF9E519A}"/>
              </a:ext>
            </a:extLst>
          </p:cNvPr>
          <p:cNvSpPr txBox="1">
            <a:spLocks/>
          </p:cNvSpPr>
          <p:nvPr userDrawn="1"/>
        </p:nvSpPr>
        <p:spPr>
          <a:xfrm>
            <a:off x="11873316" y="6582525"/>
            <a:ext cx="324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700" kern="1200" cap="all" spc="2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6374D9C-7882-8748-A4C6-4F292AECA4CC}" type="slidenum">
              <a:rPr lang="en-GB" spc="0" smtClean="0"/>
              <a:pPr algn="l"/>
              <a:t>‹#›</a:t>
            </a:fld>
            <a:endParaRPr lang="en-GB" spc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96042E-6D7B-8C43-0F78-BAEEDD93D0E9}"/>
              </a:ext>
            </a:extLst>
          </p:cNvPr>
          <p:cNvSpPr/>
          <p:nvPr userDrawn="1"/>
        </p:nvSpPr>
        <p:spPr>
          <a:xfrm>
            <a:off x="5021179" y="0"/>
            <a:ext cx="2149642" cy="243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7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2" r:id="rId3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2000" b="1" kern="1200" cap="all" spc="4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2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01" userDrawn="1">
          <p15:clr>
            <a:srgbClr val="FBAE40"/>
          </p15:clr>
        </p15:guide>
        <p15:guide id="2" orient="horz" userDrawn="1">
          <p15:clr>
            <a:srgbClr val="FBAE40"/>
          </p15:clr>
        </p15:guide>
        <p15:guide id="3" pos="393" userDrawn="1">
          <p15:clr>
            <a:srgbClr val="A4A3A4"/>
          </p15:clr>
        </p15:guide>
        <p15:guide id="4" userDrawn="1">
          <p15:clr>
            <a:srgbClr val="FBAE40"/>
          </p15:clr>
        </p15:guide>
        <p15:guide id="5" orient="horz" pos="4320" userDrawn="1">
          <p15:clr>
            <a:srgbClr val="FBAE40"/>
          </p15:clr>
        </p15:guide>
        <p15:guide id="6" orient="horz" pos="384" userDrawn="1">
          <p15:clr>
            <a:srgbClr val="FBAE40"/>
          </p15:clr>
        </p15:guide>
        <p15:guide id="7" orient="horz" pos="504" userDrawn="1">
          <p15:clr>
            <a:srgbClr val="A4A3A4"/>
          </p15:clr>
        </p15:guide>
        <p15:guide id="8" orient="horz" pos="3680" userDrawn="1">
          <p15:clr>
            <a:srgbClr val="A4A3A4"/>
          </p15:clr>
        </p15:guide>
        <p15:guide id="9" orient="horz" pos="3929" userDrawn="1">
          <p15:clr>
            <a:srgbClr val="FBAE40"/>
          </p15:clr>
        </p15:guide>
        <p15:guide id="10" pos="7287" userDrawn="1">
          <p15:clr>
            <a:srgbClr val="A4A3A4"/>
          </p15:clr>
        </p15:guide>
        <p15:guide id="11" pos="7479" userDrawn="1">
          <p15:clr>
            <a:srgbClr val="FBAE40"/>
          </p15:clr>
        </p15:guide>
        <p15:guide id="12" orient="horz" pos="663" userDrawn="1">
          <p15:clr>
            <a:srgbClr val="A4A3A4"/>
          </p15:clr>
        </p15:guide>
        <p15:guide id="13" orient="horz" pos="690" userDrawn="1">
          <p15:clr>
            <a:srgbClr val="A4A3A4"/>
          </p15:clr>
        </p15:guide>
        <p15:guide id="14" orient="horz" pos="813" userDrawn="1">
          <p15:clr>
            <a:srgbClr val="A4A3A4"/>
          </p15:clr>
        </p15:guide>
        <p15:guide id="15" orient="horz" pos="1125" userDrawn="1">
          <p15:clr>
            <a:srgbClr val="A4A3A4"/>
          </p15:clr>
        </p15:guide>
      </p15:sldGuideLst>
    </p:ext>
  </p:extLst>
</p:sldMaster>
</file>

<file path=ppt/theme/theme1.xml><?xml version="1.0" encoding="utf-8"?>
<a:theme xmlns:a="http://schemas.openxmlformats.org/drawingml/2006/main" name="1_NEOM Master Theme 2022">
  <a:themeElements>
    <a:clrScheme name="NEOM Colors">
      <a:dk1>
        <a:srgbClr val="13100D"/>
      </a:dk1>
      <a:lt1>
        <a:srgbClr val="FFFFFF"/>
      </a:lt1>
      <a:dk2>
        <a:srgbClr val="EBC03F"/>
      </a:dk2>
      <a:lt2>
        <a:srgbClr val="FBF8E9"/>
      </a:lt2>
      <a:accent1>
        <a:srgbClr val="EBC03F"/>
      </a:accent1>
      <a:accent2>
        <a:srgbClr val="FCF0D1"/>
      </a:accent2>
      <a:accent3>
        <a:srgbClr val="F5DFA2"/>
      </a:accent3>
      <a:accent4>
        <a:srgbClr val="FBF8E9"/>
      </a:accent4>
      <a:accent5>
        <a:srgbClr val="4E4C4A"/>
      </a:accent5>
      <a:accent6>
        <a:srgbClr val="898786"/>
      </a:accent6>
      <a:hlink>
        <a:srgbClr val="2B2725"/>
      </a:hlink>
      <a:folHlink>
        <a:srgbClr val="2B27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noAutofit/>
      </a:bodyPr>
      <a:lstStyle>
        <a:defPPr algn="l">
          <a:defRPr dirty="0" smtClean="0"/>
        </a:defPPr>
      </a:lstStyle>
    </a:txDef>
  </a:objectDefaults>
  <a:extraClrSchemeLst/>
  <a:custClrLst>
    <a:custClr name="Dark Blue">
      <a:srgbClr val="003865"/>
    </a:custClr>
    <a:custClr name="Dark Blue 50">
      <a:srgbClr val="94BDDB"/>
    </a:custClr>
    <a:custClr name="Dark Blue 25">
      <a:srgbClr val="CADEED"/>
    </a:custClr>
    <a:custClr name="Green">
      <a:srgbClr val="006B44"/>
    </a:custClr>
    <a:custClr name="Green 50">
      <a:srgbClr val="84B6A2"/>
    </a:custClr>
    <a:custClr name="Green 25">
      <a:srgbClr val="C2DBD0"/>
    </a:custClr>
    <a:custClr name="Orange">
      <a:srgbClr val="F18825"/>
    </a:custClr>
    <a:custClr name="Orange 50">
      <a:srgbClr val="F9C496"/>
    </a:custClr>
    <a:custClr name="Orange 25">
      <a:srgbClr val="FBE2CB"/>
    </a:custClr>
    <a:custClr name="Light Blue">
      <a:srgbClr val="007BB5"/>
    </a:custClr>
    <a:custClr name="Light Blue 50">
      <a:srgbClr val="85BEDB"/>
    </a:custClr>
    <a:custClr name="Light Blue 25">
      <a:srgbClr val="C3DEEC"/>
    </a:custClr>
    <a:custClr name="Red">
      <a:srgbClr val="E0403F"/>
    </a:custClr>
    <a:custClr name="Red 50">
      <a:srgbClr val="F1A1A1"/>
    </a:custClr>
    <a:custClr name="Red 20">
      <a:srgbClr val="F7D0D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22434</Words>
  <Application>Microsoft Office PowerPoint</Application>
  <PresentationFormat>Widescreen</PresentationFormat>
  <Paragraphs>3893</Paragraphs>
  <Slides>0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NEOM Authority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Saiyfe El Cosantini</dc:creator>
  <cp:lastModifiedBy>Sherif Labib (MiddleEast)</cp:lastModifiedBy>
  <cp:revision>7</cp:revision>
  <dcterms:created xsi:type="dcterms:W3CDTF">2022-04-12T13:51:45Z</dcterms:created>
  <dcterms:modified xsi:type="dcterms:W3CDTF">2026-05-21T17:23:56Z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0x0101007DFFD14AF0362E42A1FEE1448AE2122C</vt:lpwstr>
  </property>
  <property fmtid="{D5CDD505-2E9C-101B-9397-08002B2CF9AE}" pid="3" name="MediaServiceImageTags">
    <vt:lpwstr/>
  </property>
  <property fmtid="{D5CDD505-2E9C-101B-9397-08002B2CF9AE}" pid="4" name="MSIP_Label_f16980e5-fcb5-4d6d-84e8-56f3ce2377d4_Enabled">
    <vt:lpwstr>true</vt:lpwstr>
  </property>
  <property fmtid="{D5CDD505-2E9C-101B-9397-08002B2CF9AE}" pid="5" name="MSIP_Label_f16980e5-fcb5-4d6d-84e8-56f3ce2377d4_SetDate">
    <vt:lpwstr>2025-02-27T10:51:44Z</vt:lpwstr>
  </property>
  <property fmtid="{D5CDD505-2E9C-101B-9397-08002B2CF9AE}" pid="6" name="MSIP_Label_f16980e5-fcb5-4d6d-84e8-56f3ce2377d4_Method">
    <vt:lpwstr>Privileged</vt:lpwstr>
  </property>
  <property fmtid="{D5CDD505-2E9C-101B-9397-08002B2CF9AE}" pid="7" name="MSIP_Label_f16980e5-fcb5-4d6d-84e8-56f3ce2377d4_Name">
    <vt:lpwstr>Confidential Internal</vt:lpwstr>
  </property>
  <property fmtid="{D5CDD505-2E9C-101B-9397-08002B2CF9AE}" pid="8" name="MSIP_Label_f16980e5-fcb5-4d6d-84e8-56f3ce2377d4_SiteId">
    <vt:lpwstr>8288fdf2-0e8b-47a6-abbb-004395ecab56</vt:lpwstr>
  </property>
  <property fmtid="{D5CDD505-2E9C-101B-9397-08002B2CF9AE}" pid="9" name="MSIP_Label_f16980e5-fcb5-4d6d-84e8-56f3ce2377d4_ActionId">
    <vt:lpwstr>55512ba4-b7b5-4d68-b626-d6f673af93f1</vt:lpwstr>
  </property>
  <property fmtid="{D5CDD505-2E9C-101B-9397-08002B2CF9AE}" pid="10" name="MSIP_Label_f16980e5-fcb5-4d6d-84e8-56f3ce2377d4_ContentBits">
    <vt:lpwstr>3</vt:lpwstr>
  </property>
  <property fmtid="{D5CDD505-2E9C-101B-9397-08002B2CF9AE}" pid="11" name="MSIP_Label_f16980e5-fcb5-4d6d-84e8-56f3ce2377d4_Tag">
    <vt:lpwstr>50, 0, 1, 1</vt:lpwstr>
  </property>
  <property fmtid="{D5CDD505-2E9C-101B-9397-08002B2CF9AE}" pid="12" name="ClassificationContentMarkingFooterLocations">
    <vt:lpwstr>1_NEOM Master Theme 2022:13</vt:lpwstr>
  </property>
  <property fmtid="{D5CDD505-2E9C-101B-9397-08002B2CF9AE}" pid="13" name="ClassificationContentMarkingFooterText">
    <vt:lpwstr>Public</vt:lpwstr>
  </property>
  <property fmtid="{D5CDD505-2E9C-101B-9397-08002B2CF9AE}" pid="14" name="ClassificationContentMarkingHeaderLocations">
    <vt:lpwstr>1_NEOM Master Theme 2022:9</vt:lpwstr>
  </property>
  <property fmtid="{D5CDD505-2E9C-101B-9397-08002B2CF9AE}" pid="15" name="ClassificationContentMarkingHeaderText">
    <vt:lpwstr>Public</vt:lpwstr>
  </property>
</Properties>
</file>