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8" r:id="rId1"/>
  </p:sldMasterIdLst>
  <p:notesMasterIdLst>
    <p:notesMasterId r:id="rId3"/>
  </p:notesMasterIdLst>
  <p:sldIdLst>
    <p:sldId id="300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58"/>
  </p:normalViewPr>
  <p:slideViewPr>
    <p:cSldViewPr snapToGrid="0">
      <p:cViewPr varScale="1">
        <p:scale>
          <a:sx n="120" d="100"/>
          <a:sy n="120" d="100"/>
        </p:scale>
        <p:origin x="5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8C54E5-231C-423C-8A75-D02ABA696DCA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0B63F2-88A7-4EA3-9696-A913F3216C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7617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Content slide _ VCS_to 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71B6414E-AA01-4809-A7B6-36B78DC1FA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2087" y="361950"/>
            <a:ext cx="11826876" cy="906463"/>
          </a:xfrm>
        </p:spPr>
        <p:txBody>
          <a:bodyPr vert="horz" anchor="t">
            <a:normAutofit/>
          </a:bodyPr>
          <a:lstStyle>
            <a:lvl1pPr>
              <a:defRPr sz="2400">
                <a:solidFill>
                  <a:schemeClr val="tx2"/>
                </a:solidFill>
                <a:latin typeface="STC Forward" panose="00000500000000000000" pitchFamily="2" charset="-78"/>
                <a:cs typeface="STC Forward" panose="00000500000000000000" pitchFamily="2" charset="-78"/>
                <a:sym typeface="STC Forward" panose="00000500000000000000" pitchFamily="2" charset="-78"/>
              </a:defRPr>
            </a:lvl1pPr>
          </a:lstStyle>
          <a:p>
            <a:r>
              <a:rPr lang="en-GB" noProof="0"/>
              <a:t>Headline</a:t>
            </a:r>
          </a:p>
        </p:txBody>
      </p:sp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D1F6BF33-A93D-4AA4-9CED-332F66432A05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192088" y="1333455"/>
            <a:ext cx="11826876" cy="246221"/>
          </a:xfrm>
        </p:spPr>
        <p:txBody>
          <a:bodyPr anchor="ctr">
            <a:noAutofit/>
          </a:bodyPr>
          <a:lstStyle>
            <a:lvl1pPr marL="0" indent="0" algn="l">
              <a:buNone/>
              <a:defRPr sz="1800" b="0">
                <a:solidFill>
                  <a:schemeClr val="bg2"/>
                </a:solidFill>
                <a:latin typeface="STC Forward" panose="00000500000000000000" pitchFamily="2" charset="-78"/>
                <a:cs typeface="STC Forward" panose="00000500000000000000" pitchFamily="2" charset="-78"/>
                <a:sym typeface="STC Forward" panose="00000500000000000000" pitchFamily="2" charset="-78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noProof="0"/>
              <a:t>Subtitle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3"/>
          </p:nvPr>
        </p:nvSpPr>
        <p:spPr>
          <a:xfrm>
            <a:off x="11872259" y="6591500"/>
            <a:ext cx="173820" cy="123111"/>
          </a:xfrm>
          <a:prstGeom prst="rect">
            <a:avLst/>
          </a:prstGeom>
        </p:spPr>
        <p:txBody>
          <a:bodyPr lIns="0" tIns="0" rIns="0" bIns="0"/>
          <a:lstStyle>
            <a:lvl1pPr marL="0" algn="r" defTabSz="914400" rtl="0" eaLnBrk="1" latinLnBrk="0" hangingPunct="1">
              <a:defRPr lang="en-US" sz="800" kern="1200" smtClean="0">
                <a:solidFill>
                  <a:srgbClr val="000000"/>
                </a:solidFill>
                <a:latin typeface="STC Forward" panose="00000500000000000000" pitchFamily="2" charset="-78"/>
                <a:ea typeface="+mn-ea"/>
                <a:cs typeface="STC Forward" panose="00000500000000000000" pitchFamily="2" charset="-78"/>
                <a:sym typeface="STC Forward" panose="00000500000000000000" pitchFamily="2" charset="-78"/>
              </a:defRPr>
            </a:lvl1pPr>
          </a:lstStyle>
          <a:p>
            <a:pPr>
              <a:defRPr/>
            </a:pPr>
            <a:fld id="{60497D7E-8C27-47D6-90F2-92DBB8FD808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5" name="Marcador de texto 12">
            <a:extLst>
              <a:ext uri="{FF2B5EF4-FFF2-40B4-BE49-F238E27FC236}">
                <a16:creationId xmlns:a16="http://schemas.microsoft.com/office/drawing/2014/main" id="{914E2DBA-1F54-4B02-8D5E-1BC9FFFCC51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2089" y="6279910"/>
            <a:ext cx="5903912" cy="246221"/>
          </a:xfrm>
        </p:spPr>
        <p:txBody>
          <a:bodyPr anchor="b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800" b="0" i="0" kern="1200" noProof="0" dirty="0">
                <a:solidFill>
                  <a:sysClr val="windowText" lastClr="000000"/>
                </a:solidFill>
                <a:latin typeface="STC Forward" panose="00000500000000000000" pitchFamily="2" charset="-78"/>
                <a:ea typeface="+mn-ea"/>
                <a:cs typeface="STC Forward" panose="00000500000000000000" pitchFamily="2" charset="-78"/>
                <a:sym typeface="STC Forward" panose="00000500000000000000" pitchFamily="2" charset="-78"/>
              </a:defRPr>
            </a:lvl1pPr>
            <a:lvl5pPr algn="l">
              <a:defRPr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GB" noProof="0"/>
              <a:t>Source</a:t>
            </a:r>
          </a:p>
        </p:txBody>
      </p:sp>
      <p:pic>
        <p:nvPicPr>
          <p:cNvPr id="14" name="Imagen 15">
            <a:extLst>
              <a:ext uri="{FF2B5EF4-FFF2-40B4-BE49-F238E27FC236}">
                <a16:creationId xmlns:a16="http://schemas.microsoft.com/office/drawing/2014/main" id="{983857A5-B42B-E54A-9181-27FF8D3EBA1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7344" y="29090"/>
            <a:ext cx="440330" cy="228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96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428">
          <p15:clr>
            <a:srgbClr val="FBAE40"/>
          </p15:clr>
        </p15:guide>
        <p15:guide id="3" pos="7571">
          <p15:clr>
            <a:srgbClr val="FBAE40"/>
          </p15:clr>
        </p15:guide>
        <p15:guide id="4" pos="119">
          <p15:clr>
            <a:srgbClr val="FBAE40"/>
          </p15:clr>
        </p15:guide>
        <p15:guide id="5" orient="horz" pos="227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1071">
          <p15:clr>
            <a:srgbClr val="FBAE40"/>
          </p15:clr>
        </p15:guide>
        <p15:guide id="8" orient="horz" pos="3793">
          <p15:clr>
            <a:srgbClr val="FBAE40"/>
          </p15:clr>
        </p15:guide>
        <p15:guide id="9" orient="horz" pos="4116">
          <p15:clr>
            <a:srgbClr val="FBAE40"/>
          </p15:clr>
        </p15:guide>
        <p15:guide id="10" pos="3681">
          <p15:clr>
            <a:srgbClr val="FBAE40"/>
          </p15:clr>
        </p15:guide>
        <p15:guide id="11" pos="399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1.xml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oolsToo_Slide" descr="ToolsToo_Slide">
            <a:extLst>
              <a:ext uri="{FF2B5EF4-FFF2-40B4-BE49-F238E27FC236}">
                <a16:creationId xmlns:a16="http://schemas.microsoft.com/office/drawing/2014/main" id="{CAE554C0-5702-9722-6CB4-B805A5B11BF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STC Forward" panose="00000500000000000000" pitchFamily="2" charset="-78"/>
              <a:cs typeface="STC Forward" panose="00000500000000000000" pitchFamily="2" charset="-78"/>
              <a:sym typeface="STC Forward" panose="00000500000000000000" pitchFamily="2" charset="-78"/>
            </a:endParaRPr>
          </a:p>
        </p:txBody>
      </p:sp>
      <p:graphicFrame>
        <p:nvGraphicFramePr>
          <p:cNvPr id="9" name="Object 8" hidden="1"/>
          <p:cNvGraphicFramePr>
            <a:graphicFrameLocks noChangeAspect="1"/>
          </p:cNvGraphicFramePr>
          <p:nvPr userDrawn="1">
            <p:custDataLst>
              <p:tags r:id="rId3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3" imgH="473" progId="TCLayout.ActiveDocument.1">
                  <p:embed/>
                </p:oleObj>
              </mc:Choice>
              <mc:Fallback>
                <p:oleObj name="think-cell Slide" r:id="rId5" imgW="473" imgH="473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 hidden="1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/>
            <a:endParaRPr lang="en-GB" sz="4400" b="0" i="0" baseline="0">
              <a:latin typeface="STC Forward" panose="00000500000000000000" pitchFamily="2" charset="-78"/>
              <a:ea typeface="+mj-ea"/>
              <a:cs typeface="STC Forward" panose="00000500000000000000" pitchFamily="2" charset="-78"/>
              <a:sym typeface="STC Forward" panose="00000500000000000000" pitchFamily="2" charset="-78"/>
            </a:endParaRPr>
          </a:p>
        </p:txBody>
      </p:sp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A4DCC25-7D64-4408-9B41-A6C887E73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GB" noProof="0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F99EF37-E52B-45E6-9ADC-C5585D2EA0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GB" noProof="0"/>
              <a:t>Haga clic para modificar los estilos de texto del patrón</a:t>
            </a:r>
          </a:p>
          <a:p>
            <a:pPr lvl="1"/>
            <a:r>
              <a:rPr lang="en-GB" noProof="0"/>
              <a:t>Segundo nivel</a:t>
            </a:r>
          </a:p>
          <a:p>
            <a:pPr lvl="2"/>
            <a:r>
              <a:rPr lang="en-GB" noProof="0"/>
              <a:t>Tercer nivel</a:t>
            </a:r>
          </a:p>
          <a:p>
            <a:pPr lvl="3"/>
            <a:r>
              <a:rPr lang="en-GB" noProof="0"/>
              <a:t>Cuarto nivel</a:t>
            </a:r>
          </a:p>
          <a:p>
            <a:pPr lvl="4"/>
            <a:r>
              <a:rPr lang="en-GB" noProof="0"/>
              <a:t>Quinto nivel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872259" y="6591500"/>
            <a:ext cx="173820" cy="123111"/>
          </a:xfrm>
          <a:prstGeom prst="rect">
            <a:avLst/>
          </a:prstGeom>
        </p:spPr>
        <p:txBody>
          <a:bodyPr lIns="0" tIns="0" rIns="0" bIns="0"/>
          <a:lstStyle>
            <a:lvl1pPr marL="0" algn="r" defTabSz="914400" rtl="0" eaLnBrk="1" latinLnBrk="0" hangingPunct="1">
              <a:defRPr lang="en-US" sz="800" kern="1200" smtClean="0">
                <a:solidFill>
                  <a:srgbClr val="000000"/>
                </a:solidFill>
                <a:latin typeface="STC Forward" panose="00000500000000000000" pitchFamily="2" charset="-78"/>
                <a:ea typeface="+mn-ea"/>
                <a:cs typeface="STC Forward" panose="00000500000000000000" pitchFamily="2" charset="-78"/>
                <a:sym typeface="STC Forward" panose="00000500000000000000" pitchFamily="2" charset="-78"/>
              </a:defRPr>
            </a:lvl1pPr>
          </a:lstStyle>
          <a:p>
            <a:fld id="{60497D7E-8C27-47D6-90F2-92DBB8FD808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2"/>
          </p:nvPr>
        </p:nvSpPr>
        <p:spPr>
          <a:xfrm>
            <a:off x="5816833" y="6591500"/>
            <a:ext cx="65" cy="123111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 algn="l">
              <a:defRPr sz="800">
                <a:solidFill>
                  <a:srgbClr val="000000"/>
                </a:solidFill>
                <a:latin typeface="STC Forward" panose="00000500000000000000" pitchFamily="2" charset="-78"/>
                <a:cs typeface="STC Forward" panose="00000500000000000000" pitchFamily="2" charset="-78"/>
                <a:sym typeface="STC Forward" panose="00000500000000000000" pitchFamily="2" charset="-78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690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1"/>
          </a:solidFill>
          <a:latin typeface="STC Forward" panose="00000500000000000000" pitchFamily="2" charset="-78"/>
          <a:ea typeface="+mj-ea"/>
          <a:cs typeface="STC Forward" panose="00000500000000000000" pitchFamily="2" charset="-78"/>
          <a:sym typeface="STC Forward" panose="00000500000000000000" pitchFamily="2" charset="-78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STC Forward" panose="00000500000000000000" pitchFamily="2" charset="-78"/>
          <a:ea typeface="+mn-ea"/>
          <a:cs typeface="STC Forward" panose="00000500000000000000" pitchFamily="2" charset="-78"/>
          <a:sym typeface="STC Forward" panose="00000500000000000000" pitchFamily="2" charset="-78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STC Forward" panose="00000500000000000000" pitchFamily="2" charset="-78"/>
          <a:ea typeface="+mn-ea"/>
          <a:cs typeface="STC Forward" panose="00000500000000000000" pitchFamily="2" charset="-78"/>
          <a:sym typeface="STC Forward" panose="00000500000000000000" pitchFamily="2" charset="-78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STC Forward" panose="00000500000000000000" pitchFamily="2" charset="-78"/>
          <a:ea typeface="+mn-ea"/>
          <a:cs typeface="STC Forward" panose="00000500000000000000" pitchFamily="2" charset="-78"/>
          <a:sym typeface="STC Forward" panose="00000500000000000000" pitchFamily="2" charset="-78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TC Forward" panose="00000500000000000000" pitchFamily="2" charset="-78"/>
          <a:ea typeface="+mn-ea"/>
          <a:cs typeface="STC Forward" panose="00000500000000000000" pitchFamily="2" charset="-78"/>
          <a:sym typeface="STC Forward" panose="00000500000000000000" pitchFamily="2" charset="-78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TC Forward" panose="00000500000000000000" pitchFamily="2" charset="-78"/>
          <a:ea typeface="+mn-ea"/>
          <a:cs typeface="STC Forward" panose="00000500000000000000" pitchFamily="2" charset="-78"/>
          <a:sym typeface="STC Forward" panose="00000500000000000000" pitchFamily="2" charset="-78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09683207-4E91-9419-FA78-160B3F55F13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9683207-4E91-9419-FA78-160B3F55F1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Rectangle 23">
            <a:extLst>
              <a:ext uri="{FF2B5EF4-FFF2-40B4-BE49-F238E27FC236}">
                <a16:creationId xmlns:a16="http://schemas.microsoft.com/office/drawing/2014/main" id="{9D95EBEA-CBDD-90B2-B403-F229471A6689}"/>
              </a:ext>
            </a:extLst>
          </p:cNvPr>
          <p:cNvSpPr/>
          <p:nvPr/>
        </p:nvSpPr>
        <p:spPr>
          <a:xfrm>
            <a:off x="192088" y="1700213"/>
            <a:ext cx="11853991" cy="4323387"/>
          </a:xfrm>
          <a:prstGeom prst="rect">
            <a:avLst/>
          </a:prstGeom>
          <a:solidFill>
            <a:srgbClr val="FFFDF3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 lIns="45720" r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STC Forward" panose="00000500000000000000" pitchFamily="2" charset="-78"/>
                <a:ea typeface="+mn-ea"/>
                <a:cs typeface="STC Forward" panose="00000500000000000000" pitchFamily="2" charset="-78"/>
              </a:rPr>
              <a:t>Uphold pre-defined slide margins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2F63B5-8DC9-02DE-A02B-BB2613E0F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GB"/>
              <a:t>Content Slide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046877-2551-B0E5-CD70-FAC8DAEC6AAD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192088" y="1333455"/>
            <a:ext cx="11826876" cy="246221"/>
          </a:xfrm>
        </p:spPr>
        <p:txBody>
          <a:bodyPr/>
          <a:lstStyle/>
          <a:p>
            <a:r>
              <a:rPr lang="en-GB">
                <a:cs typeface="STC Forward"/>
              </a:rPr>
              <a:t>Content Slide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03C6F-7A8C-E06D-E115-11993A1BBDD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497D7E-8C27-47D6-90F2-92DBB8FD8082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C Forward" panose="00000500000000000000" pitchFamily="2" charset="-78"/>
                <a:ea typeface="+mn-ea"/>
                <a:cs typeface="STC Forward" panose="00000500000000000000" pitchFamily="2" charset="-78"/>
                <a:sym typeface="STC Forward" panose="00000500000000000000" pitchFamily="2" charset="-78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C Forward" panose="00000500000000000000" pitchFamily="2" charset="-78"/>
              <a:ea typeface="+mn-ea"/>
              <a:cs typeface="STC Forward" panose="00000500000000000000" pitchFamily="2" charset="-78"/>
              <a:sym typeface="STC Forward" panose="00000500000000000000" pitchFamily="2" charset="-78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63FF77-198D-B878-D8B4-2292FF3F7D6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8" name="Speech Bubble: Rectangle with Corners Rounded 17">
            <a:extLst>
              <a:ext uri="{FF2B5EF4-FFF2-40B4-BE49-F238E27FC236}">
                <a16:creationId xmlns:a16="http://schemas.microsoft.com/office/drawing/2014/main" id="{8659264C-C0AA-EDE3-255F-BFA38553310F}"/>
              </a:ext>
            </a:extLst>
          </p:cNvPr>
          <p:cNvSpPr/>
          <p:nvPr/>
        </p:nvSpPr>
        <p:spPr>
          <a:xfrm>
            <a:off x="2797895" y="126508"/>
            <a:ext cx="3349675" cy="131826"/>
          </a:xfrm>
          <a:prstGeom prst="wedgeRoundRectCallout">
            <a:avLst>
              <a:gd name="adj1" fmla="val -54082"/>
              <a:gd name="adj2" fmla="val -41009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lIns="45720" r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STC Forward" panose="00000500000000000000" pitchFamily="2" charset="-78"/>
                <a:ea typeface="+mn-ea"/>
                <a:cs typeface="STC Forward" panose="00000500000000000000" pitchFamily="2" charset="-78"/>
              </a:rPr>
              <a:t>Insert section title (font: </a:t>
            </a:r>
            <a:r>
              <a:rPr kumimoji="0" lang="en-US" sz="1000" b="0" i="1" u="none" strike="noStrike" kern="1200" cap="none" spc="0" normalizeH="0" baseline="0" noProof="0" err="1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STC Forward" panose="00000500000000000000" pitchFamily="2" charset="-78"/>
                <a:ea typeface="+mn-ea"/>
                <a:cs typeface="STC Forward" panose="00000500000000000000" pitchFamily="2" charset="-78"/>
              </a:rPr>
              <a:t>stc</a:t>
            </a: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STC Forward" panose="00000500000000000000" pitchFamily="2" charset="-78"/>
                <a:ea typeface="+mn-ea"/>
                <a:cs typeface="STC Forward" panose="00000500000000000000" pitchFamily="2" charset="-78"/>
              </a:rPr>
              <a:t> Forward, size 8, italic)</a:t>
            </a:r>
          </a:p>
        </p:txBody>
      </p:sp>
      <p:sp>
        <p:nvSpPr>
          <p:cNvPr id="19" name="Speech Bubble: Rectangle with Corners Rounded 18">
            <a:extLst>
              <a:ext uri="{FF2B5EF4-FFF2-40B4-BE49-F238E27FC236}">
                <a16:creationId xmlns:a16="http://schemas.microsoft.com/office/drawing/2014/main" id="{810D3404-603C-A2B7-BC82-3EC0B6A7D0C5}"/>
              </a:ext>
            </a:extLst>
          </p:cNvPr>
          <p:cNvSpPr/>
          <p:nvPr/>
        </p:nvSpPr>
        <p:spPr>
          <a:xfrm>
            <a:off x="2352351" y="707841"/>
            <a:ext cx="4558264" cy="681109"/>
          </a:xfrm>
          <a:prstGeom prst="wedgeRoundRectCallout">
            <a:avLst>
              <a:gd name="adj1" fmla="val -55663"/>
              <a:gd name="adj2" fmla="val -44705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lIns="45720" rIns="0" anchor="ctr" anchorCtr="0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000" b="0" i="1" u="none" strike="noStrike" kern="120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STC Forward" panose="00000500000000000000" pitchFamily="2" charset="-78"/>
                <a:ea typeface="+mn-ea"/>
                <a:cs typeface="STC Forward" panose="00000500000000000000" pitchFamily="2" charset="-78"/>
              </a:rPr>
              <a:t>Maintain pre-designed font type (</a:t>
            </a:r>
            <a:r>
              <a:rPr kumimoji="0" lang="en-GB" sz="1000" b="0" i="1" u="none" strike="noStrike" kern="1200" cap="none" spc="0" normalizeH="0" baseline="0" noProof="0" err="1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STC Forward" panose="00000500000000000000" pitchFamily="2" charset="-78"/>
                <a:ea typeface="+mn-ea"/>
                <a:cs typeface="STC Forward" panose="00000500000000000000" pitchFamily="2" charset="-78"/>
              </a:rPr>
              <a:t>stc</a:t>
            </a:r>
            <a:r>
              <a:rPr kumimoji="0" lang="en-GB" sz="1000" b="0" i="1" u="none" strike="noStrike" kern="120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STC Forward" panose="00000500000000000000" pitchFamily="2" charset="-78"/>
                <a:ea typeface="+mn-ea"/>
                <a:cs typeface="STC Forward" panose="00000500000000000000" pitchFamily="2" charset="-78"/>
              </a:rPr>
              <a:t> Forward), size (24), and </a:t>
            </a:r>
            <a:r>
              <a:rPr kumimoji="0" lang="en-GB" sz="1000" b="0" i="1" u="none" strike="noStrike" kern="1200" cap="none" spc="0" normalizeH="0" baseline="0" noProof="0" err="1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STC Forward" panose="00000500000000000000" pitchFamily="2" charset="-78"/>
                <a:ea typeface="+mn-ea"/>
                <a:cs typeface="STC Forward" panose="00000500000000000000" pitchFamily="2" charset="-78"/>
              </a:rPr>
              <a:t>color</a:t>
            </a:r>
            <a:r>
              <a:rPr kumimoji="0" lang="en-GB" sz="1000" b="0" i="1" u="none" strike="noStrike" kern="120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STC Forward" panose="00000500000000000000" pitchFamily="2" charset="-78"/>
                <a:ea typeface="+mn-ea"/>
                <a:cs typeface="STC Forward" panose="00000500000000000000" pitchFamily="2" charset="-78"/>
              </a:rPr>
              <a:t> (purple, HEX: #4F008C) for headers across the document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000" b="0" i="1" u="none" strike="noStrike" kern="120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STC Forward" panose="00000500000000000000" pitchFamily="2" charset="-78"/>
                <a:ea typeface="+mn-ea"/>
                <a:cs typeface="STC Forward" panose="00000500000000000000" pitchFamily="2" charset="-78"/>
              </a:rPr>
              <a:t>Ensure header lengths does not exceed 2 lines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000" b="0" i="1" u="none" strike="noStrike" kern="120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STC Forward" panose="00000500000000000000" pitchFamily="2" charset="-78"/>
                <a:ea typeface="+mn-ea"/>
                <a:cs typeface="STC Forward" panose="00000500000000000000" pitchFamily="2" charset="-78"/>
              </a:rPr>
              <a:t>Uphold consistent header position across slides</a:t>
            </a:r>
          </a:p>
        </p:txBody>
      </p:sp>
      <p:sp>
        <p:nvSpPr>
          <p:cNvPr id="20" name="Speech Bubble: Rectangle with Corners Rounded 19">
            <a:extLst>
              <a:ext uri="{FF2B5EF4-FFF2-40B4-BE49-F238E27FC236}">
                <a16:creationId xmlns:a16="http://schemas.microsoft.com/office/drawing/2014/main" id="{C37BF122-C78B-2086-C8AA-458FA3ABDB13}"/>
              </a:ext>
            </a:extLst>
          </p:cNvPr>
          <p:cNvSpPr/>
          <p:nvPr/>
        </p:nvSpPr>
        <p:spPr>
          <a:xfrm>
            <a:off x="1380334" y="1667221"/>
            <a:ext cx="4558264" cy="842845"/>
          </a:xfrm>
          <a:prstGeom prst="wedgeRoundRectCallout">
            <a:avLst>
              <a:gd name="adj1" fmla="val -54594"/>
              <a:gd name="adj2" fmla="val -45530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lIns="45720" rIns="0" anchor="ctr" anchorCtr="0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000" b="0" i="1" u="none" strike="noStrike" kern="120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STC Forward" panose="00000500000000000000" pitchFamily="2" charset="-78"/>
                <a:ea typeface="+mn-ea"/>
                <a:cs typeface="STC Forward" panose="00000500000000000000" pitchFamily="2" charset="-78"/>
              </a:rPr>
              <a:t>Maintain pre-designed font type (stc Forward), size (18), and color (red, HEX: #FF375E) for sub-titles across the document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000" b="0" i="1" u="none" strike="noStrike" kern="120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STC Forward" panose="00000500000000000000" pitchFamily="2" charset="-78"/>
                <a:ea typeface="+mn-ea"/>
                <a:cs typeface="STC Forward" panose="00000500000000000000" pitchFamily="2" charset="-78"/>
              </a:rPr>
              <a:t>Ensure sub-title lengths does not exceed few words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000" b="0" i="1" u="none" strike="noStrike" kern="120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STC Forward" panose="00000500000000000000" pitchFamily="2" charset="-78"/>
                <a:ea typeface="+mn-ea"/>
                <a:cs typeface="STC Forward" panose="00000500000000000000" pitchFamily="2" charset="-78"/>
              </a:rPr>
              <a:t>Capitalize the first letter of every word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000" b="0" i="1" u="none" strike="noStrike" kern="120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STC Forward" panose="00000500000000000000" pitchFamily="2" charset="-78"/>
                <a:ea typeface="+mn-ea"/>
                <a:cs typeface="STC Forward" panose="00000500000000000000" pitchFamily="2" charset="-78"/>
              </a:rPr>
              <a:t>Uphold consistent sub-title position across slides</a:t>
            </a:r>
          </a:p>
        </p:txBody>
      </p:sp>
      <p:sp>
        <p:nvSpPr>
          <p:cNvPr id="21" name="Speech Bubble: Rectangle with Corners Rounded 20">
            <a:extLst>
              <a:ext uri="{FF2B5EF4-FFF2-40B4-BE49-F238E27FC236}">
                <a16:creationId xmlns:a16="http://schemas.microsoft.com/office/drawing/2014/main" id="{54A6BDDA-CE0A-702C-30D5-57492C03C898}"/>
              </a:ext>
            </a:extLst>
          </p:cNvPr>
          <p:cNvSpPr/>
          <p:nvPr/>
        </p:nvSpPr>
        <p:spPr>
          <a:xfrm>
            <a:off x="10639099" y="5657081"/>
            <a:ext cx="1239838" cy="630468"/>
          </a:xfrm>
          <a:prstGeom prst="wedgeRoundRectCallout">
            <a:avLst>
              <a:gd name="adj1" fmla="val 55754"/>
              <a:gd name="adj2" fmla="val 94885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lIns="45720" r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STC Forward" panose="00000500000000000000" pitchFamily="2" charset="-78"/>
                <a:ea typeface="+mn-ea"/>
                <a:cs typeface="STC Forward" panose="00000500000000000000" pitchFamily="2" charset="-78"/>
              </a:rPr>
              <a:t>Include a page number with font size 8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7B2F674-F662-8498-9FE4-6A17CCB14814}"/>
              </a:ext>
            </a:extLst>
          </p:cNvPr>
          <p:cNvSpPr/>
          <p:nvPr/>
        </p:nvSpPr>
        <p:spPr>
          <a:xfrm>
            <a:off x="7830018" y="6468390"/>
            <a:ext cx="3429000" cy="2462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lIns="45720" r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1" u="none" strike="noStrike" kern="120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STC Forward" panose="00000500000000000000" pitchFamily="2" charset="-78"/>
                <a:ea typeface="+mn-ea"/>
                <a:cs typeface="STC Forward" panose="00000500000000000000" pitchFamily="2" charset="-78"/>
              </a:rPr>
              <a:t>If needed, place legends on the bottom right of slides</a:t>
            </a:r>
          </a:p>
        </p:txBody>
      </p:sp>
      <p:sp>
        <p:nvSpPr>
          <p:cNvPr id="23" name="Speech Bubble: Rectangle with Corners Rounded 22">
            <a:extLst>
              <a:ext uri="{FF2B5EF4-FFF2-40B4-BE49-F238E27FC236}">
                <a16:creationId xmlns:a16="http://schemas.microsoft.com/office/drawing/2014/main" id="{89A78C24-10C3-20F5-4DE0-7F1C7F14E78E}"/>
              </a:ext>
            </a:extLst>
          </p:cNvPr>
          <p:cNvSpPr/>
          <p:nvPr/>
        </p:nvSpPr>
        <p:spPr>
          <a:xfrm>
            <a:off x="1478029" y="5008880"/>
            <a:ext cx="4617971" cy="891261"/>
          </a:xfrm>
          <a:prstGeom prst="wedgeRoundRectCallout">
            <a:avLst>
              <a:gd name="adj1" fmla="val -37352"/>
              <a:gd name="adj2" fmla="val 84989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lIns="45720" rIns="0" anchor="ctr" anchorCtr="0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STC Forward" panose="00000500000000000000" pitchFamily="2" charset="-78"/>
                <a:ea typeface="+mn-ea"/>
                <a:cs typeface="STC Forward" panose="00000500000000000000" pitchFamily="2" charset="-78"/>
              </a:rPr>
              <a:t>For footnotes and sources, maintain font size 8 and ensure the inclusion of superscript for footnotes as needed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STC Forward" panose="00000500000000000000" pitchFamily="2" charset="-78"/>
                <a:ea typeface="+mn-ea"/>
                <a:cs typeface="STC Forward" panose="00000500000000000000" pitchFamily="2" charset="-78"/>
              </a:rPr>
              <a:t>Separate footnotes using semicolons (i.e., “1- </a:t>
            </a:r>
            <a:r>
              <a:rPr kumimoji="0" lang="en-US" sz="1000" b="0" i="1" u="none" strike="noStrike" kern="1200" cap="none" spc="0" normalizeH="0" baseline="0" noProof="0" err="1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STC Forward" panose="00000500000000000000" pitchFamily="2" charset="-78"/>
                <a:ea typeface="+mn-ea"/>
                <a:cs typeface="STC Forward" panose="00000500000000000000" pitchFamily="2" charset="-78"/>
              </a:rPr>
              <a:t>Xx</a:t>
            </a: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STC Forward" panose="00000500000000000000" pitchFamily="2" charset="-78"/>
                <a:ea typeface="+mn-ea"/>
                <a:cs typeface="STC Forward" panose="00000500000000000000" pitchFamily="2" charset="-78"/>
              </a:rPr>
              <a:t>; 2- </a:t>
            </a:r>
            <a:r>
              <a:rPr kumimoji="0" lang="en-US" sz="1000" b="0" i="1" u="none" strike="noStrike" kern="1200" cap="none" spc="0" normalizeH="0" baseline="0" noProof="0" err="1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STC Forward" panose="00000500000000000000" pitchFamily="2" charset="-78"/>
                <a:ea typeface="+mn-ea"/>
                <a:cs typeface="STC Forward" panose="00000500000000000000" pitchFamily="2" charset="-78"/>
              </a:rPr>
              <a:t>Xx</a:t>
            </a: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STC Forward" panose="00000500000000000000" pitchFamily="2" charset="-78"/>
                <a:ea typeface="+mn-ea"/>
                <a:cs typeface="STC Forward" panose="00000500000000000000" pitchFamily="2" charset="-78"/>
              </a:rPr>
              <a:t>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STC Forward" panose="00000500000000000000" pitchFamily="2" charset="-78"/>
                <a:ea typeface="+mn-ea"/>
                <a:cs typeface="STC Forward" panose="00000500000000000000" pitchFamily="2" charset="-78"/>
              </a:rPr>
              <a:t>Separate sources with commas (i.e., “;Sources: Source 1, Source 2)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STC Forward" panose="00000500000000000000" pitchFamily="2" charset="-78"/>
                <a:ea typeface="+mn-ea"/>
                <a:cs typeface="STC Forward" panose="00000500000000000000" pitchFamily="2" charset="-78"/>
              </a:rPr>
              <a:t>Ensure concise wording and messaging</a:t>
            </a:r>
          </a:p>
        </p:txBody>
      </p:sp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68C1C1D7-A18D-EE2B-8C16-E0E586459FDA}"/>
              </a:ext>
            </a:extLst>
          </p:cNvPr>
          <p:cNvSpPr/>
          <p:nvPr/>
        </p:nvSpPr>
        <p:spPr>
          <a:xfrm>
            <a:off x="552516" y="285707"/>
            <a:ext cx="3349675" cy="131826"/>
          </a:xfrm>
          <a:prstGeom prst="wedgeRoundRectCallout">
            <a:avLst>
              <a:gd name="adj1" fmla="val -32187"/>
              <a:gd name="adj2" fmla="val -80799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lIns="45720" r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STC Forward" panose="00000500000000000000" pitchFamily="2" charset="-78"/>
                <a:ea typeface="+mn-ea"/>
                <a:cs typeface="STC Forward" panose="00000500000000000000" pitchFamily="2" charset="-78"/>
              </a:rPr>
              <a:t>Insert document title (font: stc Forward, size 8, bold)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FBD34F0-33EC-A519-E129-4300E752B98A}"/>
              </a:ext>
            </a:extLst>
          </p:cNvPr>
          <p:cNvSpPr/>
          <p:nvPr/>
        </p:nvSpPr>
        <p:spPr>
          <a:xfrm>
            <a:off x="8410957" y="-1"/>
            <a:ext cx="3781043" cy="6499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lIns="45720" rIns="91440" anchor="ctr" anchorCtr="0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1D252D"/>
                </a:solidFill>
                <a:effectLst/>
                <a:uLnTx/>
                <a:uFillTx/>
                <a:latin typeface="STC Forward" panose="00000500000000000000" pitchFamily="2" charset="-78"/>
                <a:ea typeface="+mn-ea"/>
                <a:cs typeface="STC Forward" panose="00000500000000000000" pitchFamily="2" charset="-78"/>
              </a:rPr>
              <a:t>Uphold consistent use of purple shades; and reserve red shades exclusively for highlighting challenges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STC Forward" panose="00000500000000000000" pitchFamily="2" charset="-78"/>
                <a:ea typeface="+mn-ea"/>
                <a:cs typeface="STC Forward" panose="00000500000000000000" pitchFamily="2" charset="-78"/>
              </a:rPr>
              <a:t>Bold important words to emphasize key messages</a:t>
            </a:r>
          </a:p>
        </p:txBody>
      </p:sp>
    </p:spTree>
    <p:extLst>
      <p:ext uri="{BB962C8B-B14F-4D97-AF65-F5344CB8AC3E}">
        <p14:creationId xmlns:p14="http://schemas.microsoft.com/office/powerpoint/2010/main" val="3356653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kX4A2B0OBZUZ_lRDZYUC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78_Annual Report">
  <a:themeElements>
    <a:clrScheme name="STC">
      <a:dk1>
        <a:srgbClr val="1D252D"/>
      </a:dk1>
      <a:lt1>
        <a:srgbClr val="FFFFFF"/>
      </a:lt1>
      <a:dk2>
        <a:srgbClr val="4F008C"/>
      </a:dk2>
      <a:lt2>
        <a:srgbClr val="FF375E"/>
      </a:lt2>
      <a:accent1>
        <a:srgbClr val="FFDD40"/>
      </a:accent1>
      <a:accent2>
        <a:srgbClr val="FF6A39"/>
      </a:accent2>
      <a:accent3>
        <a:srgbClr val="00C48C"/>
      </a:accent3>
      <a:accent4>
        <a:srgbClr val="1BCED8"/>
      </a:accent4>
      <a:accent5>
        <a:srgbClr val="A54EE1"/>
      </a:accent5>
      <a:accent6>
        <a:srgbClr val="8E9AA0"/>
      </a:accent6>
      <a:hlink>
        <a:srgbClr val="4F008C"/>
      </a:hlink>
      <a:folHlink>
        <a:srgbClr val="4F008C"/>
      </a:folHlink>
    </a:clrScheme>
    <a:fontScheme name="STC">
      <a:majorFont>
        <a:latin typeface="Arial Unicode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225</Words>
  <Application>Microsoft Macintosh PowerPoint</Application>
  <PresentationFormat>Widescreen</PresentationFormat>
  <Paragraphs>21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STC Forward</vt:lpstr>
      <vt:lpstr>78_Annual Report</vt:lpstr>
      <vt:lpstr>think-cell Slide</vt:lpstr>
      <vt:lpstr>Content Slide</vt:lpstr>
    </vt:vector>
  </TitlesOfParts>
  <Company>PwC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Christel El Hayeck (MiddleEast)</dc:creator>
  <cp:lastModifiedBy>Bahaa Kaaki (MiddleEast)</cp:lastModifiedBy>
  <cp:revision>7</cp:revision>
  <dcterms:created xsi:type="dcterms:W3CDTF">2026-03-10T20:31:05Z</dcterms:created>
  <dcterms:modified xsi:type="dcterms:W3CDTF">2026-04-28T13:43:35Z</dcterms:modified>
</cp:coreProperties>
</file>