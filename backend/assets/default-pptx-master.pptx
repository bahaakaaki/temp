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handoutMasterIdLst>
    <p:handoutMasterId r:id="rId4"/>
  </p:handoutMasterIdLst>
  <p:sldIdLst>
    <p:sldId id="2147480135" r:id="rId2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818"/>
    <a:srgbClr val="E06161"/>
    <a:srgbClr val="F6D0D0"/>
    <a:srgbClr val="F5CACA"/>
    <a:srgbClr val="FFFF00"/>
    <a:srgbClr val="F8DDE1"/>
    <a:srgbClr val="A32020"/>
    <a:srgbClr val="E998A6"/>
    <a:srgbClr val="F1F1F1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69B9A-A09C-4DEA-A22B-FC8AD0ED9A4E}" v="2" dt="2026-03-24T16:17:49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haa Kaaki (MiddleEast)" userId="b98e7d85-bbd1-42ea-bc6d-8befd3653b6e" providerId="ADAL" clId="{DB9160D9-9485-4B39-8B2F-22A37C7D1F03}"/>
    <pc:docChg chg="undo custSel modMainMaster">
      <pc:chgData name="Bahaa Kaaki (MiddleEast)" userId="b98e7d85-bbd1-42ea-bc6d-8befd3653b6e" providerId="ADAL" clId="{DB9160D9-9485-4B39-8B2F-22A37C7D1F03}" dt="2026-03-24T16:17:49.330" v="1" actId="1076"/>
      <pc:docMkLst>
        <pc:docMk/>
      </pc:docMkLst>
      <pc:sldMasterChg chg="modSldLayout">
        <pc:chgData name="Bahaa Kaaki (MiddleEast)" userId="b98e7d85-bbd1-42ea-bc6d-8befd3653b6e" providerId="ADAL" clId="{DB9160D9-9485-4B39-8B2F-22A37C7D1F03}" dt="2026-03-24T16:17:49.330" v="1" actId="1076"/>
        <pc:sldMasterMkLst>
          <pc:docMk/>
          <pc:sldMasterMk cId="4244215101" sldId="2147483726"/>
        </pc:sldMasterMkLst>
        <pc:sldLayoutChg chg="modSp mod">
          <pc:chgData name="Bahaa Kaaki (MiddleEast)" userId="b98e7d85-bbd1-42ea-bc6d-8befd3653b6e" providerId="ADAL" clId="{DB9160D9-9485-4B39-8B2F-22A37C7D1F03}" dt="2026-03-24T16:17:49.330" v="1" actId="1076"/>
          <pc:sldLayoutMkLst>
            <pc:docMk/>
            <pc:sldMasterMk cId="4244215101" sldId="2147483726"/>
            <pc:sldLayoutMk cId="1925264751" sldId="2147483778"/>
          </pc:sldLayoutMkLst>
          <pc:spChg chg="mod">
            <ac:chgData name="Bahaa Kaaki (MiddleEast)" userId="b98e7d85-bbd1-42ea-bc6d-8befd3653b6e" providerId="ADAL" clId="{DB9160D9-9485-4B39-8B2F-22A37C7D1F03}" dt="2026-03-24T16:17:49.330" v="1" actId="1076"/>
            <ac:spMkLst>
              <pc:docMk/>
              <pc:sldMasterMk cId="4244215101" sldId="2147483726"/>
              <pc:sldLayoutMk cId="1925264751" sldId="2147483778"/>
              <ac:spMk id="2" creationId="{336FC979-760C-CD9C-5C10-561F4665F667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80EF7-CFA9-4133-B33C-43E81CCBC0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7D8B7-30C7-490B-BAE7-3EC97A0FDE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7F5BE-1060-450B-A36E-276A6E22C53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D8567-44BF-444A-A71C-8BF3E7D371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A04CA-5F55-4A4B-B160-A6B71C7C9D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FBAF-309A-49B9-90EF-E8DB13023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91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AEA91-D21D-4AC7-B9CB-0DE24671E4A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BEF7B-FB9F-4E5A-863B-E0026611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8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E74CF8E-7A35-42FD-94D9-646327B4F2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810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E74CF8E-7A35-42FD-94D9-646327B4F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>
            <a:extLst>
              <a:ext uri="{FF2B5EF4-FFF2-40B4-BE49-F238E27FC236}">
                <a16:creationId xmlns:a16="http://schemas.microsoft.com/office/drawing/2014/main" id="{5127389A-C3DF-3347-BE4D-69D534F0B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D99FC200-8318-B648-A0D5-0D72DB4D653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9" name="Footnotes">
            <a:extLst>
              <a:ext uri="{FF2B5EF4-FFF2-40B4-BE49-F238E27FC236}">
                <a16:creationId xmlns:a16="http://schemas.microsoft.com/office/drawing/2014/main" id="{FEB2C45C-E16E-4E28-BA4C-90354A51C2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FC979-760C-CD9C-5C10-561F4665F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264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6046917"/>
              </p:ext>
            </p:extLst>
          </p:nvPr>
        </p:nvGraphicFramePr>
        <p:xfrm>
          <a:off x="1927" y="1408"/>
          <a:ext cx="1924" cy="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7" y="1408"/>
                        <a:ext cx="1924" cy="1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4"/>
            </p:custDataLst>
          </p:nvPr>
        </p:nvSpPr>
        <p:spPr>
          <a:xfrm>
            <a:off x="1" y="1"/>
            <a:ext cx="192424" cy="140075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GB" sz="3200" b="0" i="0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674" y="457200"/>
            <a:ext cx="11301414" cy="7315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8687" y="6330950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r>
              <a:rPr lang="en-US"/>
              <a:t>Date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F6EABF-6A2E-4DCC-AB0D-6A1CC2987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74" y="1670050"/>
            <a:ext cx="11301984" cy="45481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463056-76B5-0DE3-9858-F38DF2CFA132}"/>
              </a:ext>
            </a:extLst>
          </p:cNvPr>
          <p:cNvSpPr txBox="1">
            <a:spLocks/>
          </p:cNvSpPr>
          <p:nvPr userDrawn="1"/>
        </p:nvSpPr>
        <p:spPr>
          <a:xfrm>
            <a:off x="442912" y="6503781"/>
            <a:ext cx="1764792" cy="137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Strategy&amp;</a:t>
            </a:r>
          </a:p>
        </p:txBody>
      </p:sp>
    </p:spTree>
    <p:extLst>
      <p:ext uri="{BB962C8B-B14F-4D97-AF65-F5344CB8AC3E}">
        <p14:creationId xmlns:p14="http://schemas.microsoft.com/office/powerpoint/2010/main" val="424421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ftr="0" dt="0"/>
  <p:txStyles>
    <p:titleStyle>
      <a:lvl1pPr algn="l" defTabSz="898900" rtl="0" eaLnBrk="1" latinLnBrk="0" hangingPunct="1">
        <a:lnSpc>
          <a:spcPct val="85000"/>
        </a:lnSpc>
        <a:spcBef>
          <a:spcPct val="0"/>
        </a:spcBef>
        <a:buNone/>
        <a:defRPr lang="en-GB" sz="3200" b="0" i="0" kern="1200" baseline="0" noProof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613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06400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000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32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064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Georgia" panose="02040502050405020303" pitchFamily="18" charset="0"/>
        <a:buChar char="•"/>
        <a:tabLst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2096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128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63512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847850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447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90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349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798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246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69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14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93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1">
          <p15:clr>
            <a:srgbClr val="F26B43"/>
          </p15:clr>
        </p15:guide>
        <p15:guide id="3" pos="7402">
          <p15:clr>
            <a:srgbClr val="F26B43"/>
          </p15:clr>
        </p15:guide>
        <p15:guide id="6" orient="horz" pos="268">
          <p15:clr>
            <a:srgbClr val="F26B43"/>
          </p15:clr>
        </p15:guide>
        <p15:guide id="7" orient="horz" pos="3917">
          <p15:clr>
            <a:srgbClr val="F26B43"/>
          </p15:clr>
        </p15:guide>
        <p15:guide id="8" orient="horz" pos="1094">
          <p15:clr>
            <a:srgbClr val="F26B43"/>
          </p15:clr>
        </p15:guide>
        <p15:guide id="11" orient="horz" pos="2159">
          <p15:clr>
            <a:srgbClr val="F26B43"/>
          </p15:clr>
        </p15:guide>
        <p15:guide id="21" pos="2502">
          <p15:clr>
            <a:srgbClr val="F26B43"/>
          </p15:clr>
        </p15:guide>
        <p15:guide id="22" pos="2729">
          <p15:clr>
            <a:srgbClr val="F26B43"/>
          </p15:clr>
        </p15:guide>
        <p15:guide id="23" pos="3724">
          <p15:clr>
            <a:srgbClr val="F26B43"/>
          </p15:clr>
        </p15:guide>
        <p15:guide id="24" pos="3840">
          <p15:clr>
            <a:srgbClr val="F26B43"/>
          </p15:clr>
        </p15:guide>
        <p15:guide id="25" pos="3956">
          <p15:clr>
            <a:srgbClr val="F26B43"/>
          </p15:clr>
        </p15:guide>
        <p15:guide id="26" pos="4951">
          <p15:clr>
            <a:srgbClr val="F26B43"/>
          </p15:clr>
        </p15:guide>
        <p15:guide id="27" pos="5178">
          <p15:clr>
            <a:srgbClr val="F26B43"/>
          </p15:clr>
        </p15:guide>
        <p15:guide id="30" orient="horz" pos="9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534E-C413-A798-5E92-1F1D16DF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88525-F540-4B74-4311-B112395361B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2718A-CE83-15C8-FAF7-53A5E985FE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A7783-7FBB-F57B-43BD-AD465D3B2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D5A39AF-FEF5-47AB-AA80-4C0BD4A8B092}" type="slidenum">
              <a:rPr lang="en-GB" smtClean="0"/>
              <a:pPr algn="r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5370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85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2.70999999999999996447E+00&quot;&gt;&lt;m_msothmcolidx val=&quot;0&quot;/&gt;&lt;m_rgb r=&quot;F9&quot; g=&quot;62&quot; b=&quot;12&quot;/&gt;&lt;/elem&gt;&lt;elem m_fUsage=&quot;7.29000000000000092371E-01&quot;&gt;&lt;m_msothmcolidx val=&quot;0&quot;/&gt;&lt;m_rgb r=&quot;DA&quot; g=&quot;DA&quot; b=&quot;DA&quot;/&gt;&lt;/elem&gt;&lt;/m_vecMRU&gt;&lt;/m_mruColor&gt;&lt;m_eweekdayFirstOfWeek val=&quot;2&quot;/&gt;&lt;m_eweekdayFirstOfWorkweek val=&quot;1&quot;/&gt;&lt;m_eweekdayFirstOfWeekend val=&quot;6&quot;/&gt;&lt;/CPresentation&gt;&lt;/root&gt;"/>
  <p:tag name="THINKCELLUNDODONOTDELETE" val="0"/>
  <p:tag name="LASTSLIDEVIEWED" val="2147479891,24,Our approach consists of four main pillar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Ux_gg7jMOGCXTSUL3Og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idescreen 16x9 Template">
  <a:themeElements>
    <a:clrScheme name="PwC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</a:spDef>
    <a:lnDef>
      <a:spPr>
        <a:ln w="12700">
          <a:solidFill>
            <a:srgbClr val="DC69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vert="horz" wrap="square" lIns="0" tIns="0" rIns="0" bIns="0" rtlCol="0">
        <a:spAutoFit/>
      </a:bodyPr>
      <a:lstStyle>
        <a:defPPr algn="l">
          <a:defRPr sz="1600" noProof="0" dirty="0" smtClean="0">
            <a:solidFill>
              <a:schemeClr val="tx1"/>
            </a:solidFill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ddle East 16x9 Template.potx" id="{5082F1B3-1701-40D6-876C-F931603AF6F9}" vid="{21015704-9287-4461-AB1D-109999D482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Widescreen 16x9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Yavuz Tunc (MiddleEast)</dc:creator>
  <cp:keywords/>
  <dc:description/>
  <cp:revision>1</cp:revision>
  <dcterms:created xsi:type="dcterms:W3CDTF">2022-06-13T19:25:21Z</dcterms:created>
  <dcterms:modified xsi:type="dcterms:W3CDTF">2026-03-24T16:18:35Z</dcterms:modified>
  <cp:category/>
</cp:coreProperties>
</file>