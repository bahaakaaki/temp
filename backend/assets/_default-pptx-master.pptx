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handoutMasterIdLst>
    <p:handoutMasterId r:id="rId4"/>
  </p:handoutMasterIdLst>
  <p:sldIdLst>
    <p:sldId id="21474801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818"/>
    <a:srgbClr val="E06161"/>
    <a:srgbClr val="F6D0D0"/>
    <a:srgbClr val="F5CACA"/>
    <a:srgbClr val="FFFF00"/>
    <a:srgbClr val="F8DDE1"/>
    <a:srgbClr val="A32020"/>
    <a:srgbClr val="E998A6"/>
    <a:srgbClr val="F1F1F1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80EF7-CFA9-4133-B33C-43E81CCBC0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7D8B7-30C7-490B-BAE7-3EC97A0FDE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7F5BE-1060-450B-A36E-276A6E22C53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D8567-44BF-444A-A71C-8BF3E7D371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A04CA-5F55-4A4B-B160-A6B71C7C9D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FBAF-309A-49B9-90EF-E8DB13023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91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AEA91-D21D-4AC7-B9CB-0DE24671E4A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BEF7B-FB9F-4E5A-863B-E00266110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8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5127389A-C3DF-3347-BE4D-69D534F0B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D99FC200-8318-B648-A0D5-0D72DB4D653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9" name="Footnotes">
            <a:extLst>
              <a:ext uri="{FF2B5EF4-FFF2-40B4-BE49-F238E27FC236}">
                <a16:creationId xmlns:a16="http://schemas.microsoft.com/office/drawing/2014/main" id="{FEB2C45C-E16E-4E28-BA4C-90354A51C2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FC979-760C-CD9C-5C10-561F4665F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264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hidden="1"/>
          <p:cNvSpPr/>
          <p:nvPr userDrawn="1">
            <p:custDataLst>
              <p:tags r:id="rId4"/>
            </p:custDataLst>
          </p:nvPr>
        </p:nvSpPr>
        <p:spPr>
          <a:xfrm>
            <a:off x="1" y="1"/>
            <a:ext cx="192424" cy="140075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GB" sz="3200" b="0" i="0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674" y="457200"/>
            <a:ext cx="11301414" cy="7315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8687" y="6330950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r>
              <a:rPr lang="en-US"/>
              <a:t>Date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18687" y="6484747"/>
            <a:ext cx="2028305" cy="1097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750" smtClean="0">
                <a:latin typeface="+mn-lt"/>
                <a:cs typeface="Arial" pitchFamily="34" charset="0"/>
              </a:defRPr>
            </a:lvl1pPr>
          </a:lstStyle>
          <a:p>
            <a:pPr algn="r"/>
            <a:fld id="{4D5A39AF-FEF5-47AB-AA80-4C0BD4A8B092}" type="slidenum">
              <a:rPr lang="en-GB" smtClean="0"/>
              <a:pPr algn="r"/>
              <a:t>‹#›</a:t>
            </a:fld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F6EABF-6A2E-4DCC-AB0D-6A1CC2987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74" y="1670050"/>
            <a:ext cx="11301984" cy="45481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463056-76B5-0DE3-9858-F38DF2CFA132}"/>
              </a:ext>
            </a:extLst>
          </p:cNvPr>
          <p:cNvSpPr txBox="1">
            <a:spLocks/>
          </p:cNvSpPr>
          <p:nvPr userDrawn="1"/>
        </p:nvSpPr>
        <p:spPr>
          <a:xfrm>
            <a:off x="442912" y="6503781"/>
            <a:ext cx="1764792" cy="137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Strategy&amp;</a:t>
            </a:r>
          </a:p>
        </p:txBody>
      </p:sp>
    </p:spTree>
    <p:extLst>
      <p:ext uri="{BB962C8B-B14F-4D97-AF65-F5344CB8AC3E}">
        <p14:creationId xmlns:p14="http://schemas.microsoft.com/office/powerpoint/2010/main" val="424421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ftr="0" dt="0"/>
  <p:txStyles>
    <p:titleStyle>
      <a:lvl1pPr algn="l" defTabSz="898900" rtl="0" eaLnBrk="1" latinLnBrk="0" hangingPunct="1">
        <a:lnSpc>
          <a:spcPct val="85000"/>
        </a:lnSpc>
        <a:spcBef>
          <a:spcPct val="0"/>
        </a:spcBef>
        <a:buNone/>
        <a:defRPr lang="en-GB" sz="3200" b="0" i="0" kern="1200" baseline="0" noProof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613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06400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000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•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32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anose="020B0604020202020204" pitchFamily="34" charset="0"/>
        <a:buChar char="–"/>
        <a:tabLst/>
        <a:defRPr lang="en-GB" sz="1600" b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06475" marR="0" indent="-201613" algn="l" defTabSz="899210" rtl="0" eaLnBrk="1" fontAlgn="base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Georgia" panose="02040502050405020303" pitchFamily="18" charset="0"/>
        <a:buChar char="•"/>
        <a:tabLst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2096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41287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1635125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–"/>
        <a:defRPr lang="en-GB" sz="1600" b="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1847850" indent="-201613" algn="l" defTabSz="8989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GB" sz="1600" b="0" kern="1200" baseline="0" noProof="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447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900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349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798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246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69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145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93" algn="l" defTabSz="8989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1">
          <p15:clr>
            <a:srgbClr val="F26B43"/>
          </p15:clr>
        </p15:guide>
        <p15:guide id="3" pos="7402">
          <p15:clr>
            <a:srgbClr val="F26B43"/>
          </p15:clr>
        </p15:guide>
        <p15:guide id="6" orient="horz" pos="268">
          <p15:clr>
            <a:srgbClr val="F26B43"/>
          </p15:clr>
        </p15:guide>
        <p15:guide id="7" orient="horz" pos="3917">
          <p15:clr>
            <a:srgbClr val="F26B43"/>
          </p15:clr>
        </p15:guide>
        <p15:guide id="8" orient="horz" pos="1094">
          <p15:clr>
            <a:srgbClr val="F26B43"/>
          </p15:clr>
        </p15:guide>
        <p15:guide id="11" orient="horz" pos="2159">
          <p15:clr>
            <a:srgbClr val="F26B43"/>
          </p15:clr>
        </p15:guide>
        <p15:guide id="21" pos="2502">
          <p15:clr>
            <a:srgbClr val="F26B43"/>
          </p15:clr>
        </p15:guide>
        <p15:guide id="22" pos="2729">
          <p15:clr>
            <a:srgbClr val="F26B43"/>
          </p15:clr>
        </p15:guide>
        <p15:guide id="23" pos="3724">
          <p15:clr>
            <a:srgbClr val="F26B43"/>
          </p15:clr>
        </p15:guide>
        <p15:guide id="24" pos="3840">
          <p15:clr>
            <a:srgbClr val="F26B43"/>
          </p15:clr>
        </p15:guide>
        <p15:guide id="25" pos="3956">
          <p15:clr>
            <a:srgbClr val="F26B43"/>
          </p15:clr>
        </p15:guide>
        <p15:guide id="26" pos="4951">
          <p15:clr>
            <a:srgbClr val="F26B43"/>
          </p15:clr>
        </p15:guide>
        <p15:guide id="27" pos="5178">
          <p15:clr>
            <a:srgbClr val="F26B43"/>
          </p15:clr>
        </p15:guide>
        <p15:guide id="30" orient="horz" pos="9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534E-C413-A798-5E92-1F1D16DF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88525-F540-4B74-4311-B112395361B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2718A-CE83-15C8-FAF7-53A5E985FE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A7783-7FBB-F57B-43BD-AD465D3B2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D5A39AF-FEF5-47AB-AA80-4C0BD4A8B092}" type="slidenum">
              <a:rPr lang="en-GB" smtClean="0"/>
              <a:pPr algn="r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537072"/>
      </p:ext>
    </p:extLst>
  </p:cSld>
  <p:clrMapOvr>
    <a:masterClrMapping/>
  </p:clrMapOvr>
</p:sld>
</file>

<file path=ppt/theme/theme1.xml><?xml version="1.0" encoding="utf-8"?>
<a:theme xmlns:a="http://schemas.openxmlformats.org/drawingml/2006/main" name="Widescreen 16x9 Template">
  <a:themeElements>
    <a:clrScheme name="PwC">
      <a:dk1>
        <a:srgbClr val="000000"/>
      </a:dk1>
      <a:lt1>
        <a:srgbClr val="FFFFFF"/>
      </a:lt1>
      <a:dk2>
        <a:srgbClr val="A32020"/>
      </a:dk2>
      <a:lt2>
        <a:srgbClr val="DEDEDE"/>
      </a:lt2>
      <a:accent1>
        <a:srgbClr val="A32020"/>
      </a:accent1>
      <a:accent2>
        <a:srgbClr val="DB536A"/>
      </a:accent2>
      <a:accent3>
        <a:srgbClr val="000000"/>
      </a:accent3>
      <a:accent4>
        <a:srgbClr val="464646"/>
      </a:accent4>
      <a:accent5>
        <a:srgbClr val="7D7D7D"/>
      </a:accent5>
      <a:accent6>
        <a:srgbClr val="DEDEDE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/>
        </a:defPPr>
      </a:lstStyle>
    </a:spDef>
    <a:lnDef>
      <a:spPr>
        <a:ln w="12700">
          <a:solidFill>
            <a:srgbClr val="DC69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vert="horz" wrap="square" lIns="0" tIns="0" rIns="0" bIns="0" rtlCol="0">
        <a:spAutoFit/>
      </a:bodyPr>
      <a:lstStyle>
        <a:defPPr algn="l">
          <a:defRPr sz="1600" noProof="0" dirty="0" smtClean="0">
            <a:solidFill>
              <a:schemeClr val="tx1"/>
            </a:solidFill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ddle East 16x9 Template.potx" id="{5082F1B3-1701-40D6-876C-F931603AF6F9}" vid="{21015704-9287-4461-AB1D-109999D482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Widescreen 16x9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Yavuz Tunc (MiddleEast)</dc:creator>
  <cp:keywords/>
  <dc:description/>
  <cp:revision>1</cp:revision>
  <dcterms:created xsi:type="dcterms:W3CDTF">2022-06-13T19:25:21Z</dcterms:created>
  <dcterms:modified xsi:type="dcterms:W3CDTF">2026-03-24T16:18:35Z</dcterms:modified>
  <cp:category/>
</cp:coreProperties>
</file>